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2" r:id="rId6"/>
    <p:sldId id="264" r:id="rId7"/>
    <p:sldId id="273" r:id="rId8"/>
    <p:sldId id="274" r:id="rId9"/>
  </p:sldIdLst>
  <p:sldSz cx="12192000" cy="6858000"/>
  <p:notesSz cx="6950075" cy="9236075"/>
  <p:embeddedFontLst>
    <p:embeddedFont>
      <p:font typeface="Helvetica Neue Light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Condensed" pitchFamily="2" charset="0"/>
      <p:regular r:id="rId19"/>
      <p:bold r:id="rId20"/>
      <p:italic r:id="rId21"/>
      <p:boldItalic r:id="rId22"/>
    </p:embeddedFont>
    <p:embeddedFont>
      <p:font typeface="Roboto Light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17">
          <p15:clr>
            <a:srgbClr val="A4A3A4"/>
          </p15:clr>
        </p15:guide>
        <p15:guide id="2" orient="horz" pos="3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00F5"/>
    <a:srgbClr val="3C3A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B34B16-EE3F-4F42-90AA-7758594A05B0}">
  <a:tblStyle styleId="{0AB34B16-EE3F-4F42-90AA-7758594A05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11" autoAdjust="0"/>
  </p:normalViewPr>
  <p:slideViewPr>
    <p:cSldViewPr snapToGrid="0">
      <p:cViewPr varScale="1">
        <p:scale>
          <a:sx n="103" d="100"/>
          <a:sy n="103" d="100"/>
        </p:scale>
        <p:origin x="876" y="84"/>
      </p:cViewPr>
      <p:guideLst>
        <p:guide pos="3817"/>
        <p:guide orient="horz" pos="36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font" Target="fonts/font11.fntdata"/><Relationship Id="rId22" Type="http://schemas.openxmlformats.org/officeDocument/2006/relationships/font" Target="fonts/font12.fntdata"/><Relationship Id="rId23" Type="http://schemas.openxmlformats.org/officeDocument/2006/relationships/font" Target="fonts/font13.fntdata"/><Relationship Id="rId24" Type="http://schemas.openxmlformats.org/officeDocument/2006/relationships/font" Target="fonts/font14.fntdata"/><Relationship Id="rId25" Type="http://schemas.openxmlformats.org/officeDocument/2006/relationships/font" Target="fonts/font15.fntdata"/><Relationship Id="rId26" Type="http://schemas.openxmlformats.org/officeDocument/2006/relationships/font" Target="fonts/font16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\\xpdocs\Research\Equities\Estrategia\Carteiras\Carteiras%20de%20A&#231;&#245;es%20XP\Charts%20L&#226;mina%20Carteiras.xlsm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Top Small Caps Clear</c:v>
          </c:tx>
          <c:spPr>
            <a:ln w="22225" cap="rnd">
              <a:solidFill>
                <a:srgbClr val="0400F5"/>
              </a:solidFill>
              <a:round/>
            </a:ln>
            <a:effectLst/>
          </c:spPr>
          <c:marker>
            <c:symbol val="none"/>
          </c:marker>
          <c:cat>
            <c:numRef>
              <c:f>'Charts Base 100'!$G$4:$G$10000</c:f>
              <c:numCache>
                <c:formatCode>m/d/yyyy</c:formatCode>
                <c:ptCount val="1333"/>
                <c:pt idx="0">
                  <c:v>44316</c:v>
                </c:pt>
                <c:pt idx="1">
                  <c:v>44319</c:v>
                </c:pt>
                <c:pt idx="2">
                  <c:v>44320</c:v>
                </c:pt>
                <c:pt idx="3">
                  <c:v>44321</c:v>
                </c:pt>
                <c:pt idx="4">
                  <c:v>44322</c:v>
                </c:pt>
                <c:pt idx="5">
                  <c:v>44323</c:v>
                </c:pt>
                <c:pt idx="6">
                  <c:v>44326</c:v>
                </c:pt>
                <c:pt idx="7">
                  <c:v>44327</c:v>
                </c:pt>
                <c:pt idx="8">
                  <c:v>44328</c:v>
                </c:pt>
                <c:pt idx="9">
                  <c:v>44329</c:v>
                </c:pt>
                <c:pt idx="10">
                  <c:v>44330</c:v>
                </c:pt>
                <c:pt idx="11">
                  <c:v>44333</c:v>
                </c:pt>
                <c:pt idx="12">
                  <c:v>44334</c:v>
                </c:pt>
                <c:pt idx="13">
                  <c:v>44335</c:v>
                </c:pt>
                <c:pt idx="14">
                  <c:v>44336</c:v>
                </c:pt>
                <c:pt idx="15">
                  <c:v>44337</c:v>
                </c:pt>
                <c:pt idx="16">
                  <c:v>44340</c:v>
                </c:pt>
                <c:pt idx="17">
                  <c:v>44341</c:v>
                </c:pt>
                <c:pt idx="18">
                  <c:v>44342</c:v>
                </c:pt>
                <c:pt idx="19">
                  <c:v>44343</c:v>
                </c:pt>
                <c:pt idx="20">
                  <c:v>44344</c:v>
                </c:pt>
                <c:pt idx="21">
                  <c:v>44347</c:v>
                </c:pt>
                <c:pt idx="22">
                  <c:v>44348</c:v>
                </c:pt>
                <c:pt idx="23">
                  <c:v>44349</c:v>
                </c:pt>
                <c:pt idx="24">
                  <c:v>44351</c:v>
                </c:pt>
                <c:pt idx="25">
                  <c:v>44354</c:v>
                </c:pt>
                <c:pt idx="26">
                  <c:v>44355</c:v>
                </c:pt>
                <c:pt idx="27">
                  <c:v>44356</c:v>
                </c:pt>
                <c:pt idx="28">
                  <c:v>44357</c:v>
                </c:pt>
                <c:pt idx="29">
                  <c:v>44358</c:v>
                </c:pt>
                <c:pt idx="30">
                  <c:v>44361</c:v>
                </c:pt>
                <c:pt idx="31">
                  <c:v>44362</c:v>
                </c:pt>
                <c:pt idx="32">
                  <c:v>44363</c:v>
                </c:pt>
                <c:pt idx="33">
                  <c:v>44364</c:v>
                </c:pt>
                <c:pt idx="34">
                  <c:v>44365</c:v>
                </c:pt>
                <c:pt idx="35">
                  <c:v>44368</c:v>
                </c:pt>
                <c:pt idx="36">
                  <c:v>44369</c:v>
                </c:pt>
                <c:pt idx="37">
                  <c:v>44370</c:v>
                </c:pt>
                <c:pt idx="38">
                  <c:v>44371</c:v>
                </c:pt>
                <c:pt idx="39">
                  <c:v>44372</c:v>
                </c:pt>
                <c:pt idx="40">
                  <c:v>44375</c:v>
                </c:pt>
                <c:pt idx="41">
                  <c:v>44376</c:v>
                </c:pt>
                <c:pt idx="42">
                  <c:v>44377</c:v>
                </c:pt>
                <c:pt idx="43">
                  <c:v>44378</c:v>
                </c:pt>
                <c:pt idx="44">
                  <c:v>44379</c:v>
                </c:pt>
                <c:pt idx="45">
                  <c:v>44382</c:v>
                </c:pt>
                <c:pt idx="46">
                  <c:v>44383</c:v>
                </c:pt>
                <c:pt idx="47">
                  <c:v>44384</c:v>
                </c:pt>
                <c:pt idx="48">
                  <c:v>44385</c:v>
                </c:pt>
                <c:pt idx="49">
                  <c:v>44389</c:v>
                </c:pt>
                <c:pt idx="50">
                  <c:v>44390</c:v>
                </c:pt>
                <c:pt idx="51">
                  <c:v>44391</c:v>
                </c:pt>
                <c:pt idx="52">
                  <c:v>44392</c:v>
                </c:pt>
                <c:pt idx="53">
                  <c:v>44393</c:v>
                </c:pt>
                <c:pt idx="54">
                  <c:v>44396</c:v>
                </c:pt>
                <c:pt idx="55">
                  <c:v>44397</c:v>
                </c:pt>
                <c:pt idx="56">
                  <c:v>44398</c:v>
                </c:pt>
                <c:pt idx="57">
                  <c:v>44399</c:v>
                </c:pt>
                <c:pt idx="58">
                  <c:v>44400</c:v>
                </c:pt>
                <c:pt idx="59">
                  <c:v>44403</c:v>
                </c:pt>
                <c:pt idx="60">
                  <c:v>44404</c:v>
                </c:pt>
                <c:pt idx="61">
                  <c:v>44405</c:v>
                </c:pt>
                <c:pt idx="62">
                  <c:v>44406</c:v>
                </c:pt>
                <c:pt idx="63">
                  <c:v>44407</c:v>
                </c:pt>
                <c:pt idx="64">
                  <c:v>44410</c:v>
                </c:pt>
                <c:pt idx="65">
                  <c:v>44411</c:v>
                </c:pt>
                <c:pt idx="66">
                  <c:v>44412</c:v>
                </c:pt>
                <c:pt idx="67">
                  <c:v>44413</c:v>
                </c:pt>
                <c:pt idx="68">
                  <c:v>44414</c:v>
                </c:pt>
                <c:pt idx="69">
                  <c:v>44417</c:v>
                </c:pt>
                <c:pt idx="70">
                  <c:v>44418</c:v>
                </c:pt>
                <c:pt idx="71">
                  <c:v>44419</c:v>
                </c:pt>
                <c:pt idx="72">
                  <c:v>44420</c:v>
                </c:pt>
                <c:pt idx="73">
                  <c:v>44421</c:v>
                </c:pt>
                <c:pt idx="74">
                  <c:v>44424</c:v>
                </c:pt>
                <c:pt idx="75">
                  <c:v>44425</c:v>
                </c:pt>
                <c:pt idx="76">
                  <c:v>44426</c:v>
                </c:pt>
                <c:pt idx="77">
                  <c:v>44427</c:v>
                </c:pt>
                <c:pt idx="78">
                  <c:v>44428</c:v>
                </c:pt>
                <c:pt idx="79">
                  <c:v>44431</c:v>
                </c:pt>
                <c:pt idx="80">
                  <c:v>44432</c:v>
                </c:pt>
                <c:pt idx="81">
                  <c:v>44433</c:v>
                </c:pt>
                <c:pt idx="82">
                  <c:v>44434</c:v>
                </c:pt>
                <c:pt idx="83">
                  <c:v>44435</c:v>
                </c:pt>
                <c:pt idx="84">
                  <c:v>44438</c:v>
                </c:pt>
                <c:pt idx="85">
                  <c:v>44439</c:v>
                </c:pt>
                <c:pt idx="86">
                  <c:v>44440</c:v>
                </c:pt>
                <c:pt idx="87">
                  <c:v>44441</c:v>
                </c:pt>
                <c:pt idx="88">
                  <c:v>44442</c:v>
                </c:pt>
                <c:pt idx="89">
                  <c:v>44445</c:v>
                </c:pt>
                <c:pt idx="90">
                  <c:v>44447</c:v>
                </c:pt>
                <c:pt idx="91">
                  <c:v>44448</c:v>
                </c:pt>
                <c:pt idx="92">
                  <c:v>44449</c:v>
                </c:pt>
                <c:pt idx="93">
                  <c:v>44452</c:v>
                </c:pt>
                <c:pt idx="94">
                  <c:v>44453</c:v>
                </c:pt>
                <c:pt idx="95">
                  <c:v>44454</c:v>
                </c:pt>
                <c:pt idx="96">
                  <c:v>44455</c:v>
                </c:pt>
                <c:pt idx="97">
                  <c:v>44456</c:v>
                </c:pt>
                <c:pt idx="98">
                  <c:v>44459</c:v>
                </c:pt>
                <c:pt idx="99">
                  <c:v>44460</c:v>
                </c:pt>
                <c:pt idx="100">
                  <c:v>44461</c:v>
                </c:pt>
                <c:pt idx="101">
                  <c:v>44462</c:v>
                </c:pt>
                <c:pt idx="102">
                  <c:v>44463</c:v>
                </c:pt>
                <c:pt idx="103">
                  <c:v>44466</c:v>
                </c:pt>
                <c:pt idx="104">
                  <c:v>44467</c:v>
                </c:pt>
                <c:pt idx="105">
                  <c:v>44468</c:v>
                </c:pt>
                <c:pt idx="106">
                  <c:v>44469</c:v>
                </c:pt>
                <c:pt idx="107">
                  <c:v>44470</c:v>
                </c:pt>
                <c:pt idx="108">
                  <c:v>44473</c:v>
                </c:pt>
                <c:pt idx="109">
                  <c:v>44474</c:v>
                </c:pt>
                <c:pt idx="110">
                  <c:v>44475</c:v>
                </c:pt>
                <c:pt idx="111">
                  <c:v>44476</c:v>
                </c:pt>
                <c:pt idx="112">
                  <c:v>44477</c:v>
                </c:pt>
                <c:pt idx="113">
                  <c:v>44480</c:v>
                </c:pt>
                <c:pt idx="114">
                  <c:v>44482</c:v>
                </c:pt>
                <c:pt idx="115">
                  <c:v>44483</c:v>
                </c:pt>
                <c:pt idx="116">
                  <c:v>44484</c:v>
                </c:pt>
                <c:pt idx="117">
                  <c:v>44487</c:v>
                </c:pt>
                <c:pt idx="118">
                  <c:v>44488</c:v>
                </c:pt>
                <c:pt idx="119">
                  <c:v>44489</c:v>
                </c:pt>
                <c:pt idx="120">
                  <c:v>44490</c:v>
                </c:pt>
                <c:pt idx="121">
                  <c:v>44491</c:v>
                </c:pt>
                <c:pt idx="122">
                  <c:v>44494</c:v>
                </c:pt>
                <c:pt idx="123">
                  <c:v>44495</c:v>
                </c:pt>
                <c:pt idx="124">
                  <c:v>44496</c:v>
                </c:pt>
                <c:pt idx="125">
                  <c:v>44497</c:v>
                </c:pt>
                <c:pt idx="126">
                  <c:v>44498</c:v>
                </c:pt>
                <c:pt idx="127">
                  <c:v>44501</c:v>
                </c:pt>
                <c:pt idx="128">
                  <c:v>44503</c:v>
                </c:pt>
                <c:pt idx="129">
                  <c:v>44504</c:v>
                </c:pt>
                <c:pt idx="130">
                  <c:v>44505</c:v>
                </c:pt>
                <c:pt idx="131">
                  <c:v>44508</c:v>
                </c:pt>
                <c:pt idx="132">
                  <c:v>44509</c:v>
                </c:pt>
                <c:pt idx="133">
                  <c:v>44510</c:v>
                </c:pt>
                <c:pt idx="134">
                  <c:v>44511</c:v>
                </c:pt>
                <c:pt idx="135">
                  <c:v>44512</c:v>
                </c:pt>
                <c:pt idx="136">
                  <c:v>44516</c:v>
                </c:pt>
                <c:pt idx="137">
                  <c:v>44517</c:v>
                </c:pt>
                <c:pt idx="138">
                  <c:v>44518</c:v>
                </c:pt>
                <c:pt idx="139">
                  <c:v>44519</c:v>
                </c:pt>
                <c:pt idx="140">
                  <c:v>44522</c:v>
                </c:pt>
                <c:pt idx="141">
                  <c:v>44523</c:v>
                </c:pt>
                <c:pt idx="142">
                  <c:v>44524</c:v>
                </c:pt>
                <c:pt idx="143">
                  <c:v>44525</c:v>
                </c:pt>
                <c:pt idx="144">
                  <c:v>44526</c:v>
                </c:pt>
                <c:pt idx="145">
                  <c:v>44529</c:v>
                </c:pt>
                <c:pt idx="146">
                  <c:v>44530</c:v>
                </c:pt>
                <c:pt idx="147">
                  <c:v>44531</c:v>
                </c:pt>
                <c:pt idx="148">
                  <c:v>44532</c:v>
                </c:pt>
                <c:pt idx="149">
                  <c:v>44533</c:v>
                </c:pt>
                <c:pt idx="150">
                  <c:v>44536</c:v>
                </c:pt>
                <c:pt idx="151">
                  <c:v>44537</c:v>
                </c:pt>
                <c:pt idx="152">
                  <c:v>44538</c:v>
                </c:pt>
                <c:pt idx="153">
                  <c:v>44539</c:v>
                </c:pt>
                <c:pt idx="154">
                  <c:v>44540</c:v>
                </c:pt>
                <c:pt idx="155">
                  <c:v>44543</c:v>
                </c:pt>
                <c:pt idx="156">
                  <c:v>44544</c:v>
                </c:pt>
                <c:pt idx="157">
                  <c:v>44545</c:v>
                </c:pt>
                <c:pt idx="158">
                  <c:v>44546</c:v>
                </c:pt>
                <c:pt idx="159">
                  <c:v>44547</c:v>
                </c:pt>
                <c:pt idx="160">
                  <c:v>44550</c:v>
                </c:pt>
                <c:pt idx="161">
                  <c:v>44551</c:v>
                </c:pt>
                <c:pt idx="162">
                  <c:v>44552</c:v>
                </c:pt>
                <c:pt idx="163">
                  <c:v>44553</c:v>
                </c:pt>
                <c:pt idx="164">
                  <c:v>44557</c:v>
                </c:pt>
                <c:pt idx="165">
                  <c:v>44558</c:v>
                </c:pt>
                <c:pt idx="166">
                  <c:v>44559</c:v>
                </c:pt>
                <c:pt idx="167">
                  <c:v>44560</c:v>
                </c:pt>
                <c:pt idx="168">
                  <c:v>44564</c:v>
                </c:pt>
                <c:pt idx="169">
                  <c:v>44565</c:v>
                </c:pt>
                <c:pt idx="170">
                  <c:v>44566</c:v>
                </c:pt>
                <c:pt idx="171">
                  <c:v>44567</c:v>
                </c:pt>
                <c:pt idx="172">
                  <c:v>44568</c:v>
                </c:pt>
                <c:pt idx="173">
                  <c:v>44571</c:v>
                </c:pt>
                <c:pt idx="174">
                  <c:v>44572</c:v>
                </c:pt>
                <c:pt idx="175">
                  <c:v>44573</c:v>
                </c:pt>
                <c:pt idx="176">
                  <c:v>44574</c:v>
                </c:pt>
                <c:pt idx="177">
                  <c:v>44575</c:v>
                </c:pt>
                <c:pt idx="178">
                  <c:v>44578</c:v>
                </c:pt>
                <c:pt idx="179">
                  <c:v>44579</c:v>
                </c:pt>
                <c:pt idx="180">
                  <c:v>44580</c:v>
                </c:pt>
                <c:pt idx="181">
                  <c:v>44581</c:v>
                </c:pt>
                <c:pt idx="182">
                  <c:v>44582</c:v>
                </c:pt>
                <c:pt idx="183">
                  <c:v>44585</c:v>
                </c:pt>
                <c:pt idx="184">
                  <c:v>44586</c:v>
                </c:pt>
                <c:pt idx="185">
                  <c:v>44587</c:v>
                </c:pt>
                <c:pt idx="186">
                  <c:v>44588</c:v>
                </c:pt>
                <c:pt idx="187">
                  <c:v>44589</c:v>
                </c:pt>
                <c:pt idx="188">
                  <c:v>44592</c:v>
                </c:pt>
                <c:pt idx="189">
                  <c:v>44593</c:v>
                </c:pt>
                <c:pt idx="190">
                  <c:v>44594</c:v>
                </c:pt>
                <c:pt idx="191">
                  <c:v>44595</c:v>
                </c:pt>
                <c:pt idx="192">
                  <c:v>44596</c:v>
                </c:pt>
                <c:pt idx="193">
                  <c:v>44599</c:v>
                </c:pt>
                <c:pt idx="194">
                  <c:v>44600</c:v>
                </c:pt>
                <c:pt idx="195">
                  <c:v>44601</c:v>
                </c:pt>
                <c:pt idx="196">
                  <c:v>44602</c:v>
                </c:pt>
                <c:pt idx="197">
                  <c:v>44603</c:v>
                </c:pt>
                <c:pt idx="198">
                  <c:v>44606</c:v>
                </c:pt>
                <c:pt idx="199">
                  <c:v>44607</c:v>
                </c:pt>
                <c:pt idx="200">
                  <c:v>44608</c:v>
                </c:pt>
                <c:pt idx="201">
                  <c:v>44609</c:v>
                </c:pt>
                <c:pt idx="202">
                  <c:v>44610</c:v>
                </c:pt>
                <c:pt idx="203">
                  <c:v>44613</c:v>
                </c:pt>
                <c:pt idx="204">
                  <c:v>44614</c:v>
                </c:pt>
                <c:pt idx="205">
                  <c:v>44615</c:v>
                </c:pt>
                <c:pt idx="206">
                  <c:v>44616</c:v>
                </c:pt>
                <c:pt idx="207">
                  <c:v>44617</c:v>
                </c:pt>
                <c:pt idx="208">
                  <c:v>44622</c:v>
                </c:pt>
                <c:pt idx="209">
                  <c:v>44623</c:v>
                </c:pt>
                <c:pt idx="210">
                  <c:v>44624</c:v>
                </c:pt>
                <c:pt idx="211">
                  <c:v>44627</c:v>
                </c:pt>
                <c:pt idx="212">
                  <c:v>44628</c:v>
                </c:pt>
                <c:pt idx="213">
                  <c:v>44629</c:v>
                </c:pt>
                <c:pt idx="214">
                  <c:v>44630</c:v>
                </c:pt>
                <c:pt idx="215">
                  <c:v>44631</c:v>
                </c:pt>
                <c:pt idx="216">
                  <c:v>44634</c:v>
                </c:pt>
                <c:pt idx="217">
                  <c:v>44635</c:v>
                </c:pt>
                <c:pt idx="218">
                  <c:v>44636</c:v>
                </c:pt>
                <c:pt idx="219">
                  <c:v>44637</c:v>
                </c:pt>
                <c:pt idx="220">
                  <c:v>44638</c:v>
                </c:pt>
                <c:pt idx="221">
                  <c:v>44641</c:v>
                </c:pt>
                <c:pt idx="222">
                  <c:v>44642</c:v>
                </c:pt>
                <c:pt idx="223">
                  <c:v>44643</c:v>
                </c:pt>
                <c:pt idx="224">
                  <c:v>44644</c:v>
                </c:pt>
                <c:pt idx="225">
                  <c:v>44645</c:v>
                </c:pt>
                <c:pt idx="226">
                  <c:v>44648</c:v>
                </c:pt>
                <c:pt idx="227">
                  <c:v>44649</c:v>
                </c:pt>
                <c:pt idx="228">
                  <c:v>44650</c:v>
                </c:pt>
                <c:pt idx="229">
                  <c:v>44651</c:v>
                </c:pt>
                <c:pt idx="230">
                  <c:v>44652</c:v>
                </c:pt>
                <c:pt idx="231">
                  <c:v>44655</c:v>
                </c:pt>
                <c:pt idx="232">
                  <c:v>44656</c:v>
                </c:pt>
                <c:pt idx="233">
                  <c:v>44657</c:v>
                </c:pt>
                <c:pt idx="234">
                  <c:v>44658</c:v>
                </c:pt>
                <c:pt idx="235">
                  <c:v>44659</c:v>
                </c:pt>
                <c:pt idx="236">
                  <c:v>44662</c:v>
                </c:pt>
                <c:pt idx="237">
                  <c:v>44663</c:v>
                </c:pt>
                <c:pt idx="238">
                  <c:v>44664</c:v>
                </c:pt>
                <c:pt idx="239">
                  <c:v>44665</c:v>
                </c:pt>
                <c:pt idx="240">
                  <c:v>44669</c:v>
                </c:pt>
                <c:pt idx="241">
                  <c:v>44670</c:v>
                </c:pt>
                <c:pt idx="242">
                  <c:v>44671</c:v>
                </c:pt>
                <c:pt idx="243">
                  <c:v>44673</c:v>
                </c:pt>
                <c:pt idx="244">
                  <c:v>44676</c:v>
                </c:pt>
                <c:pt idx="245">
                  <c:v>44677</c:v>
                </c:pt>
                <c:pt idx="246">
                  <c:v>44678</c:v>
                </c:pt>
                <c:pt idx="247">
                  <c:v>44679</c:v>
                </c:pt>
                <c:pt idx="248">
                  <c:v>44680</c:v>
                </c:pt>
                <c:pt idx="249">
                  <c:v>44683</c:v>
                </c:pt>
                <c:pt idx="250">
                  <c:v>44684</c:v>
                </c:pt>
                <c:pt idx="251">
                  <c:v>44685</c:v>
                </c:pt>
                <c:pt idx="252">
                  <c:v>44686</c:v>
                </c:pt>
                <c:pt idx="253">
                  <c:v>44687</c:v>
                </c:pt>
                <c:pt idx="254">
                  <c:v>44690</c:v>
                </c:pt>
                <c:pt idx="255">
                  <c:v>44691</c:v>
                </c:pt>
                <c:pt idx="256">
                  <c:v>44692</c:v>
                </c:pt>
                <c:pt idx="257">
                  <c:v>44693</c:v>
                </c:pt>
                <c:pt idx="258">
                  <c:v>44694</c:v>
                </c:pt>
                <c:pt idx="259">
                  <c:v>44697</c:v>
                </c:pt>
                <c:pt idx="260">
                  <c:v>44698</c:v>
                </c:pt>
                <c:pt idx="261">
                  <c:v>44699</c:v>
                </c:pt>
                <c:pt idx="262">
                  <c:v>44700</c:v>
                </c:pt>
                <c:pt idx="263">
                  <c:v>44701</c:v>
                </c:pt>
                <c:pt idx="264">
                  <c:v>44704</c:v>
                </c:pt>
                <c:pt idx="265">
                  <c:v>44705</c:v>
                </c:pt>
                <c:pt idx="266">
                  <c:v>44706</c:v>
                </c:pt>
                <c:pt idx="267">
                  <c:v>44707</c:v>
                </c:pt>
                <c:pt idx="268">
                  <c:v>44708</c:v>
                </c:pt>
                <c:pt idx="269">
                  <c:v>44711</c:v>
                </c:pt>
                <c:pt idx="270">
                  <c:v>44712</c:v>
                </c:pt>
                <c:pt idx="271">
                  <c:v>44713</c:v>
                </c:pt>
                <c:pt idx="272">
                  <c:v>44714</c:v>
                </c:pt>
                <c:pt idx="273">
                  <c:v>44715</c:v>
                </c:pt>
                <c:pt idx="274">
                  <c:v>44718</c:v>
                </c:pt>
                <c:pt idx="275">
                  <c:v>44719</c:v>
                </c:pt>
                <c:pt idx="276">
                  <c:v>44720</c:v>
                </c:pt>
                <c:pt idx="277">
                  <c:v>44721</c:v>
                </c:pt>
                <c:pt idx="278">
                  <c:v>44722</c:v>
                </c:pt>
                <c:pt idx="279">
                  <c:v>44725</c:v>
                </c:pt>
                <c:pt idx="280">
                  <c:v>44726</c:v>
                </c:pt>
                <c:pt idx="281">
                  <c:v>44727</c:v>
                </c:pt>
                <c:pt idx="282">
                  <c:v>44729</c:v>
                </c:pt>
                <c:pt idx="283">
                  <c:v>44732</c:v>
                </c:pt>
                <c:pt idx="284">
                  <c:v>44733</c:v>
                </c:pt>
                <c:pt idx="285">
                  <c:v>44734</c:v>
                </c:pt>
                <c:pt idx="286">
                  <c:v>44735</c:v>
                </c:pt>
                <c:pt idx="287">
                  <c:v>44736</c:v>
                </c:pt>
                <c:pt idx="288">
                  <c:v>44739</c:v>
                </c:pt>
                <c:pt idx="289">
                  <c:v>44740</c:v>
                </c:pt>
                <c:pt idx="290">
                  <c:v>44741</c:v>
                </c:pt>
                <c:pt idx="291">
                  <c:v>44742</c:v>
                </c:pt>
                <c:pt idx="292">
                  <c:v>44743</c:v>
                </c:pt>
                <c:pt idx="293">
                  <c:v>44746</c:v>
                </c:pt>
                <c:pt idx="294">
                  <c:v>44747</c:v>
                </c:pt>
                <c:pt idx="295">
                  <c:v>44748</c:v>
                </c:pt>
                <c:pt idx="296">
                  <c:v>44749</c:v>
                </c:pt>
                <c:pt idx="297">
                  <c:v>44750</c:v>
                </c:pt>
                <c:pt idx="298">
                  <c:v>44753</c:v>
                </c:pt>
                <c:pt idx="299">
                  <c:v>44754</c:v>
                </c:pt>
                <c:pt idx="300">
                  <c:v>44755</c:v>
                </c:pt>
                <c:pt idx="301">
                  <c:v>44756</c:v>
                </c:pt>
                <c:pt idx="302">
                  <c:v>44757</c:v>
                </c:pt>
                <c:pt idx="303">
                  <c:v>44760</c:v>
                </c:pt>
                <c:pt idx="304">
                  <c:v>44761</c:v>
                </c:pt>
                <c:pt idx="305">
                  <c:v>44762</c:v>
                </c:pt>
                <c:pt idx="306">
                  <c:v>44763</c:v>
                </c:pt>
                <c:pt idx="307">
                  <c:v>44764</c:v>
                </c:pt>
                <c:pt idx="308">
                  <c:v>44767</c:v>
                </c:pt>
                <c:pt idx="309">
                  <c:v>44768</c:v>
                </c:pt>
                <c:pt idx="310">
                  <c:v>44769</c:v>
                </c:pt>
                <c:pt idx="311">
                  <c:v>44770</c:v>
                </c:pt>
                <c:pt idx="312">
                  <c:v>44771</c:v>
                </c:pt>
                <c:pt idx="313">
                  <c:v>44774</c:v>
                </c:pt>
                <c:pt idx="314">
                  <c:v>44775</c:v>
                </c:pt>
                <c:pt idx="315">
                  <c:v>44776</c:v>
                </c:pt>
                <c:pt idx="316">
                  <c:v>44777</c:v>
                </c:pt>
                <c:pt idx="317">
                  <c:v>44778</c:v>
                </c:pt>
                <c:pt idx="318">
                  <c:v>44781</c:v>
                </c:pt>
                <c:pt idx="319">
                  <c:v>44782</c:v>
                </c:pt>
                <c:pt idx="320">
                  <c:v>44783</c:v>
                </c:pt>
                <c:pt idx="321">
                  <c:v>44784</c:v>
                </c:pt>
                <c:pt idx="322">
                  <c:v>44785</c:v>
                </c:pt>
                <c:pt idx="323">
                  <c:v>44788</c:v>
                </c:pt>
                <c:pt idx="324">
                  <c:v>44789</c:v>
                </c:pt>
                <c:pt idx="325">
                  <c:v>44790</c:v>
                </c:pt>
                <c:pt idx="326">
                  <c:v>44791</c:v>
                </c:pt>
                <c:pt idx="327">
                  <c:v>44792</c:v>
                </c:pt>
                <c:pt idx="328">
                  <c:v>44795</c:v>
                </c:pt>
                <c:pt idx="329">
                  <c:v>44796</c:v>
                </c:pt>
                <c:pt idx="330">
                  <c:v>44797</c:v>
                </c:pt>
                <c:pt idx="331">
                  <c:v>44798</c:v>
                </c:pt>
                <c:pt idx="332">
                  <c:v>44799</c:v>
                </c:pt>
                <c:pt idx="333">
                  <c:v>44802</c:v>
                </c:pt>
                <c:pt idx="334">
                  <c:v>44803</c:v>
                </c:pt>
                <c:pt idx="335">
                  <c:v>44804</c:v>
                </c:pt>
                <c:pt idx="336">
                  <c:v>44805</c:v>
                </c:pt>
                <c:pt idx="337">
                  <c:v>44806</c:v>
                </c:pt>
                <c:pt idx="338">
                  <c:v>44809</c:v>
                </c:pt>
                <c:pt idx="339">
                  <c:v>44810</c:v>
                </c:pt>
                <c:pt idx="340">
                  <c:v>44812</c:v>
                </c:pt>
                <c:pt idx="341">
                  <c:v>44813</c:v>
                </c:pt>
                <c:pt idx="342">
                  <c:v>44816</c:v>
                </c:pt>
                <c:pt idx="343">
                  <c:v>44817</c:v>
                </c:pt>
                <c:pt idx="344">
                  <c:v>44818</c:v>
                </c:pt>
                <c:pt idx="345">
                  <c:v>44819</c:v>
                </c:pt>
                <c:pt idx="346">
                  <c:v>44820</c:v>
                </c:pt>
                <c:pt idx="347">
                  <c:v>44823</c:v>
                </c:pt>
                <c:pt idx="348">
                  <c:v>44824</c:v>
                </c:pt>
                <c:pt idx="349">
                  <c:v>44825</c:v>
                </c:pt>
                <c:pt idx="350">
                  <c:v>44826</c:v>
                </c:pt>
                <c:pt idx="351">
                  <c:v>44827</c:v>
                </c:pt>
                <c:pt idx="352">
                  <c:v>44830</c:v>
                </c:pt>
                <c:pt idx="353">
                  <c:v>44831</c:v>
                </c:pt>
                <c:pt idx="354">
                  <c:v>44832</c:v>
                </c:pt>
                <c:pt idx="355">
                  <c:v>44833</c:v>
                </c:pt>
                <c:pt idx="356">
                  <c:v>44834</c:v>
                </c:pt>
                <c:pt idx="357">
                  <c:v>44837</c:v>
                </c:pt>
                <c:pt idx="358">
                  <c:v>44838</c:v>
                </c:pt>
                <c:pt idx="359">
                  <c:v>44839</c:v>
                </c:pt>
                <c:pt idx="360">
                  <c:v>44840</c:v>
                </c:pt>
                <c:pt idx="361">
                  <c:v>44841</c:v>
                </c:pt>
                <c:pt idx="362">
                  <c:v>44844</c:v>
                </c:pt>
                <c:pt idx="363">
                  <c:v>44845</c:v>
                </c:pt>
                <c:pt idx="364">
                  <c:v>44847</c:v>
                </c:pt>
                <c:pt idx="365">
                  <c:v>44848</c:v>
                </c:pt>
                <c:pt idx="366">
                  <c:v>44851</c:v>
                </c:pt>
                <c:pt idx="367">
                  <c:v>44852</c:v>
                </c:pt>
                <c:pt idx="368">
                  <c:v>44853</c:v>
                </c:pt>
                <c:pt idx="369">
                  <c:v>44854</c:v>
                </c:pt>
                <c:pt idx="370">
                  <c:v>44855</c:v>
                </c:pt>
                <c:pt idx="371">
                  <c:v>44858</c:v>
                </c:pt>
                <c:pt idx="372">
                  <c:v>44859</c:v>
                </c:pt>
                <c:pt idx="373">
                  <c:v>44860</c:v>
                </c:pt>
                <c:pt idx="374">
                  <c:v>44861</c:v>
                </c:pt>
                <c:pt idx="375">
                  <c:v>44862</c:v>
                </c:pt>
                <c:pt idx="376">
                  <c:v>44865</c:v>
                </c:pt>
                <c:pt idx="377">
                  <c:v>44866</c:v>
                </c:pt>
                <c:pt idx="378">
                  <c:v>44868</c:v>
                </c:pt>
                <c:pt idx="379">
                  <c:v>44869</c:v>
                </c:pt>
                <c:pt idx="380">
                  <c:v>44872</c:v>
                </c:pt>
                <c:pt idx="381">
                  <c:v>44873</c:v>
                </c:pt>
                <c:pt idx="382">
                  <c:v>44874</c:v>
                </c:pt>
                <c:pt idx="383">
                  <c:v>44875</c:v>
                </c:pt>
                <c:pt idx="384">
                  <c:v>44876</c:v>
                </c:pt>
                <c:pt idx="385">
                  <c:v>44879</c:v>
                </c:pt>
                <c:pt idx="386">
                  <c:v>44881</c:v>
                </c:pt>
                <c:pt idx="387">
                  <c:v>44882</c:v>
                </c:pt>
                <c:pt idx="388">
                  <c:v>44883</c:v>
                </c:pt>
                <c:pt idx="389">
                  <c:v>44886</c:v>
                </c:pt>
                <c:pt idx="390">
                  <c:v>44887</c:v>
                </c:pt>
                <c:pt idx="391">
                  <c:v>44888</c:v>
                </c:pt>
                <c:pt idx="392">
                  <c:v>44889</c:v>
                </c:pt>
                <c:pt idx="393">
                  <c:v>44890</c:v>
                </c:pt>
                <c:pt idx="394">
                  <c:v>44893</c:v>
                </c:pt>
                <c:pt idx="395">
                  <c:v>44894</c:v>
                </c:pt>
                <c:pt idx="396">
                  <c:v>44895</c:v>
                </c:pt>
                <c:pt idx="397">
                  <c:v>44896</c:v>
                </c:pt>
                <c:pt idx="398">
                  <c:v>44897</c:v>
                </c:pt>
                <c:pt idx="399">
                  <c:v>44900</c:v>
                </c:pt>
                <c:pt idx="400">
                  <c:v>44901</c:v>
                </c:pt>
                <c:pt idx="401">
                  <c:v>44902</c:v>
                </c:pt>
                <c:pt idx="402">
                  <c:v>44903</c:v>
                </c:pt>
                <c:pt idx="403">
                  <c:v>44904</c:v>
                </c:pt>
                <c:pt idx="404">
                  <c:v>44907</c:v>
                </c:pt>
                <c:pt idx="405">
                  <c:v>44908</c:v>
                </c:pt>
                <c:pt idx="406">
                  <c:v>44909</c:v>
                </c:pt>
                <c:pt idx="407">
                  <c:v>44910</c:v>
                </c:pt>
                <c:pt idx="408">
                  <c:v>44911</c:v>
                </c:pt>
                <c:pt idx="409">
                  <c:v>44914</c:v>
                </c:pt>
                <c:pt idx="410">
                  <c:v>44915</c:v>
                </c:pt>
                <c:pt idx="411">
                  <c:v>44916</c:v>
                </c:pt>
                <c:pt idx="412">
                  <c:v>44917</c:v>
                </c:pt>
                <c:pt idx="413">
                  <c:v>44918</c:v>
                </c:pt>
                <c:pt idx="414">
                  <c:v>44921</c:v>
                </c:pt>
                <c:pt idx="415">
                  <c:v>44922</c:v>
                </c:pt>
                <c:pt idx="416">
                  <c:v>44923</c:v>
                </c:pt>
                <c:pt idx="417">
                  <c:v>44924</c:v>
                </c:pt>
                <c:pt idx="418">
                  <c:v>44928</c:v>
                </c:pt>
                <c:pt idx="419">
                  <c:v>44929</c:v>
                </c:pt>
                <c:pt idx="420">
                  <c:v>44930</c:v>
                </c:pt>
                <c:pt idx="421">
                  <c:v>44931</c:v>
                </c:pt>
                <c:pt idx="422">
                  <c:v>44932</c:v>
                </c:pt>
                <c:pt idx="423">
                  <c:v>44935</c:v>
                </c:pt>
                <c:pt idx="424">
                  <c:v>44936</c:v>
                </c:pt>
                <c:pt idx="425">
                  <c:v>44937</c:v>
                </c:pt>
                <c:pt idx="426">
                  <c:v>44938</c:v>
                </c:pt>
                <c:pt idx="427">
                  <c:v>44939</c:v>
                </c:pt>
                <c:pt idx="428">
                  <c:v>44942</c:v>
                </c:pt>
                <c:pt idx="429">
                  <c:v>44943</c:v>
                </c:pt>
                <c:pt idx="430">
                  <c:v>44944</c:v>
                </c:pt>
                <c:pt idx="431">
                  <c:v>44945</c:v>
                </c:pt>
                <c:pt idx="432">
                  <c:v>44946</c:v>
                </c:pt>
                <c:pt idx="433">
                  <c:v>44949</c:v>
                </c:pt>
                <c:pt idx="434">
                  <c:v>44950</c:v>
                </c:pt>
                <c:pt idx="435">
                  <c:v>44951</c:v>
                </c:pt>
                <c:pt idx="436">
                  <c:v>44952</c:v>
                </c:pt>
                <c:pt idx="437">
                  <c:v>44953</c:v>
                </c:pt>
                <c:pt idx="438">
                  <c:v>44956</c:v>
                </c:pt>
                <c:pt idx="439">
                  <c:v>44957</c:v>
                </c:pt>
                <c:pt idx="440">
                  <c:v>44958</c:v>
                </c:pt>
                <c:pt idx="441">
                  <c:v>44959</c:v>
                </c:pt>
                <c:pt idx="442">
                  <c:v>44960</c:v>
                </c:pt>
                <c:pt idx="443">
                  <c:v>44963</c:v>
                </c:pt>
                <c:pt idx="444">
                  <c:v>44964</c:v>
                </c:pt>
                <c:pt idx="445">
                  <c:v>44965</c:v>
                </c:pt>
                <c:pt idx="446">
                  <c:v>44966</c:v>
                </c:pt>
                <c:pt idx="447">
                  <c:v>44967</c:v>
                </c:pt>
                <c:pt idx="448">
                  <c:v>44970</c:v>
                </c:pt>
                <c:pt idx="449">
                  <c:v>44971</c:v>
                </c:pt>
                <c:pt idx="450">
                  <c:v>44972</c:v>
                </c:pt>
                <c:pt idx="451">
                  <c:v>44973</c:v>
                </c:pt>
                <c:pt idx="452">
                  <c:v>44974</c:v>
                </c:pt>
                <c:pt idx="453">
                  <c:v>44979</c:v>
                </c:pt>
                <c:pt idx="454">
                  <c:v>44980</c:v>
                </c:pt>
                <c:pt idx="455">
                  <c:v>44981</c:v>
                </c:pt>
                <c:pt idx="456">
                  <c:v>44984</c:v>
                </c:pt>
                <c:pt idx="457">
                  <c:v>44985</c:v>
                </c:pt>
                <c:pt idx="458">
                  <c:v>44986</c:v>
                </c:pt>
                <c:pt idx="459">
                  <c:v>44987</c:v>
                </c:pt>
                <c:pt idx="460">
                  <c:v>44988</c:v>
                </c:pt>
                <c:pt idx="461">
                  <c:v>44991</c:v>
                </c:pt>
                <c:pt idx="462">
                  <c:v>44992</c:v>
                </c:pt>
                <c:pt idx="463">
                  <c:v>44993</c:v>
                </c:pt>
                <c:pt idx="464">
                  <c:v>44994</c:v>
                </c:pt>
                <c:pt idx="465">
                  <c:v>44995</c:v>
                </c:pt>
                <c:pt idx="466">
                  <c:v>44998</c:v>
                </c:pt>
                <c:pt idx="467">
                  <c:v>44999</c:v>
                </c:pt>
                <c:pt idx="468">
                  <c:v>45000</c:v>
                </c:pt>
                <c:pt idx="469">
                  <c:v>45001</c:v>
                </c:pt>
                <c:pt idx="470">
                  <c:v>45002</c:v>
                </c:pt>
                <c:pt idx="471">
                  <c:v>45005</c:v>
                </c:pt>
                <c:pt idx="472">
                  <c:v>45006</c:v>
                </c:pt>
                <c:pt idx="473">
                  <c:v>45007</c:v>
                </c:pt>
                <c:pt idx="474">
                  <c:v>45008</c:v>
                </c:pt>
                <c:pt idx="475">
                  <c:v>45009</c:v>
                </c:pt>
                <c:pt idx="476">
                  <c:v>45012</c:v>
                </c:pt>
                <c:pt idx="477">
                  <c:v>45013</c:v>
                </c:pt>
                <c:pt idx="478">
                  <c:v>45014</c:v>
                </c:pt>
                <c:pt idx="479">
                  <c:v>45015</c:v>
                </c:pt>
                <c:pt idx="480">
                  <c:v>45016</c:v>
                </c:pt>
                <c:pt idx="481">
                  <c:v>45019</c:v>
                </c:pt>
                <c:pt idx="482">
                  <c:v>45020</c:v>
                </c:pt>
                <c:pt idx="483">
                  <c:v>45021</c:v>
                </c:pt>
                <c:pt idx="484">
                  <c:v>45022</c:v>
                </c:pt>
                <c:pt idx="485">
                  <c:v>45026</c:v>
                </c:pt>
                <c:pt idx="486">
                  <c:v>45027</c:v>
                </c:pt>
                <c:pt idx="487">
                  <c:v>45028</c:v>
                </c:pt>
                <c:pt idx="488">
                  <c:v>45029</c:v>
                </c:pt>
                <c:pt idx="489">
                  <c:v>45030</c:v>
                </c:pt>
                <c:pt idx="490">
                  <c:v>45033</c:v>
                </c:pt>
                <c:pt idx="491">
                  <c:v>45034</c:v>
                </c:pt>
                <c:pt idx="492">
                  <c:v>45035</c:v>
                </c:pt>
                <c:pt idx="493">
                  <c:v>45036</c:v>
                </c:pt>
                <c:pt idx="494">
                  <c:v>45040</c:v>
                </c:pt>
                <c:pt idx="495">
                  <c:v>45041</c:v>
                </c:pt>
                <c:pt idx="496">
                  <c:v>45042</c:v>
                </c:pt>
                <c:pt idx="497">
                  <c:v>45043</c:v>
                </c:pt>
                <c:pt idx="498">
                  <c:v>45044</c:v>
                </c:pt>
                <c:pt idx="499">
                  <c:v>45048</c:v>
                </c:pt>
                <c:pt idx="500">
                  <c:v>45049</c:v>
                </c:pt>
                <c:pt idx="501">
                  <c:v>45050</c:v>
                </c:pt>
                <c:pt idx="502">
                  <c:v>45051</c:v>
                </c:pt>
                <c:pt idx="503">
                  <c:v>45054</c:v>
                </c:pt>
                <c:pt idx="504">
                  <c:v>45055</c:v>
                </c:pt>
                <c:pt idx="505">
                  <c:v>45056</c:v>
                </c:pt>
                <c:pt idx="506">
                  <c:v>45057</c:v>
                </c:pt>
                <c:pt idx="507">
                  <c:v>45058</c:v>
                </c:pt>
                <c:pt idx="508">
                  <c:v>45061</c:v>
                </c:pt>
                <c:pt idx="509">
                  <c:v>45062</c:v>
                </c:pt>
                <c:pt idx="510">
                  <c:v>45063</c:v>
                </c:pt>
                <c:pt idx="511">
                  <c:v>45064</c:v>
                </c:pt>
                <c:pt idx="512">
                  <c:v>45065</c:v>
                </c:pt>
                <c:pt idx="513">
                  <c:v>45068</c:v>
                </c:pt>
                <c:pt idx="514">
                  <c:v>45069</c:v>
                </c:pt>
                <c:pt idx="515">
                  <c:v>45070</c:v>
                </c:pt>
                <c:pt idx="516">
                  <c:v>45071</c:v>
                </c:pt>
                <c:pt idx="517">
                  <c:v>45072</c:v>
                </c:pt>
                <c:pt idx="518">
                  <c:v>45075</c:v>
                </c:pt>
                <c:pt idx="519">
                  <c:v>45076</c:v>
                </c:pt>
                <c:pt idx="520">
                  <c:v>45077</c:v>
                </c:pt>
                <c:pt idx="521">
                  <c:v>45078</c:v>
                </c:pt>
                <c:pt idx="522">
                  <c:v>45079</c:v>
                </c:pt>
                <c:pt idx="523">
                  <c:v>45082</c:v>
                </c:pt>
                <c:pt idx="524">
                  <c:v>45083</c:v>
                </c:pt>
                <c:pt idx="525">
                  <c:v>45084</c:v>
                </c:pt>
                <c:pt idx="526">
                  <c:v>45086</c:v>
                </c:pt>
                <c:pt idx="527">
                  <c:v>45089</c:v>
                </c:pt>
                <c:pt idx="528">
                  <c:v>45090</c:v>
                </c:pt>
                <c:pt idx="529">
                  <c:v>45091</c:v>
                </c:pt>
                <c:pt idx="530">
                  <c:v>45092</c:v>
                </c:pt>
                <c:pt idx="531">
                  <c:v>45093</c:v>
                </c:pt>
                <c:pt idx="532">
                  <c:v>45096</c:v>
                </c:pt>
                <c:pt idx="533">
                  <c:v>45097</c:v>
                </c:pt>
                <c:pt idx="534">
                  <c:v>45098</c:v>
                </c:pt>
                <c:pt idx="535">
                  <c:v>45099</c:v>
                </c:pt>
                <c:pt idx="536">
                  <c:v>45100</c:v>
                </c:pt>
                <c:pt idx="537">
                  <c:v>45103</c:v>
                </c:pt>
                <c:pt idx="538">
                  <c:v>45104</c:v>
                </c:pt>
                <c:pt idx="539">
                  <c:v>45105</c:v>
                </c:pt>
                <c:pt idx="540">
                  <c:v>45106</c:v>
                </c:pt>
                <c:pt idx="541">
                  <c:v>45107</c:v>
                </c:pt>
                <c:pt idx="542">
                  <c:v>45110</c:v>
                </c:pt>
                <c:pt idx="543">
                  <c:v>45111</c:v>
                </c:pt>
                <c:pt idx="544">
                  <c:v>45112</c:v>
                </c:pt>
                <c:pt idx="545">
                  <c:v>45113</c:v>
                </c:pt>
                <c:pt idx="546">
                  <c:v>45114</c:v>
                </c:pt>
                <c:pt idx="547">
                  <c:v>45117</c:v>
                </c:pt>
                <c:pt idx="548">
                  <c:v>45118</c:v>
                </c:pt>
                <c:pt idx="549">
                  <c:v>45119</c:v>
                </c:pt>
                <c:pt idx="550">
                  <c:v>45120</c:v>
                </c:pt>
                <c:pt idx="551">
                  <c:v>45121</c:v>
                </c:pt>
                <c:pt idx="552">
                  <c:v>45124</c:v>
                </c:pt>
                <c:pt idx="553">
                  <c:v>45125</c:v>
                </c:pt>
                <c:pt idx="554">
                  <c:v>45126</c:v>
                </c:pt>
                <c:pt idx="555">
                  <c:v>45127</c:v>
                </c:pt>
                <c:pt idx="556">
                  <c:v>45128</c:v>
                </c:pt>
                <c:pt idx="557">
                  <c:v>45131</c:v>
                </c:pt>
                <c:pt idx="558">
                  <c:v>45132</c:v>
                </c:pt>
                <c:pt idx="559">
                  <c:v>45133</c:v>
                </c:pt>
                <c:pt idx="560">
                  <c:v>45134</c:v>
                </c:pt>
                <c:pt idx="561">
                  <c:v>45135</c:v>
                </c:pt>
                <c:pt idx="562">
                  <c:v>45138</c:v>
                </c:pt>
                <c:pt idx="563">
                  <c:v>45139</c:v>
                </c:pt>
                <c:pt idx="564">
                  <c:v>45140</c:v>
                </c:pt>
                <c:pt idx="565">
                  <c:v>45141</c:v>
                </c:pt>
                <c:pt idx="566">
                  <c:v>45142</c:v>
                </c:pt>
                <c:pt idx="567">
                  <c:v>45145</c:v>
                </c:pt>
                <c:pt idx="568">
                  <c:v>45146</c:v>
                </c:pt>
                <c:pt idx="569">
                  <c:v>45147</c:v>
                </c:pt>
                <c:pt idx="570">
                  <c:v>45148</c:v>
                </c:pt>
                <c:pt idx="571">
                  <c:v>45149</c:v>
                </c:pt>
                <c:pt idx="572">
                  <c:v>45152</c:v>
                </c:pt>
                <c:pt idx="573">
                  <c:v>45153</c:v>
                </c:pt>
                <c:pt idx="574">
                  <c:v>45154</c:v>
                </c:pt>
                <c:pt idx="575">
                  <c:v>45155</c:v>
                </c:pt>
                <c:pt idx="576">
                  <c:v>45156</c:v>
                </c:pt>
                <c:pt idx="577">
                  <c:v>45159</c:v>
                </c:pt>
                <c:pt idx="578">
                  <c:v>45160</c:v>
                </c:pt>
                <c:pt idx="579">
                  <c:v>45161</c:v>
                </c:pt>
                <c:pt idx="580">
                  <c:v>45162</c:v>
                </c:pt>
                <c:pt idx="581">
                  <c:v>45163</c:v>
                </c:pt>
                <c:pt idx="582">
                  <c:v>45166</c:v>
                </c:pt>
                <c:pt idx="583">
                  <c:v>45167</c:v>
                </c:pt>
                <c:pt idx="584">
                  <c:v>45168</c:v>
                </c:pt>
                <c:pt idx="585">
                  <c:v>45169</c:v>
                </c:pt>
                <c:pt idx="586">
                  <c:v>45170</c:v>
                </c:pt>
                <c:pt idx="587">
                  <c:v>45173</c:v>
                </c:pt>
                <c:pt idx="588">
                  <c:v>45174</c:v>
                </c:pt>
                <c:pt idx="589">
                  <c:v>45175</c:v>
                </c:pt>
                <c:pt idx="590">
                  <c:v>45177</c:v>
                </c:pt>
                <c:pt idx="591">
                  <c:v>45180</c:v>
                </c:pt>
                <c:pt idx="592">
                  <c:v>45181</c:v>
                </c:pt>
                <c:pt idx="593">
                  <c:v>45182</c:v>
                </c:pt>
                <c:pt idx="594">
                  <c:v>45183</c:v>
                </c:pt>
                <c:pt idx="595">
                  <c:v>45184</c:v>
                </c:pt>
                <c:pt idx="596">
                  <c:v>45187</c:v>
                </c:pt>
                <c:pt idx="597">
                  <c:v>45188</c:v>
                </c:pt>
                <c:pt idx="598">
                  <c:v>45189</c:v>
                </c:pt>
                <c:pt idx="599">
                  <c:v>45190</c:v>
                </c:pt>
                <c:pt idx="600">
                  <c:v>45191</c:v>
                </c:pt>
                <c:pt idx="601">
                  <c:v>45194</c:v>
                </c:pt>
                <c:pt idx="602">
                  <c:v>45195</c:v>
                </c:pt>
                <c:pt idx="603">
                  <c:v>45196</c:v>
                </c:pt>
                <c:pt idx="604">
                  <c:v>45197</c:v>
                </c:pt>
                <c:pt idx="605">
                  <c:v>45198</c:v>
                </c:pt>
                <c:pt idx="606">
                  <c:v>45201</c:v>
                </c:pt>
                <c:pt idx="607">
                  <c:v>45202</c:v>
                </c:pt>
                <c:pt idx="608">
                  <c:v>45203</c:v>
                </c:pt>
                <c:pt idx="609">
                  <c:v>45204</c:v>
                </c:pt>
                <c:pt idx="610">
                  <c:v>45205</c:v>
                </c:pt>
                <c:pt idx="611">
                  <c:v>45208</c:v>
                </c:pt>
                <c:pt idx="612">
                  <c:v>45209</c:v>
                </c:pt>
                <c:pt idx="613">
                  <c:v>45210</c:v>
                </c:pt>
                <c:pt idx="614">
                  <c:v>45212</c:v>
                </c:pt>
                <c:pt idx="615">
                  <c:v>45215</c:v>
                </c:pt>
                <c:pt idx="616">
                  <c:v>45216</c:v>
                </c:pt>
                <c:pt idx="617">
                  <c:v>45217</c:v>
                </c:pt>
                <c:pt idx="618">
                  <c:v>45218</c:v>
                </c:pt>
                <c:pt idx="619">
                  <c:v>45219</c:v>
                </c:pt>
                <c:pt idx="620">
                  <c:v>45222</c:v>
                </c:pt>
                <c:pt idx="621">
                  <c:v>45223</c:v>
                </c:pt>
                <c:pt idx="622">
                  <c:v>45224</c:v>
                </c:pt>
                <c:pt idx="623">
                  <c:v>45225</c:v>
                </c:pt>
                <c:pt idx="624">
                  <c:v>45226</c:v>
                </c:pt>
                <c:pt idx="625">
                  <c:v>45229</c:v>
                </c:pt>
                <c:pt idx="626">
                  <c:v>45230</c:v>
                </c:pt>
                <c:pt idx="627">
                  <c:v>45231</c:v>
                </c:pt>
                <c:pt idx="628">
                  <c:v>45233</c:v>
                </c:pt>
                <c:pt idx="629">
                  <c:v>45236</c:v>
                </c:pt>
                <c:pt idx="630">
                  <c:v>45237</c:v>
                </c:pt>
                <c:pt idx="631">
                  <c:v>45238</c:v>
                </c:pt>
                <c:pt idx="632">
                  <c:v>45239</c:v>
                </c:pt>
                <c:pt idx="633">
                  <c:v>45240</c:v>
                </c:pt>
                <c:pt idx="634">
                  <c:v>45243</c:v>
                </c:pt>
                <c:pt idx="635">
                  <c:v>45244</c:v>
                </c:pt>
                <c:pt idx="636">
                  <c:v>45246</c:v>
                </c:pt>
                <c:pt idx="637">
                  <c:v>45247</c:v>
                </c:pt>
                <c:pt idx="638">
                  <c:v>45250</c:v>
                </c:pt>
                <c:pt idx="639">
                  <c:v>45251</c:v>
                </c:pt>
                <c:pt idx="640">
                  <c:v>45252</c:v>
                </c:pt>
                <c:pt idx="641">
                  <c:v>45253</c:v>
                </c:pt>
                <c:pt idx="642">
                  <c:v>45254</c:v>
                </c:pt>
                <c:pt idx="643">
                  <c:v>45257</c:v>
                </c:pt>
                <c:pt idx="644">
                  <c:v>45258</c:v>
                </c:pt>
                <c:pt idx="645">
                  <c:v>45259</c:v>
                </c:pt>
                <c:pt idx="646">
                  <c:v>45260</c:v>
                </c:pt>
                <c:pt idx="647">
                  <c:v>45261</c:v>
                </c:pt>
                <c:pt idx="648">
                  <c:v>45264</c:v>
                </c:pt>
                <c:pt idx="649">
                  <c:v>45265</c:v>
                </c:pt>
                <c:pt idx="650">
                  <c:v>45266</c:v>
                </c:pt>
                <c:pt idx="651">
                  <c:v>45267</c:v>
                </c:pt>
                <c:pt idx="652">
                  <c:v>45268</c:v>
                </c:pt>
                <c:pt idx="653">
                  <c:v>45271</c:v>
                </c:pt>
                <c:pt idx="654">
                  <c:v>45272</c:v>
                </c:pt>
                <c:pt idx="655">
                  <c:v>45273</c:v>
                </c:pt>
                <c:pt idx="656">
                  <c:v>45274</c:v>
                </c:pt>
                <c:pt idx="657">
                  <c:v>45275</c:v>
                </c:pt>
                <c:pt idx="658">
                  <c:v>45278</c:v>
                </c:pt>
                <c:pt idx="659">
                  <c:v>45279</c:v>
                </c:pt>
                <c:pt idx="660">
                  <c:v>45280</c:v>
                </c:pt>
                <c:pt idx="661">
                  <c:v>45281</c:v>
                </c:pt>
                <c:pt idx="662">
                  <c:v>45282</c:v>
                </c:pt>
                <c:pt idx="663">
                  <c:v>45286</c:v>
                </c:pt>
                <c:pt idx="664">
                  <c:v>45287</c:v>
                </c:pt>
                <c:pt idx="665">
                  <c:v>45288</c:v>
                </c:pt>
                <c:pt idx="666">
                  <c:v>45293</c:v>
                </c:pt>
                <c:pt idx="667">
                  <c:v>45294</c:v>
                </c:pt>
                <c:pt idx="668">
                  <c:v>45295</c:v>
                </c:pt>
                <c:pt idx="669">
                  <c:v>45296</c:v>
                </c:pt>
                <c:pt idx="670">
                  <c:v>45299</c:v>
                </c:pt>
                <c:pt idx="671">
                  <c:v>45300</c:v>
                </c:pt>
                <c:pt idx="672">
                  <c:v>45301</c:v>
                </c:pt>
                <c:pt idx="673">
                  <c:v>45302</c:v>
                </c:pt>
                <c:pt idx="674">
                  <c:v>45303</c:v>
                </c:pt>
                <c:pt idx="675">
                  <c:v>45306</c:v>
                </c:pt>
                <c:pt idx="676">
                  <c:v>45307</c:v>
                </c:pt>
                <c:pt idx="677">
                  <c:v>45308</c:v>
                </c:pt>
                <c:pt idx="678">
                  <c:v>45309</c:v>
                </c:pt>
                <c:pt idx="679">
                  <c:v>45310</c:v>
                </c:pt>
                <c:pt idx="680">
                  <c:v>45313</c:v>
                </c:pt>
                <c:pt idx="681">
                  <c:v>45314</c:v>
                </c:pt>
                <c:pt idx="682">
                  <c:v>45315</c:v>
                </c:pt>
                <c:pt idx="683">
                  <c:v>45316</c:v>
                </c:pt>
                <c:pt idx="684">
                  <c:v>45317</c:v>
                </c:pt>
                <c:pt idx="685">
                  <c:v>45320</c:v>
                </c:pt>
                <c:pt idx="686">
                  <c:v>45321</c:v>
                </c:pt>
                <c:pt idx="687">
                  <c:v>45322</c:v>
                </c:pt>
                <c:pt idx="688">
                  <c:v>45323</c:v>
                </c:pt>
                <c:pt idx="689">
                  <c:v>45324</c:v>
                </c:pt>
                <c:pt idx="690">
                  <c:v>45327</c:v>
                </c:pt>
                <c:pt idx="691">
                  <c:v>45328</c:v>
                </c:pt>
                <c:pt idx="692">
                  <c:v>45329</c:v>
                </c:pt>
                <c:pt idx="693">
                  <c:v>45330</c:v>
                </c:pt>
                <c:pt idx="694">
                  <c:v>45331</c:v>
                </c:pt>
                <c:pt idx="695">
                  <c:v>45336</c:v>
                </c:pt>
                <c:pt idx="696">
                  <c:v>45337</c:v>
                </c:pt>
                <c:pt idx="697">
                  <c:v>45338</c:v>
                </c:pt>
                <c:pt idx="698">
                  <c:v>45341</c:v>
                </c:pt>
                <c:pt idx="699">
                  <c:v>45342</c:v>
                </c:pt>
                <c:pt idx="700">
                  <c:v>45343</c:v>
                </c:pt>
                <c:pt idx="701">
                  <c:v>45344</c:v>
                </c:pt>
                <c:pt idx="702">
                  <c:v>45345</c:v>
                </c:pt>
                <c:pt idx="703">
                  <c:v>45348</c:v>
                </c:pt>
                <c:pt idx="704">
                  <c:v>45349</c:v>
                </c:pt>
                <c:pt idx="705">
                  <c:v>45350</c:v>
                </c:pt>
                <c:pt idx="706">
                  <c:v>45351</c:v>
                </c:pt>
                <c:pt idx="707">
                  <c:v>45352</c:v>
                </c:pt>
                <c:pt idx="708">
                  <c:v>45355</c:v>
                </c:pt>
                <c:pt idx="709">
                  <c:v>45356</c:v>
                </c:pt>
                <c:pt idx="710">
                  <c:v>45357</c:v>
                </c:pt>
                <c:pt idx="711">
                  <c:v>45358</c:v>
                </c:pt>
                <c:pt idx="712">
                  <c:v>45359</c:v>
                </c:pt>
                <c:pt idx="713">
                  <c:v>45362</c:v>
                </c:pt>
                <c:pt idx="714">
                  <c:v>45363</c:v>
                </c:pt>
                <c:pt idx="715">
                  <c:v>45364</c:v>
                </c:pt>
                <c:pt idx="716">
                  <c:v>45365</c:v>
                </c:pt>
                <c:pt idx="717">
                  <c:v>45366</c:v>
                </c:pt>
                <c:pt idx="718">
                  <c:v>45369</c:v>
                </c:pt>
                <c:pt idx="719">
                  <c:v>45370</c:v>
                </c:pt>
                <c:pt idx="720">
                  <c:v>45371</c:v>
                </c:pt>
                <c:pt idx="721">
                  <c:v>45372</c:v>
                </c:pt>
                <c:pt idx="722">
                  <c:v>45373</c:v>
                </c:pt>
                <c:pt idx="723">
                  <c:v>45376</c:v>
                </c:pt>
                <c:pt idx="724">
                  <c:v>45377</c:v>
                </c:pt>
                <c:pt idx="725">
                  <c:v>45378</c:v>
                </c:pt>
                <c:pt idx="726">
                  <c:v>45379</c:v>
                </c:pt>
                <c:pt idx="727">
                  <c:v>45383</c:v>
                </c:pt>
                <c:pt idx="728">
                  <c:v>45384</c:v>
                </c:pt>
                <c:pt idx="729">
                  <c:v>45385</c:v>
                </c:pt>
                <c:pt idx="730">
                  <c:v>45386</c:v>
                </c:pt>
                <c:pt idx="731">
                  <c:v>45387</c:v>
                </c:pt>
                <c:pt idx="732">
                  <c:v>45390</c:v>
                </c:pt>
                <c:pt idx="733">
                  <c:v>45391</c:v>
                </c:pt>
                <c:pt idx="734">
                  <c:v>45392</c:v>
                </c:pt>
                <c:pt idx="735">
                  <c:v>45393</c:v>
                </c:pt>
                <c:pt idx="736">
                  <c:v>45394</c:v>
                </c:pt>
                <c:pt idx="737">
                  <c:v>45397</c:v>
                </c:pt>
                <c:pt idx="738">
                  <c:v>45398</c:v>
                </c:pt>
                <c:pt idx="739">
                  <c:v>45399</c:v>
                </c:pt>
                <c:pt idx="740">
                  <c:v>45400</c:v>
                </c:pt>
                <c:pt idx="741">
                  <c:v>45401</c:v>
                </c:pt>
                <c:pt idx="742">
                  <c:v>45404</c:v>
                </c:pt>
                <c:pt idx="743">
                  <c:v>45405</c:v>
                </c:pt>
                <c:pt idx="744">
                  <c:v>45406</c:v>
                </c:pt>
                <c:pt idx="745">
                  <c:v>45407</c:v>
                </c:pt>
                <c:pt idx="746">
                  <c:v>45408</c:v>
                </c:pt>
                <c:pt idx="747">
                  <c:v>45411</c:v>
                </c:pt>
                <c:pt idx="748">
                  <c:v>45412</c:v>
                </c:pt>
                <c:pt idx="749">
                  <c:v>45414</c:v>
                </c:pt>
                <c:pt idx="750">
                  <c:v>45415</c:v>
                </c:pt>
                <c:pt idx="751">
                  <c:v>45418</c:v>
                </c:pt>
                <c:pt idx="752">
                  <c:v>45419</c:v>
                </c:pt>
                <c:pt idx="753">
                  <c:v>45420</c:v>
                </c:pt>
                <c:pt idx="754">
                  <c:v>45421</c:v>
                </c:pt>
                <c:pt idx="755">
                  <c:v>45422</c:v>
                </c:pt>
                <c:pt idx="756">
                  <c:v>45425</c:v>
                </c:pt>
                <c:pt idx="757">
                  <c:v>45426</c:v>
                </c:pt>
                <c:pt idx="758">
                  <c:v>45427</c:v>
                </c:pt>
                <c:pt idx="759">
                  <c:v>45428</c:v>
                </c:pt>
                <c:pt idx="760">
                  <c:v>45429</c:v>
                </c:pt>
                <c:pt idx="761">
                  <c:v>45432</c:v>
                </c:pt>
                <c:pt idx="762">
                  <c:v>45433</c:v>
                </c:pt>
                <c:pt idx="763">
                  <c:v>45434</c:v>
                </c:pt>
                <c:pt idx="764">
                  <c:v>45435</c:v>
                </c:pt>
                <c:pt idx="765">
                  <c:v>45436</c:v>
                </c:pt>
                <c:pt idx="766">
                  <c:v>45439</c:v>
                </c:pt>
                <c:pt idx="767">
                  <c:v>45440</c:v>
                </c:pt>
                <c:pt idx="768">
                  <c:v>45441</c:v>
                </c:pt>
                <c:pt idx="769">
                  <c:v>45443</c:v>
                </c:pt>
                <c:pt idx="770">
                  <c:v>45446</c:v>
                </c:pt>
                <c:pt idx="771">
                  <c:v>45447</c:v>
                </c:pt>
                <c:pt idx="772">
                  <c:v>45448</c:v>
                </c:pt>
                <c:pt idx="773">
                  <c:v>45449</c:v>
                </c:pt>
                <c:pt idx="774">
                  <c:v>45450</c:v>
                </c:pt>
                <c:pt idx="775">
                  <c:v>45453</c:v>
                </c:pt>
                <c:pt idx="776">
                  <c:v>45454</c:v>
                </c:pt>
                <c:pt idx="777">
                  <c:v>45455</c:v>
                </c:pt>
                <c:pt idx="778">
                  <c:v>45456</c:v>
                </c:pt>
                <c:pt idx="779">
                  <c:v>45457</c:v>
                </c:pt>
                <c:pt idx="780">
                  <c:v>45460</c:v>
                </c:pt>
                <c:pt idx="781">
                  <c:v>45461</c:v>
                </c:pt>
                <c:pt idx="782">
                  <c:v>45462</c:v>
                </c:pt>
                <c:pt idx="783">
                  <c:v>45463</c:v>
                </c:pt>
                <c:pt idx="784">
                  <c:v>45464</c:v>
                </c:pt>
                <c:pt idx="785">
                  <c:v>45467</c:v>
                </c:pt>
                <c:pt idx="786">
                  <c:v>45468</c:v>
                </c:pt>
                <c:pt idx="787">
                  <c:v>45469</c:v>
                </c:pt>
                <c:pt idx="788">
                  <c:v>45470</c:v>
                </c:pt>
                <c:pt idx="789">
                  <c:v>45471</c:v>
                </c:pt>
                <c:pt idx="790">
                  <c:v>45474</c:v>
                </c:pt>
                <c:pt idx="791">
                  <c:v>45475</c:v>
                </c:pt>
                <c:pt idx="792">
                  <c:v>45476</c:v>
                </c:pt>
                <c:pt idx="793">
                  <c:v>45477</c:v>
                </c:pt>
                <c:pt idx="794">
                  <c:v>45478</c:v>
                </c:pt>
                <c:pt idx="795">
                  <c:v>45481</c:v>
                </c:pt>
                <c:pt idx="796">
                  <c:v>45482</c:v>
                </c:pt>
                <c:pt idx="797">
                  <c:v>45483</c:v>
                </c:pt>
                <c:pt idx="798">
                  <c:v>45484</c:v>
                </c:pt>
                <c:pt idx="799">
                  <c:v>45485</c:v>
                </c:pt>
                <c:pt idx="800">
                  <c:v>45488</c:v>
                </c:pt>
                <c:pt idx="801">
                  <c:v>45489</c:v>
                </c:pt>
                <c:pt idx="802">
                  <c:v>45490</c:v>
                </c:pt>
                <c:pt idx="803">
                  <c:v>45491</c:v>
                </c:pt>
                <c:pt idx="804">
                  <c:v>45492</c:v>
                </c:pt>
                <c:pt idx="805">
                  <c:v>45495</c:v>
                </c:pt>
                <c:pt idx="806">
                  <c:v>45496</c:v>
                </c:pt>
                <c:pt idx="807">
                  <c:v>45497</c:v>
                </c:pt>
                <c:pt idx="808">
                  <c:v>45498</c:v>
                </c:pt>
                <c:pt idx="809">
                  <c:v>45499</c:v>
                </c:pt>
                <c:pt idx="810">
                  <c:v>45502</c:v>
                </c:pt>
                <c:pt idx="811">
                  <c:v>45503</c:v>
                </c:pt>
                <c:pt idx="812">
                  <c:v>45504</c:v>
                </c:pt>
                <c:pt idx="813">
                  <c:v>45505</c:v>
                </c:pt>
                <c:pt idx="814">
                  <c:v>45506</c:v>
                </c:pt>
                <c:pt idx="815">
                  <c:v>45509</c:v>
                </c:pt>
                <c:pt idx="816">
                  <c:v>45510</c:v>
                </c:pt>
                <c:pt idx="817">
                  <c:v>45511</c:v>
                </c:pt>
                <c:pt idx="818">
                  <c:v>45512</c:v>
                </c:pt>
                <c:pt idx="819">
                  <c:v>45513</c:v>
                </c:pt>
                <c:pt idx="820">
                  <c:v>45516</c:v>
                </c:pt>
                <c:pt idx="821">
                  <c:v>45517</c:v>
                </c:pt>
                <c:pt idx="822">
                  <c:v>45518</c:v>
                </c:pt>
                <c:pt idx="823">
                  <c:v>45519</c:v>
                </c:pt>
                <c:pt idx="824">
                  <c:v>45520</c:v>
                </c:pt>
                <c:pt idx="825">
                  <c:v>45523</c:v>
                </c:pt>
                <c:pt idx="826">
                  <c:v>45524</c:v>
                </c:pt>
                <c:pt idx="827">
                  <c:v>45525</c:v>
                </c:pt>
                <c:pt idx="828">
                  <c:v>45526</c:v>
                </c:pt>
                <c:pt idx="829">
                  <c:v>45527</c:v>
                </c:pt>
                <c:pt idx="830">
                  <c:v>45530</c:v>
                </c:pt>
                <c:pt idx="831">
                  <c:v>45531</c:v>
                </c:pt>
                <c:pt idx="832">
                  <c:v>45532</c:v>
                </c:pt>
                <c:pt idx="833">
                  <c:v>45533</c:v>
                </c:pt>
                <c:pt idx="834">
                  <c:v>45534</c:v>
                </c:pt>
                <c:pt idx="835">
                  <c:v>45537</c:v>
                </c:pt>
                <c:pt idx="836">
                  <c:v>45538</c:v>
                </c:pt>
                <c:pt idx="837">
                  <c:v>45539</c:v>
                </c:pt>
                <c:pt idx="838">
                  <c:v>45540</c:v>
                </c:pt>
                <c:pt idx="839">
                  <c:v>45541</c:v>
                </c:pt>
                <c:pt idx="840">
                  <c:v>45544</c:v>
                </c:pt>
                <c:pt idx="841">
                  <c:v>45545</c:v>
                </c:pt>
                <c:pt idx="842">
                  <c:v>45546</c:v>
                </c:pt>
                <c:pt idx="843">
                  <c:v>45547</c:v>
                </c:pt>
                <c:pt idx="844">
                  <c:v>45548</c:v>
                </c:pt>
                <c:pt idx="845">
                  <c:v>45551</c:v>
                </c:pt>
                <c:pt idx="846">
                  <c:v>45552</c:v>
                </c:pt>
                <c:pt idx="847">
                  <c:v>45553</c:v>
                </c:pt>
                <c:pt idx="848">
                  <c:v>45554</c:v>
                </c:pt>
                <c:pt idx="849">
                  <c:v>45555</c:v>
                </c:pt>
                <c:pt idx="850">
                  <c:v>45558</c:v>
                </c:pt>
                <c:pt idx="851">
                  <c:v>45559</c:v>
                </c:pt>
                <c:pt idx="852">
                  <c:v>45560</c:v>
                </c:pt>
                <c:pt idx="853">
                  <c:v>45561</c:v>
                </c:pt>
                <c:pt idx="854">
                  <c:v>45562</c:v>
                </c:pt>
                <c:pt idx="855">
                  <c:v>45565</c:v>
                </c:pt>
                <c:pt idx="856">
                  <c:v>45566</c:v>
                </c:pt>
                <c:pt idx="857">
                  <c:v>45567</c:v>
                </c:pt>
                <c:pt idx="858">
                  <c:v>45568</c:v>
                </c:pt>
                <c:pt idx="859">
                  <c:v>45569</c:v>
                </c:pt>
                <c:pt idx="860">
                  <c:v>45572</c:v>
                </c:pt>
                <c:pt idx="861">
                  <c:v>45573</c:v>
                </c:pt>
                <c:pt idx="862">
                  <c:v>45574</c:v>
                </c:pt>
                <c:pt idx="863">
                  <c:v>45575</c:v>
                </c:pt>
                <c:pt idx="864">
                  <c:v>45576</c:v>
                </c:pt>
                <c:pt idx="865">
                  <c:v>45579</c:v>
                </c:pt>
                <c:pt idx="866">
                  <c:v>45580</c:v>
                </c:pt>
                <c:pt idx="867">
                  <c:v>45581</c:v>
                </c:pt>
                <c:pt idx="868">
                  <c:v>45582</c:v>
                </c:pt>
                <c:pt idx="869">
                  <c:v>45583</c:v>
                </c:pt>
                <c:pt idx="870">
                  <c:v>45586</c:v>
                </c:pt>
                <c:pt idx="871">
                  <c:v>45587</c:v>
                </c:pt>
                <c:pt idx="872">
                  <c:v>45588</c:v>
                </c:pt>
                <c:pt idx="873">
                  <c:v>45589</c:v>
                </c:pt>
                <c:pt idx="874">
                  <c:v>45590</c:v>
                </c:pt>
                <c:pt idx="875">
                  <c:v>45593</c:v>
                </c:pt>
                <c:pt idx="876">
                  <c:v>45594</c:v>
                </c:pt>
                <c:pt idx="877">
                  <c:v>45595</c:v>
                </c:pt>
                <c:pt idx="878">
                  <c:v>45596</c:v>
                </c:pt>
                <c:pt idx="879">
                  <c:v>45597</c:v>
                </c:pt>
                <c:pt idx="880">
                  <c:v>45600</c:v>
                </c:pt>
                <c:pt idx="881">
                  <c:v>45601</c:v>
                </c:pt>
                <c:pt idx="882">
                  <c:v>45602</c:v>
                </c:pt>
                <c:pt idx="883">
                  <c:v>45603</c:v>
                </c:pt>
                <c:pt idx="884">
                  <c:v>45604</c:v>
                </c:pt>
                <c:pt idx="885">
                  <c:v>45607</c:v>
                </c:pt>
                <c:pt idx="886">
                  <c:v>45608</c:v>
                </c:pt>
                <c:pt idx="887">
                  <c:v>45609</c:v>
                </c:pt>
                <c:pt idx="888">
                  <c:v>45610</c:v>
                </c:pt>
                <c:pt idx="889">
                  <c:v>45614</c:v>
                </c:pt>
                <c:pt idx="890">
                  <c:v>45615</c:v>
                </c:pt>
                <c:pt idx="891">
                  <c:v>45617</c:v>
                </c:pt>
                <c:pt idx="892">
                  <c:v>45618</c:v>
                </c:pt>
                <c:pt idx="893">
                  <c:v>45621</c:v>
                </c:pt>
                <c:pt idx="894">
                  <c:v>45622</c:v>
                </c:pt>
                <c:pt idx="895">
                  <c:v>45623</c:v>
                </c:pt>
                <c:pt idx="896">
                  <c:v>45624</c:v>
                </c:pt>
                <c:pt idx="897">
                  <c:v>45625</c:v>
                </c:pt>
                <c:pt idx="898">
                  <c:v>45628</c:v>
                </c:pt>
                <c:pt idx="899">
                  <c:v>45629</c:v>
                </c:pt>
                <c:pt idx="900">
                  <c:v>45630</c:v>
                </c:pt>
                <c:pt idx="901">
                  <c:v>45631</c:v>
                </c:pt>
                <c:pt idx="902">
                  <c:v>45632</c:v>
                </c:pt>
                <c:pt idx="903">
                  <c:v>45635</c:v>
                </c:pt>
                <c:pt idx="904">
                  <c:v>45636</c:v>
                </c:pt>
                <c:pt idx="905">
                  <c:v>45637</c:v>
                </c:pt>
                <c:pt idx="906">
                  <c:v>45638</c:v>
                </c:pt>
                <c:pt idx="907">
                  <c:v>45639</c:v>
                </c:pt>
                <c:pt idx="908">
                  <c:v>45642</c:v>
                </c:pt>
                <c:pt idx="909">
                  <c:v>45643</c:v>
                </c:pt>
                <c:pt idx="910">
                  <c:v>45644</c:v>
                </c:pt>
                <c:pt idx="911">
                  <c:v>45645</c:v>
                </c:pt>
                <c:pt idx="912">
                  <c:v>45646</c:v>
                </c:pt>
                <c:pt idx="913">
                  <c:v>45649</c:v>
                </c:pt>
                <c:pt idx="914">
                  <c:v>45652</c:v>
                </c:pt>
                <c:pt idx="915">
                  <c:v>45653</c:v>
                </c:pt>
                <c:pt idx="916">
                  <c:v>45656</c:v>
                </c:pt>
                <c:pt idx="917">
                  <c:v>45659</c:v>
                </c:pt>
                <c:pt idx="918">
                  <c:v>45660</c:v>
                </c:pt>
                <c:pt idx="919">
                  <c:v>45663</c:v>
                </c:pt>
                <c:pt idx="920">
                  <c:v>45664</c:v>
                </c:pt>
                <c:pt idx="921">
                  <c:v>45665</c:v>
                </c:pt>
                <c:pt idx="922">
                  <c:v>45666</c:v>
                </c:pt>
                <c:pt idx="923">
                  <c:v>45667</c:v>
                </c:pt>
                <c:pt idx="924">
                  <c:v>45670</c:v>
                </c:pt>
                <c:pt idx="925">
                  <c:v>45671</c:v>
                </c:pt>
                <c:pt idx="926">
                  <c:v>45672</c:v>
                </c:pt>
                <c:pt idx="927">
                  <c:v>45673</c:v>
                </c:pt>
                <c:pt idx="928">
                  <c:v>45674</c:v>
                </c:pt>
                <c:pt idx="929">
                  <c:v>45677</c:v>
                </c:pt>
                <c:pt idx="930">
                  <c:v>45678</c:v>
                </c:pt>
                <c:pt idx="931">
                  <c:v>45679</c:v>
                </c:pt>
                <c:pt idx="932">
                  <c:v>45680</c:v>
                </c:pt>
                <c:pt idx="933">
                  <c:v>45681</c:v>
                </c:pt>
                <c:pt idx="934">
                  <c:v>45684</c:v>
                </c:pt>
                <c:pt idx="935">
                  <c:v>45685</c:v>
                </c:pt>
                <c:pt idx="936">
                  <c:v>45686</c:v>
                </c:pt>
                <c:pt idx="937">
                  <c:v>45687</c:v>
                </c:pt>
                <c:pt idx="938">
                  <c:v>45688</c:v>
                </c:pt>
                <c:pt idx="939">
                  <c:v>45691</c:v>
                </c:pt>
                <c:pt idx="940">
                  <c:v>45692</c:v>
                </c:pt>
                <c:pt idx="941">
                  <c:v>45693</c:v>
                </c:pt>
                <c:pt idx="942">
                  <c:v>45694</c:v>
                </c:pt>
                <c:pt idx="943">
                  <c:v>45695</c:v>
                </c:pt>
                <c:pt idx="944">
                  <c:v>45698</c:v>
                </c:pt>
                <c:pt idx="945">
                  <c:v>45699</c:v>
                </c:pt>
                <c:pt idx="946">
                  <c:v>45700</c:v>
                </c:pt>
                <c:pt idx="947">
                  <c:v>45701</c:v>
                </c:pt>
                <c:pt idx="948">
                  <c:v>45702</c:v>
                </c:pt>
                <c:pt idx="949">
                  <c:v>45705</c:v>
                </c:pt>
                <c:pt idx="950">
                  <c:v>45706</c:v>
                </c:pt>
                <c:pt idx="951">
                  <c:v>45707</c:v>
                </c:pt>
                <c:pt idx="952">
                  <c:v>45708</c:v>
                </c:pt>
                <c:pt idx="953">
                  <c:v>45709</c:v>
                </c:pt>
                <c:pt idx="954">
                  <c:v>45712</c:v>
                </c:pt>
                <c:pt idx="955">
                  <c:v>45713</c:v>
                </c:pt>
                <c:pt idx="956">
                  <c:v>45714</c:v>
                </c:pt>
                <c:pt idx="957">
                  <c:v>45715</c:v>
                </c:pt>
                <c:pt idx="958">
                  <c:v>45716</c:v>
                </c:pt>
                <c:pt idx="959">
                  <c:v>45721</c:v>
                </c:pt>
                <c:pt idx="960">
                  <c:v>45722</c:v>
                </c:pt>
                <c:pt idx="961">
                  <c:v>45723</c:v>
                </c:pt>
                <c:pt idx="962">
                  <c:v>45726</c:v>
                </c:pt>
                <c:pt idx="963">
                  <c:v>45727</c:v>
                </c:pt>
                <c:pt idx="964">
                  <c:v>45728</c:v>
                </c:pt>
                <c:pt idx="965">
                  <c:v>45729</c:v>
                </c:pt>
                <c:pt idx="966">
                  <c:v>45730</c:v>
                </c:pt>
                <c:pt idx="967">
                  <c:v>45733</c:v>
                </c:pt>
                <c:pt idx="968">
                  <c:v>45734</c:v>
                </c:pt>
                <c:pt idx="969">
                  <c:v>45735</c:v>
                </c:pt>
                <c:pt idx="970">
                  <c:v>45736</c:v>
                </c:pt>
                <c:pt idx="971">
                  <c:v>45737</c:v>
                </c:pt>
                <c:pt idx="972">
                  <c:v>45740</c:v>
                </c:pt>
                <c:pt idx="973">
                  <c:v>45741</c:v>
                </c:pt>
                <c:pt idx="974">
                  <c:v>45742</c:v>
                </c:pt>
                <c:pt idx="975">
                  <c:v>45743</c:v>
                </c:pt>
                <c:pt idx="976">
                  <c:v>45744</c:v>
                </c:pt>
                <c:pt idx="977">
                  <c:v>45747</c:v>
                </c:pt>
                <c:pt idx="978">
                  <c:v>45748</c:v>
                </c:pt>
                <c:pt idx="979">
                  <c:v>45749</c:v>
                </c:pt>
                <c:pt idx="980">
                  <c:v>45750</c:v>
                </c:pt>
                <c:pt idx="981">
                  <c:v>45751</c:v>
                </c:pt>
                <c:pt idx="982">
                  <c:v>45754</c:v>
                </c:pt>
                <c:pt idx="983">
                  <c:v>45755</c:v>
                </c:pt>
                <c:pt idx="984">
                  <c:v>45756</c:v>
                </c:pt>
                <c:pt idx="985">
                  <c:v>45757</c:v>
                </c:pt>
                <c:pt idx="986">
                  <c:v>45758</c:v>
                </c:pt>
                <c:pt idx="987">
                  <c:v>45761</c:v>
                </c:pt>
                <c:pt idx="988">
                  <c:v>45762</c:v>
                </c:pt>
                <c:pt idx="989">
                  <c:v>45763</c:v>
                </c:pt>
                <c:pt idx="990">
                  <c:v>45764</c:v>
                </c:pt>
                <c:pt idx="991">
                  <c:v>45769</c:v>
                </c:pt>
                <c:pt idx="992">
                  <c:v>45770</c:v>
                </c:pt>
                <c:pt idx="993">
                  <c:v>45771</c:v>
                </c:pt>
                <c:pt idx="994">
                  <c:v>45772</c:v>
                </c:pt>
                <c:pt idx="995">
                  <c:v>45775</c:v>
                </c:pt>
                <c:pt idx="996">
                  <c:v>45776</c:v>
                </c:pt>
                <c:pt idx="997">
                  <c:v>45777</c:v>
                </c:pt>
                <c:pt idx="998">
                  <c:v>45779</c:v>
                </c:pt>
                <c:pt idx="999">
                  <c:v>45782</c:v>
                </c:pt>
                <c:pt idx="1000">
                  <c:v>45783</c:v>
                </c:pt>
                <c:pt idx="1001">
                  <c:v>45784</c:v>
                </c:pt>
                <c:pt idx="1002">
                  <c:v>45785</c:v>
                </c:pt>
                <c:pt idx="1003">
                  <c:v>45786</c:v>
                </c:pt>
                <c:pt idx="1004">
                  <c:v>45789</c:v>
                </c:pt>
                <c:pt idx="1005">
                  <c:v>45790</c:v>
                </c:pt>
                <c:pt idx="1006">
                  <c:v>45791</c:v>
                </c:pt>
                <c:pt idx="1007">
                  <c:v>45792</c:v>
                </c:pt>
                <c:pt idx="1008">
                  <c:v>45793</c:v>
                </c:pt>
                <c:pt idx="1009">
                  <c:v>45796</c:v>
                </c:pt>
                <c:pt idx="1010">
                  <c:v>45797</c:v>
                </c:pt>
                <c:pt idx="1011">
                  <c:v>45798</c:v>
                </c:pt>
                <c:pt idx="1012">
                  <c:v>45799</c:v>
                </c:pt>
                <c:pt idx="1013">
                  <c:v>45800</c:v>
                </c:pt>
                <c:pt idx="1014">
                  <c:v>45803</c:v>
                </c:pt>
                <c:pt idx="1015">
                  <c:v>45804</c:v>
                </c:pt>
                <c:pt idx="1016">
                  <c:v>45805</c:v>
                </c:pt>
                <c:pt idx="1017">
                  <c:v>45806</c:v>
                </c:pt>
                <c:pt idx="1018">
                  <c:v>45807</c:v>
                </c:pt>
                <c:pt idx="1019">
                  <c:v>45810</c:v>
                </c:pt>
                <c:pt idx="1020">
                  <c:v>45811</c:v>
                </c:pt>
                <c:pt idx="1021">
                  <c:v>45812</c:v>
                </c:pt>
                <c:pt idx="1022">
                  <c:v>45813</c:v>
                </c:pt>
                <c:pt idx="1023">
                  <c:v>45814</c:v>
                </c:pt>
                <c:pt idx="1024">
                  <c:v>45817</c:v>
                </c:pt>
                <c:pt idx="1025">
                  <c:v>45818</c:v>
                </c:pt>
                <c:pt idx="1026">
                  <c:v>45819</c:v>
                </c:pt>
                <c:pt idx="1027">
                  <c:v>45820</c:v>
                </c:pt>
                <c:pt idx="1028">
                  <c:v>45821</c:v>
                </c:pt>
                <c:pt idx="1029">
                  <c:v>45824</c:v>
                </c:pt>
                <c:pt idx="1030">
                  <c:v>45825</c:v>
                </c:pt>
                <c:pt idx="1031">
                  <c:v>45826</c:v>
                </c:pt>
                <c:pt idx="1032">
                  <c:v>45828</c:v>
                </c:pt>
                <c:pt idx="1033">
                  <c:v>45831</c:v>
                </c:pt>
                <c:pt idx="1034">
                  <c:v>45832</c:v>
                </c:pt>
                <c:pt idx="1035">
                  <c:v>45833</c:v>
                </c:pt>
                <c:pt idx="1036">
                  <c:v>45834</c:v>
                </c:pt>
                <c:pt idx="1037">
                  <c:v>45835</c:v>
                </c:pt>
                <c:pt idx="1038">
                  <c:v>45838</c:v>
                </c:pt>
                <c:pt idx="1039">
                  <c:v>45839</c:v>
                </c:pt>
                <c:pt idx="1040">
                  <c:v>45840</c:v>
                </c:pt>
                <c:pt idx="1041">
                  <c:v>45841</c:v>
                </c:pt>
                <c:pt idx="1042">
                  <c:v>45842</c:v>
                </c:pt>
                <c:pt idx="1043">
                  <c:v>45845</c:v>
                </c:pt>
                <c:pt idx="1044">
                  <c:v>45846</c:v>
                </c:pt>
                <c:pt idx="1045">
                  <c:v>45847</c:v>
                </c:pt>
                <c:pt idx="1046">
                  <c:v>45848</c:v>
                </c:pt>
                <c:pt idx="1047">
                  <c:v>45849</c:v>
                </c:pt>
                <c:pt idx="1048">
                  <c:v>45852</c:v>
                </c:pt>
                <c:pt idx="1049">
                  <c:v>45853</c:v>
                </c:pt>
                <c:pt idx="1050">
                  <c:v>45854</c:v>
                </c:pt>
                <c:pt idx="1051">
                  <c:v>45855</c:v>
                </c:pt>
                <c:pt idx="1052">
                  <c:v>45856</c:v>
                </c:pt>
                <c:pt idx="1053">
                  <c:v>45859</c:v>
                </c:pt>
                <c:pt idx="1054">
                  <c:v>45860</c:v>
                </c:pt>
                <c:pt idx="1055">
                  <c:v>45861</c:v>
                </c:pt>
                <c:pt idx="1056">
                  <c:v>45862</c:v>
                </c:pt>
                <c:pt idx="1057">
                  <c:v>45863</c:v>
                </c:pt>
                <c:pt idx="1058">
                  <c:v>45866</c:v>
                </c:pt>
                <c:pt idx="1059">
                  <c:v>45867</c:v>
                </c:pt>
                <c:pt idx="1060">
                  <c:v>45868</c:v>
                </c:pt>
                <c:pt idx="1061">
                  <c:v>45869</c:v>
                </c:pt>
                <c:pt idx="1062">
                  <c:v>45870</c:v>
                </c:pt>
                <c:pt idx="1063">
                  <c:v>45873</c:v>
                </c:pt>
                <c:pt idx="1064">
                  <c:v>45874</c:v>
                </c:pt>
                <c:pt idx="1065">
                  <c:v>45875</c:v>
                </c:pt>
                <c:pt idx="1066">
                  <c:v>45876</c:v>
                </c:pt>
                <c:pt idx="1067">
                  <c:v>45877</c:v>
                </c:pt>
                <c:pt idx="1068">
                  <c:v>45880</c:v>
                </c:pt>
                <c:pt idx="1069">
                  <c:v>45881</c:v>
                </c:pt>
                <c:pt idx="1070">
                  <c:v>45882</c:v>
                </c:pt>
                <c:pt idx="1071">
                  <c:v>45883</c:v>
                </c:pt>
                <c:pt idx="1072">
                  <c:v>45884</c:v>
                </c:pt>
                <c:pt idx="1073">
                  <c:v>45887</c:v>
                </c:pt>
                <c:pt idx="1074">
                  <c:v>45888</c:v>
                </c:pt>
                <c:pt idx="1075">
                  <c:v>45889</c:v>
                </c:pt>
                <c:pt idx="1076">
                  <c:v>45890</c:v>
                </c:pt>
                <c:pt idx="1077">
                  <c:v>45891</c:v>
                </c:pt>
                <c:pt idx="1078">
                  <c:v>45894</c:v>
                </c:pt>
                <c:pt idx="1079">
                  <c:v>45895</c:v>
                </c:pt>
                <c:pt idx="1080">
                  <c:v>45896</c:v>
                </c:pt>
                <c:pt idx="1081">
                  <c:v>45897</c:v>
                </c:pt>
                <c:pt idx="1082">
                  <c:v>45898</c:v>
                </c:pt>
                <c:pt idx="1083">
                  <c:v>45901</c:v>
                </c:pt>
                <c:pt idx="1084">
                  <c:v>45902</c:v>
                </c:pt>
                <c:pt idx="1085">
                  <c:v>45903</c:v>
                </c:pt>
                <c:pt idx="1086">
                  <c:v>45904</c:v>
                </c:pt>
                <c:pt idx="1087">
                  <c:v>45905</c:v>
                </c:pt>
                <c:pt idx="1088">
                  <c:v>45908</c:v>
                </c:pt>
                <c:pt idx="1089">
                  <c:v>45909</c:v>
                </c:pt>
                <c:pt idx="1090">
                  <c:v>45910</c:v>
                </c:pt>
                <c:pt idx="1091">
                  <c:v>45911</c:v>
                </c:pt>
                <c:pt idx="1092">
                  <c:v>45912</c:v>
                </c:pt>
                <c:pt idx="1093">
                  <c:v>45915</c:v>
                </c:pt>
                <c:pt idx="1094">
                  <c:v>45916</c:v>
                </c:pt>
                <c:pt idx="1095">
                  <c:v>45917</c:v>
                </c:pt>
                <c:pt idx="1096">
                  <c:v>45918</c:v>
                </c:pt>
                <c:pt idx="1097">
                  <c:v>45919</c:v>
                </c:pt>
                <c:pt idx="1098">
                  <c:v>45922</c:v>
                </c:pt>
                <c:pt idx="1099">
                  <c:v>45923</c:v>
                </c:pt>
                <c:pt idx="1100">
                  <c:v>45924</c:v>
                </c:pt>
                <c:pt idx="1101">
                  <c:v>45925</c:v>
                </c:pt>
                <c:pt idx="1102">
                  <c:v>45926</c:v>
                </c:pt>
                <c:pt idx="1103">
                  <c:v>45929</c:v>
                </c:pt>
                <c:pt idx="1104">
                  <c:v>45930</c:v>
                </c:pt>
                <c:pt idx="1105">
                  <c:v>45931</c:v>
                </c:pt>
                <c:pt idx="1106">
                  <c:v>45932</c:v>
                </c:pt>
                <c:pt idx="1107">
                  <c:v>45933</c:v>
                </c:pt>
                <c:pt idx="1108">
                  <c:v>45936</c:v>
                </c:pt>
                <c:pt idx="1109">
                  <c:v>45937</c:v>
                </c:pt>
                <c:pt idx="1110">
                  <c:v>45938</c:v>
                </c:pt>
                <c:pt idx="1111">
                  <c:v>45939</c:v>
                </c:pt>
                <c:pt idx="1112">
                  <c:v>45940</c:v>
                </c:pt>
                <c:pt idx="1113">
                  <c:v>45943</c:v>
                </c:pt>
                <c:pt idx="1114">
                  <c:v>45944</c:v>
                </c:pt>
                <c:pt idx="1115">
                  <c:v>45945</c:v>
                </c:pt>
                <c:pt idx="1116">
                  <c:v>45946</c:v>
                </c:pt>
                <c:pt idx="1117">
                  <c:v>45947</c:v>
                </c:pt>
                <c:pt idx="1118">
                  <c:v>45950</c:v>
                </c:pt>
                <c:pt idx="1119">
                  <c:v>45951</c:v>
                </c:pt>
                <c:pt idx="1120">
                  <c:v>45952</c:v>
                </c:pt>
                <c:pt idx="1121">
                  <c:v>45953</c:v>
                </c:pt>
                <c:pt idx="1122">
                  <c:v>45954</c:v>
                </c:pt>
                <c:pt idx="1123">
                  <c:v>45957</c:v>
                </c:pt>
                <c:pt idx="1124">
                  <c:v>45958</c:v>
                </c:pt>
                <c:pt idx="1125">
                  <c:v>45959</c:v>
                </c:pt>
                <c:pt idx="1126">
                  <c:v>45960</c:v>
                </c:pt>
                <c:pt idx="1127">
                  <c:v>45961</c:v>
                </c:pt>
                <c:pt idx="1128">
                  <c:v>45964</c:v>
                </c:pt>
                <c:pt idx="1129">
                  <c:v>45965</c:v>
                </c:pt>
                <c:pt idx="1130">
                  <c:v>45966</c:v>
                </c:pt>
                <c:pt idx="1131">
                  <c:v>45967</c:v>
                </c:pt>
                <c:pt idx="1132">
                  <c:v>45968</c:v>
                </c:pt>
                <c:pt idx="1133">
                  <c:v>45971</c:v>
                </c:pt>
                <c:pt idx="1134">
                  <c:v>45972</c:v>
                </c:pt>
                <c:pt idx="1135">
                  <c:v>45973</c:v>
                </c:pt>
                <c:pt idx="1136">
                  <c:v>45974</c:v>
                </c:pt>
                <c:pt idx="1137">
                  <c:v>45975</c:v>
                </c:pt>
                <c:pt idx="1138">
                  <c:v>45978</c:v>
                </c:pt>
                <c:pt idx="1139">
                  <c:v>45979</c:v>
                </c:pt>
                <c:pt idx="1140">
                  <c:v>45980</c:v>
                </c:pt>
                <c:pt idx="1141">
                  <c:v>45982</c:v>
                </c:pt>
                <c:pt idx="1142">
                  <c:v>45985</c:v>
                </c:pt>
                <c:pt idx="1143">
                  <c:v>45986</c:v>
                </c:pt>
                <c:pt idx="1144">
                  <c:v>45987</c:v>
                </c:pt>
                <c:pt idx="1145">
                  <c:v>45988</c:v>
                </c:pt>
                <c:pt idx="1146">
                  <c:v>45989</c:v>
                </c:pt>
                <c:pt idx="1147">
                  <c:v>45992</c:v>
                </c:pt>
                <c:pt idx="1148">
                  <c:v>45993</c:v>
                </c:pt>
                <c:pt idx="1149">
                  <c:v>45994</c:v>
                </c:pt>
                <c:pt idx="1150">
                  <c:v>45995</c:v>
                </c:pt>
                <c:pt idx="1151">
                  <c:v>45996</c:v>
                </c:pt>
                <c:pt idx="1152">
                  <c:v>45999</c:v>
                </c:pt>
                <c:pt idx="1153">
                  <c:v>46000</c:v>
                </c:pt>
                <c:pt idx="1154">
                  <c:v>46001</c:v>
                </c:pt>
                <c:pt idx="1155">
                  <c:v>46002</c:v>
                </c:pt>
                <c:pt idx="1156">
                  <c:v>46003</c:v>
                </c:pt>
                <c:pt idx="1157">
                  <c:v>46006</c:v>
                </c:pt>
                <c:pt idx="1158">
                  <c:v>46007</c:v>
                </c:pt>
                <c:pt idx="1159">
                  <c:v>46008</c:v>
                </c:pt>
                <c:pt idx="1160">
                  <c:v>46009</c:v>
                </c:pt>
                <c:pt idx="1161">
                  <c:v>46010</c:v>
                </c:pt>
                <c:pt idx="1162">
                  <c:v>46013</c:v>
                </c:pt>
                <c:pt idx="1163">
                  <c:v>46014</c:v>
                </c:pt>
                <c:pt idx="1164">
                  <c:v>46017</c:v>
                </c:pt>
                <c:pt idx="1165">
                  <c:v>46020</c:v>
                </c:pt>
                <c:pt idx="1166">
                  <c:v>46021</c:v>
                </c:pt>
                <c:pt idx="1167">
                  <c:v>46024</c:v>
                </c:pt>
                <c:pt idx="1168">
                  <c:v>46027</c:v>
                </c:pt>
                <c:pt idx="1169">
                  <c:v>46028</c:v>
                </c:pt>
                <c:pt idx="1170">
                  <c:v>46029</c:v>
                </c:pt>
                <c:pt idx="1171">
                  <c:v>46030</c:v>
                </c:pt>
                <c:pt idx="1172">
                  <c:v>46031</c:v>
                </c:pt>
                <c:pt idx="1173">
                  <c:v>46034</c:v>
                </c:pt>
                <c:pt idx="1174">
                  <c:v>46035</c:v>
                </c:pt>
                <c:pt idx="1175">
                  <c:v>46036</c:v>
                </c:pt>
                <c:pt idx="1176">
                  <c:v>46037</c:v>
                </c:pt>
                <c:pt idx="1177">
                  <c:v>46038</c:v>
                </c:pt>
                <c:pt idx="1178">
                  <c:v>46041</c:v>
                </c:pt>
                <c:pt idx="1179">
                  <c:v>46042</c:v>
                </c:pt>
                <c:pt idx="1180">
                  <c:v>46043</c:v>
                </c:pt>
                <c:pt idx="1181">
                  <c:v>46044</c:v>
                </c:pt>
                <c:pt idx="1182">
                  <c:v>46045</c:v>
                </c:pt>
                <c:pt idx="1183">
                  <c:v>46048</c:v>
                </c:pt>
                <c:pt idx="1184">
                  <c:v>46049</c:v>
                </c:pt>
                <c:pt idx="1185">
                  <c:v>46050</c:v>
                </c:pt>
                <c:pt idx="1186">
                  <c:v>46051</c:v>
                </c:pt>
                <c:pt idx="1187">
                  <c:v>46052</c:v>
                </c:pt>
                <c:pt idx="1188">
                  <c:v>46055</c:v>
                </c:pt>
                <c:pt idx="1189">
                  <c:v>46056</c:v>
                </c:pt>
                <c:pt idx="1190">
                  <c:v>46057</c:v>
                </c:pt>
                <c:pt idx="1191">
                  <c:v>46058</c:v>
                </c:pt>
                <c:pt idx="1192">
                  <c:v>46059</c:v>
                </c:pt>
                <c:pt idx="1193">
                  <c:v>46062</c:v>
                </c:pt>
                <c:pt idx="1194">
                  <c:v>46063</c:v>
                </c:pt>
                <c:pt idx="1195">
                  <c:v>46064</c:v>
                </c:pt>
                <c:pt idx="1196">
                  <c:v>46065</c:v>
                </c:pt>
                <c:pt idx="1197">
                  <c:v>46066</c:v>
                </c:pt>
                <c:pt idx="1198">
                  <c:v>46071</c:v>
                </c:pt>
                <c:pt idx="1199">
                  <c:v>46072</c:v>
                </c:pt>
                <c:pt idx="1200">
                  <c:v>46073</c:v>
                </c:pt>
                <c:pt idx="1201">
                  <c:v>46076</c:v>
                </c:pt>
                <c:pt idx="1202">
                  <c:v>46077</c:v>
                </c:pt>
                <c:pt idx="1203">
                  <c:v>46078</c:v>
                </c:pt>
                <c:pt idx="1204">
                  <c:v>46079</c:v>
                </c:pt>
                <c:pt idx="1205">
                  <c:v>46080</c:v>
                </c:pt>
                <c:pt idx="1206">
                  <c:v>46083</c:v>
                </c:pt>
                <c:pt idx="1207">
                  <c:v>46084</c:v>
                </c:pt>
                <c:pt idx="1208">
                  <c:v>46085</c:v>
                </c:pt>
                <c:pt idx="1209">
                  <c:v>46086</c:v>
                </c:pt>
                <c:pt idx="1210">
                  <c:v>46087</c:v>
                </c:pt>
                <c:pt idx="1211">
                  <c:v>46090</c:v>
                </c:pt>
                <c:pt idx="1212">
                  <c:v>46091</c:v>
                </c:pt>
                <c:pt idx="1213">
                  <c:v>46092</c:v>
                </c:pt>
                <c:pt idx="1214">
                  <c:v>46093</c:v>
                </c:pt>
                <c:pt idx="1215">
                  <c:v>46094</c:v>
                </c:pt>
                <c:pt idx="1216">
                  <c:v>46097</c:v>
                </c:pt>
                <c:pt idx="1217">
                  <c:v>46098</c:v>
                </c:pt>
                <c:pt idx="1218">
                  <c:v>46099</c:v>
                </c:pt>
                <c:pt idx="1219">
                  <c:v>46100</c:v>
                </c:pt>
                <c:pt idx="1220">
                  <c:v>46101</c:v>
                </c:pt>
                <c:pt idx="1221">
                  <c:v>46104</c:v>
                </c:pt>
                <c:pt idx="1222">
                  <c:v>46105</c:v>
                </c:pt>
                <c:pt idx="1223">
                  <c:v>46106</c:v>
                </c:pt>
                <c:pt idx="1224">
                  <c:v>46107</c:v>
                </c:pt>
                <c:pt idx="1225">
                  <c:v>46108</c:v>
                </c:pt>
                <c:pt idx="1226">
                  <c:v>46111</c:v>
                </c:pt>
                <c:pt idx="1227">
                  <c:v>46112</c:v>
                </c:pt>
                <c:pt idx="1228">
                  <c:v>46113</c:v>
                </c:pt>
                <c:pt idx="1229">
                  <c:v>46114</c:v>
                </c:pt>
                <c:pt idx="1230">
                  <c:v>46118</c:v>
                </c:pt>
                <c:pt idx="1231">
                  <c:v>46119</c:v>
                </c:pt>
                <c:pt idx="1232">
                  <c:v>46120</c:v>
                </c:pt>
                <c:pt idx="1233">
                  <c:v>46121</c:v>
                </c:pt>
                <c:pt idx="1234">
                  <c:v>46122</c:v>
                </c:pt>
                <c:pt idx="1235">
                  <c:v>46125</c:v>
                </c:pt>
                <c:pt idx="1236">
                  <c:v>46126</c:v>
                </c:pt>
                <c:pt idx="1237">
                  <c:v>46127</c:v>
                </c:pt>
                <c:pt idx="1238">
                  <c:v>46128</c:v>
                </c:pt>
                <c:pt idx="1239">
                  <c:v>46129</c:v>
                </c:pt>
                <c:pt idx="1240">
                  <c:v>46132</c:v>
                </c:pt>
                <c:pt idx="1241">
                  <c:v>46134</c:v>
                </c:pt>
                <c:pt idx="1242">
                  <c:v>46135</c:v>
                </c:pt>
                <c:pt idx="1243">
                  <c:v>46136</c:v>
                </c:pt>
                <c:pt idx="1244">
                  <c:v>46139</c:v>
                </c:pt>
                <c:pt idx="1245">
                  <c:v>46140</c:v>
                </c:pt>
                <c:pt idx="1246">
                  <c:v>46141</c:v>
                </c:pt>
                <c:pt idx="1247">
                  <c:v>46142</c:v>
                </c:pt>
                <c:pt idx="1248">
                  <c:v>46146</c:v>
                </c:pt>
                <c:pt idx="1249">
                  <c:v>46147</c:v>
                </c:pt>
                <c:pt idx="1250">
                  <c:v>46148</c:v>
                </c:pt>
                <c:pt idx="1251">
                  <c:v>46149</c:v>
                </c:pt>
                <c:pt idx="1252">
                  <c:v>46150</c:v>
                </c:pt>
                <c:pt idx="1253">
                  <c:v>46153</c:v>
                </c:pt>
                <c:pt idx="1254">
                  <c:v>46154</c:v>
                </c:pt>
                <c:pt idx="1255">
                  <c:v>46155</c:v>
                </c:pt>
                <c:pt idx="1256">
                  <c:v>46156</c:v>
                </c:pt>
                <c:pt idx="1257">
                  <c:v>46157</c:v>
                </c:pt>
                <c:pt idx="1258">
                  <c:v>46160</c:v>
                </c:pt>
                <c:pt idx="1259">
                  <c:v>46161</c:v>
                </c:pt>
                <c:pt idx="1260">
                  <c:v>46162</c:v>
                </c:pt>
                <c:pt idx="1261">
                  <c:v>46163</c:v>
                </c:pt>
                <c:pt idx="1262">
                  <c:v>46164</c:v>
                </c:pt>
                <c:pt idx="1263">
                  <c:v>46167</c:v>
                </c:pt>
                <c:pt idx="1264">
                  <c:v>46168</c:v>
                </c:pt>
                <c:pt idx="1265">
                  <c:v>46169</c:v>
                </c:pt>
                <c:pt idx="1266">
                  <c:v>46170</c:v>
                </c:pt>
                <c:pt idx="1267">
                  <c:v>46171</c:v>
                </c:pt>
                <c:pt idx="1268">
                  <c:v>46174</c:v>
                </c:pt>
                <c:pt idx="1269">
                  <c:v>46175</c:v>
                </c:pt>
                <c:pt idx="1270">
                  <c:v>46176</c:v>
                </c:pt>
                <c:pt idx="1271">
                  <c:v>46178</c:v>
                </c:pt>
                <c:pt idx="1272">
                  <c:v>46181</c:v>
                </c:pt>
                <c:pt idx="1273">
                  <c:v>46182</c:v>
                </c:pt>
                <c:pt idx="1274">
                  <c:v>46183</c:v>
                </c:pt>
                <c:pt idx="1275">
                  <c:v>46184</c:v>
                </c:pt>
                <c:pt idx="1276">
                  <c:v>46185</c:v>
                </c:pt>
                <c:pt idx="1277">
                  <c:v>46188</c:v>
                </c:pt>
                <c:pt idx="1278">
                  <c:v>46189</c:v>
                </c:pt>
                <c:pt idx="1279">
                  <c:v>46190</c:v>
                </c:pt>
                <c:pt idx="1280">
                  <c:v>46191</c:v>
                </c:pt>
                <c:pt idx="1281">
                  <c:v>46192</c:v>
                </c:pt>
                <c:pt idx="1282">
                  <c:v>46195</c:v>
                </c:pt>
                <c:pt idx="1283">
                  <c:v>46196</c:v>
                </c:pt>
                <c:pt idx="1284">
                  <c:v>46197</c:v>
                </c:pt>
                <c:pt idx="1285">
                  <c:v>46198</c:v>
                </c:pt>
                <c:pt idx="1286">
                  <c:v>46199</c:v>
                </c:pt>
                <c:pt idx="1287">
                  <c:v>46202</c:v>
                </c:pt>
                <c:pt idx="1288">
                  <c:v>46203</c:v>
                </c:pt>
                <c:pt idx="1289">
                  <c:v>46204</c:v>
                </c:pt>
                <c:pt idx="1290">
                  <c:v>46205</c:v>
                </c:pt>
                <c:pt idx="1291">
                  <c:v>46206</c:v>
                </c:pt>
                <c:pt idx="1292">
                  <c:v>46209</c:v>
                </c:pt>
                <c:pt idx="1293">
                  <c:v>46210</c:v>
                </c:pt>
                <c:pt idx="1294">
                  <c:v>46211</c:v>
                </c:pt>
                <c:pt idx="1295">
                  <c:v>46212</c:v>
                </c:pt>
                <c:pt idx="1296">
                  <c:v>46213</c:v>
                </c:pt>
                <c:pt idx="1297">
                  <c:v>46216</c:v>
                </c:pt>
                <c:pt idx="1298">
                  <c:v>46217</c:v>
                </c:pt>
                <c:pt idx="1299">
                  <c:v>46218</c:v>
                </c:pt>
                <c:pt idx="1300">
                  <c:v>46219</c:v>
                </c:pt>
                <c:pt idx="1301">
                  <c:v>46220</c:v>
                </c:pt>
                <c:pt idx="1302">
                  <c:v>46223</c:v>
                </c:pt>
                <c:pt idx="1303">
                  <c:v>46224</c:v>
                </c:pt>
                <c:pt idx="1304">
                  <c:v>46225</c:v>
                </c:pt>
                <c:pt idx="1305">
                  <c:v>46226</c:v>
                </c:pt>
                <c:pt idx="1306">
                  <c:v>46227</c:v>
                </c:pt>
                <c:pt idx="1307">
                  <c:v>46230</c:v>
                </c:pt>
                <c:pt idx="1308">
                  <c:v>46231</c:v>
                </c:pt>
                <c:pt idx="1309">
                  <c:v>46232</c:v>
                </c:pt>
                <c:pt idx="1310">
                  <c:v>46233</c:v>
                </c:pt>
                <c:pt idx="1311">
                  <c:v>46234</c:v>
                </c:pt>
                <c:pt idx="1312">
                  <c:v>46237</c:v>
                </c:pt>
                <c:pt idx="1313">
                  <c:v>46238</c:v>
                </c:pt>
                <c:pt idx="1314">
                  <c:v>46239</c:v>
                </c:pt>
                <c:pt idx="1315">
                  <c:v>46240</c:v>
                </c:pt>
                <c:pt idx="1316">
                  <c:v>46241</c:v>
                </c:pt>
                <c:pt idx="1317">
                  <c:v>46244</c:v>
                </c:pt>
                <c:pt idx="1318">
                  <c:v>46245</c:v>
                </c:pt>
                <c:pt idx="1319">
                  <c:v>46246</c:v>
                </c:pt>
                <c:pt idx="1320">
                  <c:v>46247</c:v>
                </c:pt>
                <c:pt idx="1321">
                  <c:v>46248</c:v>
                </c:pt>
                <c:pt idx="1322">
                  <c:v>46251</c:v>
                </c:pt>
                <c:pt idx="1323">
                  <c:v>46252</c:v>
                </c:pt>
                <c:pt idx="1324">
                  <c:v>46253</c:v>
                </c:pt>
                <c:pt idx="1325">
                  <c:v>46254</c:v>
                </c:pt>
                <c:pt idx="1326">
                  <c:v>46255</c:v>
                </c:pt>
                <c:pt idx="1327">
                  <c:v>46258</c:v>
                </c:pt>
                <c:pt idx="1328">
                  <c:v>46259</c:v>
                </c:pt>
                <c:pt idx="1329">
                  <c:v>46260</c:v>
                </c:pt>
                <c:pt idx="1330">
                  <c:v>46261</c:v>
                </c:pt>
                <c:pt idx="1331">
                  <c:v>46262</c:v>
                </c:pt>
                <c:pt idx="1332">
                  <c:v>46265</c:v>
                </c:pt>
              </c:numCache>
            </c:numRef>
          </c:cat>
          <c:val>
            <c:numRef>
              <c:f>'Charts Base 100'!$H$4:$H$1048576</c:f>
              <c:numCache>
                <c:formatCode>0.0</c:formatCode>
                <c:ptCount val="1333"/>
                <c:pt idx="0">
                  <c:v>100</c:v>
                </c:pt>
                <c:pt idx="1">
                  <c:v>99.66953335</c:v>
                </c:pt>
                <c:pt idx="2">
                  <c:v>99.50175789</c:v>
                </c:pt>
                <c:pt idx="3">
                  <c:v>100.5664405</c:v>
                </c:pt>
                <c:pt idx="4">
                  <c:v>100.6765696</c:v>
                </c:pt>
                <c:pt idx="5">
                  <c:v>102.8921954</c:v>
                </c:pt>
                <c:pt idx="6">
                  <c:v>103.5250956</c:v>
                </c:pt>
                <c:pt idx="7">
                  <c:v>103.2002719</c:v>
                </c:pt>
                <c:pt idx="8">
                  <c:v>101.2907924</c:v>
                </c:pt>
                <c:pt idx="9">
                  <c:v>102.0405679</c:v>
                </c:pt>
                <c:pt idx="10">
                  <c:v>103.512111</c:v>
                </c:pt>
                <c:pt idx="11">
                  <c:v>104.4667959</c:v>
                </c:pt>
                <c:pt idx="12">
                  <c:v>105.2044127</c:v>
                </c:pt>
                <c:pt idx="13">
                  <c:v>104.5499968</c:v>
                </c:pt>
                <c:pt idx="14">
                  <c:v>105.4240903</c:v>
                </c:pt>
                <c:pt idx="15">
                  <c:v>104.7922879</c:v>
                </c:pt>
                <c:pt idx="16">
                  <c:v>104.128899</c:v>
                </c:pt>
                <c:pt idx="17">
                  <c:v>103.9107484</c:v>
                </c:pt>
                <c:pt idx="18">
                  <c:v>103.6718777</c:v>
                </c:pt>
                <c:pt idx="19">
                  <c:v>106.6910221</c:v>
                </c:pt>
                <c:pt idx="20">
                  <c:v>107.1915205</c:v>
                </c:pt>
                <c:pt idx="21">
                  <c:v>108.0474431</c:v>
                </c:pt>
                <c:pt idx="22">
                  <c:v>108.448522</c:v>
                </c:pt>
                <c:pt idx="23">
                  <c:v>107.4942295</c:v>
                </c:pt>
                <c:pt idx="24">
                  <c:v>107.2530534</c:v>
                </c:pt>
                <c:pt idx="25">
                  <c:v>107.6015551</c:v>
                </c:pt>
                <c:pt idx="26">
                  <c:v>107.1005833</c:v>
                </c:pt>
                <c:pt idx="27">
                  <c:v>108.9388289</c:v>
                </c:pt>
                <c:pt idx="28">
                  <c:v>108.0637263</c:v>
                </c:pt>
                <c:pt idx="29">
                  <c:v>107.433874</c:v>
                </c:pt>
                <c:pt idx="30">
                  <c:v>109.7673059</c:v>
                </c:pt>
                <c:pt idx="31">
                  <c:v>109.9935021</c:v>
                </c:pt>
                <c:pt idx="32">
                  <c:v>109.4254074</c:v>
                </c:pt>
                <c:pt idx="33">
                  <c:v>107.9310604</c:v>
                </c:pt>
                <c:pt idx="34">
                  <c:v>109.6273351</c:v>
                </c:pt>
                <c:pt idx="35">
                  <c:v>111.6327871</c:v>
                </c:pt>
                <c:pt idx="36">
                  <c:v>111.9488454</c:v>
                </c:pt>
                <c:pt idx="37">
                  <c:v>113.4500334</c:v>
                </c:pt>
                <c:pt idx="38">
                  <c:v>114.533288</c:v>
                </c:pt>
                <c:pt idx="39">
                  <c:v>113.8053758</c:v>
                </c:pt>
                <c:pt idx="40">
                  <c:v>114.6583843</c:v>
                </c:pt>
                <c:pt idx="41">
                  <c:v>114.9667855</c:v>
                </c:pt>
                <c:pt idx="42">
                  <c:v>115.5317828</c:v>
                </c:pt>
                <c:pt idx="43">
                  <c:v>115.4627538</c:v>
                </c:pt>
                <c:pt idx="44">
                  <c:v>118.7566139</c:v>
                </c:pt>
                <c:pt idx="45">
                  <c:v>118.9029003</c:v>
                </c:pt>
                <c:pt idx="46">
                  <c:v>116.8795589</c:v>
                </c:pt>
                <c:pt idx="47">
                  <c:v>116.5546964</c:v>
                </c:pt>
                <c:pt idx="48">
                  <c:v>115.8089947</c:v>
                </c:pt>
                <c:pt idx="49">
                  <c:v>116.8239253</c:v>
                </c:pt>
                <c:pt idx="50">
                  <c:v>119.329067</c:v>
                </c:pt>
                <c:pt idx="51">
                  <c:v>121.4121205</c:v>
                </c:pt>
                <c:pt idx="52">
                  <c:v>120.5284018</c:v>
                </c:pt>
                <c:pt idx="53">
                  <c:v>121.2020418</c:v>
                </c:pt>
                <c:pt idx="54">
                  <c:v>119.0471553</c:v>
                </c:pt>
                <c:pt idx="55">
                  <c:v>118.6063812</c:v>
                </c:pt>
                <c:pt idx="56">
                  <c:v>117.1494664</c:v>
                </c:pt>
                <c:pt idx="57">
                  <c:v>116.0730378</c:v>
                </c:pt>
                <c:pt idx="58">
                  <c:v>114.2780507</c:v>
                </c:pt>
                <c:pt idx="59">
                  <c:v>113.1516962</c:v>
                </c:pt>
                <c:pt idx="60">
                  <c:v>112.1407615</c:v>
                </c:pt>
                <c:pt idx="61">
                  <c:v>110.9362142</c:v>
                </c:pt>
                <c:pt idx="62">
                  <c:v>111.3662732</c:v>
                </c:pt>
                <c:pt idx="63">
                  <c:v>109.8966282</c:v>
                </c:pt>
                <c:pt idx="64">
                  <c:v>110.1437151</c:v>
                </c:pt>
                <c:pt idx="65">
                  <c:v>111.499409</c:v>
                </c:pt>
                <c:pt idx="66">
                  <c:v>110.4903724</c:v>
                </c:pt>
                <c:pt idx="67">
                  <c:v>109.2251524</c:v>
                </c:pt>
                <c:pt idx="68">
                  <c:v>110.6403225</c:v>
                </c:pt>
                <c:pt idx="69">
                  <c:v>111.1658844</c:v>
                </c:pt>
                <c:pt idx="70">
                  <c:v>110.0507186</c:v>
                </c:pt>
                <c:pt idx="71">
                  <c:v>112.6503209</c:v>
                </c:pt>
                <c:pt idx="72">
                  <c:v>112.4345512</c:v>
                </c:pt>
                <c:pt idx="73">
                  <c:v>113.5272805</c:v>
                </c:pt>
                <c:pt idx="74">
                  <c:v>109.5528611</c:v>
                </c:pt>
                <c:pt idx="75">
                  <c:v>106.0892206</c:v>
                </c:pt>
                <c:pt idx="76">
                  <c:v>105.64267</c:v>
                </c:pt>
                <c:pt idx="77">
                  <c:v>108.196531</c:v>
                </c:pt>
                <c:pt idx="78">
                  <c:v>110.510282</c:v>
                </c:pt>
                <c:pt idx="79">
                  <c:v>112.5475834</c:v>
                </c:pt>
                <c:pt idx="80">
                  <c:v>113.611791</c:v>
                </c:pt>
                <c:pt idx="81">
                  <c:v>115.1484463</c:v>
                </c:pt>
                <c:pt idx="82">
                  <c:v>113.0743813</c:v>
                </c:pt>
                <c:pt idx="83">
                  <c:v>115.5465861</c:v>
                </c:pt>
                <c:pt idx="84">
                  <c:v>116.1578808</c:v>
                </c:pt>
                <c:pt idx="85">
                  <c:v>114.2298488</c:v>
                </c:pt>
                <c:pt idx="86">
                  <c:v>114.9257948</c:v>
                </c:pt>
                <c:pt idx="87">
                  <c:v>112.4315727</c:v>
                </c:pt>
                <c:pt idx="88">
                  <c:v>113.3737212</c:v>
                </c:pt>
                <c:pt idx="89">
                  <c:v>112.8640887</c:v>
                </c:pt>
                <c:pt idx="90">
                  <c:v>106.1162475</c:v>
                </c:pt>
                <c:pt idx="91">
                  <c:v>107.4129732</c:v>
                </c:pt>
                <c:pt idx="92">
                  <c:v>108.2073664</c:v>
                </c:pt>
                <c:pt idx="93">
                  <c:v>110.9471488</c:v>
                </c:pt>
                <c:pt idx="94">
                  <c:v>111.0670941</c:v>
                </c:pt>
                <c:pt idx="95">
                  <c:v>109.7468052</c:v>
                </c:pt>
                <c:pt idx="96">
                  <c:v>111.0756844</c:v>
                </c:pt>
                <c:pt idx="97">
                  <c:v>108.2552082</c:v>
                </c:pt>
                <c:pt idx="98">
                  <c:v>104.5780464</c:v>
                </c:pt>
                <c:pt idx="99">
                  <c:v>107.0142208</c:v>
                </c:pt>
                <c:pt idx="100">
                  <c:v>109.6088323</c:v>
                </c:pt>
                <c:pt idx="101">
                  <c:v>110.0768927</c:v>
                </c:pt>
                <c:pt idx="102">
                  <c:v>109.9483763</c:v>
                </c:pt>
                <c:pt idx="103">
                  <c:v>109.264688</c:v>
                </c:pt>
                <c:pt idx="104">
                  <c:v>105.3338567</c:v>
                </c:pt>
                <c:pt idx="105">
                  <c:v>104.6916255</c:v>
                </c:pt>
                <c:pt idx="106">
                  <c:v>106.0955842</c:v>
                </c:pt>
                <c:pt idx="107">
                  <c:v>107.5588042</c:v>
                </c:pt>
                <c:pt idx="108">
                  <c:v>104.8220766</c:v>
                </c:pt>
                <c:pt idx="109">
                  <c:v>102.7532063</c:v>
                </c:pt>
                <c:pt idx="110">
                  <c:v>99.9880573</c:v>
                </c:pt>
                <c:pt idx="111">
                  <c:v>99.92148636</c:v>
                </c:pt>
                <c:pt idx="112">
                  <c:v>100.9562171</c:v>
                </c:pt>
                <c:pt idx="113">
                  <c:v>99.95255461</c:v>
                </c:pt>
                <c:pt idx="114">
                  <c:v>101.9937081</c:v>
                </c:pt>
                <c:pt idx="115">
                  <c:v>101.4240976</c:v>
                </c:pt>
                <c:pt idx="116">
                  <c:v>102.0032565</c:v>
                </c:pt>
                <c:pt idx="117">
                  <c:v>101.7309192</c:v>
                </c:pt>
                <c:pt idx="118">
                  <c:v>97.37054676</c:v>
                </c:pt>
                <c:pt idx="119">
                  <c:v>95.76819125</c:v>
                </c:pt>
                <c:pt idx="120">
                  <c:v>92.3805002</c:v>
                </c:pt>
                <c:pt idx="121">
                  <c:v>91.55563162</c:v>
                </c:pt>
                <c:pt idx="122">
                  <c:v>95.89058478</c:v>
                </c:pt>
                <c:pt idx="123">
                  <c:v>93.20585766</c:v>
                </c:pt>
                <c:pt idx="124">
                  <c:v>93.04365554</c:v>
                </c:pt>
                <c:pt idx="125">
                  <c:v>90.94029311</c:v>
                </c:pt>
                <c:pt idx="126">
                  <c:v>89.65553513</c:v>
                </c:pt>
                <c:pt idx="127">
                  <c:v>93.00943237</c:v>
                </c:pt>
                <c:pt idx="128">
                  <c:v>95.20048061</c:v>
                </c:pt>
                <c:pt idx="129">
                  <c:v>92.22593383</c:v>
                </c:pt>
                <c:pt idx="130">
                  <c:v>93.0349506</c:v>
                </c:pt>
                <c:pt idx="131">
                  <c:v>93.7540571</c:v>
                </c:pt>
                <c:pt idx="132">
                  <c:v>94.55295579</c:v>
                </c:pt>
                <c:pt idx="133">
                  <c:v>97.29151033</c:v>
                </c:pt>
                <c:pt idx="134">
                  <c:v>99.71857432</c:v>
                </c:pt>
                <c:pt idx="135">
                  <c:v>99.86899922</c:v>
                </c:pt>
                <c:pt idx="136">
                  <c:v>97.84934338</c:v>
                </c:pt>
                <c:pt idx="137">
                  <c:v>95.26888608</c:v>
                </c:pt>
                <c:pt idx="138">
                  <c:v>97.07954684</c:v>
                </c:pt>
                <c:pt idx="139">
                  <c:v>98.82941336</c:v>
                </c:pt>
                <c:pt idx="140">
                  <c:v>97.25591138</c:v>
                </c:pt>
                <c:pt idx="141">
                  <c:v>95.72713176</c:v>
                </c:pt>
                <c:pt idx="142">
                  <c:v>94.06939704</c:v>
                </c:pt>
                <c:pt idx="143">
                  <c:v>96.00081036</c:v>
                </c:pt>
                <c:pt idx="144">
                  <c:v>92.01923701</c:v>
                </c:pt>
                <c:pt idx="145">
                  <c:v>92.64287709</c:v>
                </c:pt>
                <c:pt idx="146">
                  <c:v>89.21438146</c:v>
                </c:pt>
                <c:pt idx="147">
                  <c:v>86.59668898</c:v>
                </c:pt>
                <c:pt idx="148">
                  <c:v>88.10704758</c:v>
                </c:pt>
                <c:pt idx="149">
                  <c:v>90.90298118</c:v>
                </c:pt>
                <c:pt idx="150">
                  <c:v>91.72045407</c:v>
                </c:pt>
                <c:pt idx="151">
                  <c:v>92.43977053</c:v>
                </c:pt>
                <c:pt idx="152">
                  <c:v>97.38999851</c:v>
                </c:pt>
                <c:pt idx="153">
                  <c:v>95.6412281</c:v>
                </c:pt>
                <c:pt idx="154">
                  <c:v>97.28771832</c:v>
                </c:pt>
                <c:pt idx="155">
                  <c:v>95.79215565</c:v>
                </c:pt>
                <c:pt idx="156">
                  <c:v>93.71856287</c:v>
                </c:pt>
                <c:pt idx="157">
                  <c:v>93.70044007</c:v>
                </c:pt>
                <c:pt idx="158">
                  <c:v>93.9765644</c:v>
                </c:pt>
                <c:pt idx="159">
                  <c:v>94.16479184</c:v>
                </c:pt>
                <c:pt idx="160">
                  <c:v>91.89195885</c:v>
                </c:pt>
                <c:pt idx="161">
                  <c:v>91.45080684</c:v>
                </c:pt>
                <c:pt idx="162">
                  <c:v>91.30552832</c:v>
                </c:pt>
                <c:pt idx="163">
                  <c:v>90.85451748</c:v>
                </c:pt>
                <c:pt idx="164">
                  <c:v>92.80827362</c:v>
                </c:pt>
                <c:pt idx="165">
                  <c:v>93.21095332</c:v>
                </c:pt>
                <c:pt idx="166">
                  <c:v>90.96253923</c:v>
                </c:pt>
                <c:pt idx="167">
                  <c:v>94.15825543</c:v>
                </c:pt>
                <c:pt idx="168">
                  <c:v>89.54712351</c:v>
                </c:pt>
                <c:pt idx="169">
                  <c:v>86.39076197</c:v>
                </c:pt>
                <c:pt idx="170">
                  <c:v>82.74869994</c:v>
                </c:pt>
                <c:pt idx="171">
                  <c:v>82.15857164</c:v>
                </c:pt>
                <c:pt idx="172">
                  <c:v>82.31519973</c:v>
                </c:pt>
                <c:pt idx="173">
                  <c:v>80.66965817</c:v>
                </c:pt>
                <c:pt idx="174">
                  <c:v>82.52855688</c:v>
                </c:pt>
                <c:pt idx="175">
                  <c:v>85.56956295</c:v>
                </c:pt>
                <c:pt idx="176">
                  <c:v>84.99991844</c:v>
                </c:pt>
                <c:pt idx="177">
                  <c:v>85.34730308</c:v>
                </c:pt>
                <c:pt idx="178">
                  <c:v>85.09187274</c:v>
                </c:pt>
                <c:pt idx="179">
                  <c:v>83.70091243</c:v>
                </c:pt>
                <c:pt idx="180">
                  <c:v>86.40415794</c:v>
                </c:pt>
                <c:pt idx="181">
                  <c:v>89.56968595</c:v>
                </c:pt>
                <c:pt idx="182">
                  <c:v>89.09295404</c:v>
                </c:pt>
                <c:pt idx="183">
                  <c:v>87.66375329</c:v>
                </c:pt>
                <c:pt idx="184">
                  <c:v>89.98339974</c:v>
                </c:pt>
                <c:pt idx="185">
                  <c:v>91.01240678</c:v>
                </c:pt>
                <c:pt idx="186">
                  <c:v>92.18813841</c:v>
                </c:pt>
                <c:pt idx="187">
                  <c:v>93.93827837</c:v>
                </c:pt>
                <c:pt idx="188">
                  <c:v>96.24019865</c:v>
                </c:pt>
                <c:pt idx="189">
                  <c:v>96.96695457</c:v>
                </c:pt>
                <c:pt idx="190">
                  <c:v>96.62545393</c:v>
                </c:pt>
                <c:pt idx="191">
                  <c:v>96.96613468</c:v>
                </c:pt>
                <c:pt idx="192">
                  <c:v>95.98833943</c:v>
                </c:pt>
                <c:pt idx="193">
                  <c:v>96.21535479</c:v>
                </c:pt>
                <c:pt idx="194">
                  <c:v>95.98809041</c:v>
                </c:pt>
                <c:pt idx="195">
                  <c:v>96.5122632</c:v>
                </c:pt>
                <c:pt idx="196">
                  <c:v>96.32282898</c:v>
                </c:pt>
                <c:pt idx="197">
                  <c:v>95.48477177</c:v>
                </c:pt>
                <c:pt idx="198">
                  <c:v>97.1526136</c:v>
                </c:pt>
                <c:pt idx="199">
                  <c:v>99.13536119</c:v>
                </c:pt>
                <c:pt idx="200">
                  <c:v>99.85228523</c:v>
                </c:pt>
                <c:pt idx="201">
                  <c:v>100.5170888</c:v>
                </c:pt>
                <c:pt idx="202">
                  <c:v>99.98765785</c:v>
                </c:pt>
                <c:pt idx="203">
                  <c:v>96.35879926</c:v>
                </c:pt>
                <c:pt idx="204">
                  <c:v>98.4153401</c:v>
                </c:pt>
                <c:pt idx="205">
                  <c:v>98.41596782</c:v>
                </c:pt>
                <c:pt idx="206">
                  <c:v>98.54699503</c:v>
                </c:pt>
                <c:pt idx="207">
                  <c:v>99.06299501</c:v>
                </c:pt>
                <c:pt idx="208">
                  <c:v>97.58112667</c:v>
                </c:pt>
                <c:pt idx="209">
                  <c:v>98.41379674</c:v>
                </c:pt>
                <c:pt idx="210">
                  <c:v>96.0730211</c:v>
                </c:pt>
                <c:pt idx="211">
                  <c:v>91.04993176</c:v>
                </c:pt>
                <c:pt idx="212">
                  <c:v>92.33260881</c:v>
                </c:pt>
                <c:pt idx="213">
                  <c:v>96.56008699</c:v>
                </c:pt>
                <c:pt idx="214">
                  <c:v>95.39892055</c:v>
                </c:pt>
                <c:pt idx="215">
                  <c:v>90.98051952</c:v>
                </c:pt>
                <c:pt idx="216">
                  <c:v>88.77041633</c:v>
                </c:pt>
                <c:pt idx="217">
                  <c:v>89.4909993</c:v>
                </c:pt>
                <c:pt idx="218">
                  <c:v>91.05483341</c:v>
                </c:pt>
                <c:pt idx="219">
                  <c:v>92.61583911</c:v>
                </c:pt>
                <c:pt idx="220">
                  <c:v>95.59500435</c:v>
                </c:pt>
                <c:pt idx="221">
                  <c:v>94.8696336</c:v>
                </c:pt>
                <c:pt idx="222">
                  <c:v>97.23429901</c:v>
                </c:pt>
                <c:pt idx="223">
                  <c:v>99.29715259</c:v>
                </c:pt>
                <c:pt idx="224">
                  <c:v>102.7135966</c:v>
                </c:pt>
                <c:pt idx="225">
                  <c:v>106.2394499</c:v>
                </c:pt>
                <c:pt idx="226">
                  <c:v>106.009249</c:v>
                </c:pt>
                <c:pt idx="227">
                  <c:v>107.7264763</c:v>
                </c:pt>
                <c:pt idx="228">
                  <c:v>107.2232512</c:v>
                </c:pt>
                <c:pt idx="229">
                  <c:v>107.02777</c:v>
                </c:pt>
                <c:pt idx="230">
                  <c:v>109.7195887</c:v>
                </c:pt>
                <c:pt idx="231">
                  <c:v>110.6397495</c:v>
                </c:pt>
                <c:pt idx="232">
                  <c:v>107.9699338</c:v>
                </c:pt>
                <c:pt idx="233">
                  <c:v>104.4894655</c:v>
                </c:pt>
                <c:pt idx="234">
                  <c:v>104.1935854</c:v>
                </c:pt>
                <c:pt idx="235">
                  <c:v>103.6498961</c:v>
                </c:pt>
                <c:pt idx="236">
                  <c:v>101.4310758</c:v>
                </c:pt>
                <c:pt idx="237">
                  <c:v>101.174875</c:v>
                </c:pt>
                <c:pt idx="238">
                  <c:v>102.6868348</c:v>
                </c:pt>
                <c:pt idx="239">
                  <c:v>102.0122992</c:v>
                </c:pt>
                <c:pt idx="240">
                  <c:v>103.099306</c:v>
                </c:pt>
                <c:pt idx="241">
                  <c:v>106.0966229</c:v>
                </c:pt>
                <c:pt idx="242">
                  <c:v>106.6879251</c:v>
                </c:pt>
                <c:pt idx="243">
                  <c:v>103.3889427</c:v>
                </c:pt>
                <c:pt idx="244">
                  <c:v>103.4320975</c:v>
                </c:pt>
                <c:pt idx="245">
                  <c:v>102.0044478</c:v>
                </c:pt>
                <c:pt idx="246">
                  <c:v>102.0862783</c:v>
                </c:pt>
                <c:pt idx="247">
                  <c:v>103.2219588</c:v>
                </c:pt>
                <c:pt idx="248">
                  <c:v>101.9864747</c:v>
                </c:pt>
                <c:pt idx="249">
                  <c:v>99.50403944</c:v>
                </c:pt>
                <c:pt idx="250">
                  <c:v>99.44179216</c:v>
                </c:pt>
                <c:pt idx="251">
                  <c:v>103.0613225</c:v>
                </c:pt>
                <c:pt idx="252">
                  <c:v>99.2542481</c:v>
                </c:pt>
                <c:pt idx="253">
                  <c:v>98.05384809</c:v>
                </c:pt>
                <c:pt idx="254">
                  <c:v>94.01112221</c:v>
                </c:pt>
                <c:pt idx="255">
                  <c:v>96.48627263</c:v>
                </c:pt>
                <c:pt idx="256">
                  <c:v>96.39677011</c:v>
                </c:pt>
                <c:pt idx="257">
                  <c:v>98.95968708</c:v>
                </c:pt>
                <c:pt idx="258">
                  <c:v>100.8473705</c:v>
                </c:pt>
                <c:pt idx="259">
                  <c:v>101.0063117</c:v>
                </c:pt>
                <c:pt idx="260">
                  <c:v>101.235357</c:v>
                </c:pt>
                <c:pt idx="261">
                  <c:v>98.33671598</c:v>
                </c:pt>
                <c:pt idx="262">
                  <c:v>98.81698555</c:v>
                </c:pt>
                <c:pt idx="263">
                  <c:v>99.20508967</c:v>
                </c:pt>
                <c:pt idx="264">
                  <c:v>100.5463111</c:v>
                </c:pt>
                <c:pt idx="265">
                  <c:v>99.57708943</c:v>
                </c:pt>
                <c:pt idx="266">
                  <c:v>101.3361073</c:v>
                </c:pt>
                <c:pt idx="267">
                  <c:v>103.3760726</c:v>
                </c:pt>
                <c:pt idx="268">
                  <c:v>105.2092626</c:v>
                </c:pt>
                <c:pt idx="269">
                  <c:v>104.130164</c:v>
                </c:pt>
                <c:pt idx="270">
                  <c:v>103.681537</c:v>
                </c:pt>
                <c:pt idx="271">
                  <c:v>104.2936362</c:v>
                </c:pt>
                <c:pt idx="272">
                  <c:v>105.1023437</c:v>
                </c:pt>
                <c:pt idx="273">
                  <c:v>103.9053075</c:v>
                </c:pt>
                <c:pt idx="274">
                  <c:v>101.2363117</c:v>
                </c:pt>
                <c:pt idx="275">
                  <c:v>99.4736113</c:v>
                </c:pt>
                <c:pt idx="276">
                  <c:v>98.37904577</c:v>
                </c:pt>
                <c:pt idx="277">
                  <c:v>98.61907722</c:v>
                </c:pt>
                <c:pt idx="278">
                  <c:v>96.33412481</c:v>
                </c:pt>
                <c:pt idx="279">
                  <c:v>92.96172731</c:v>
                </c:pt>
                <c:pt idx="280">
                  <c:v>91.49266903</c:v>
                </c:pt>
                <c:pt idx="281">
                  <c:v>93.36525949</c:v>
                </c:pt>
                <c:pt idx="282">
                  <c:v>91.51591486</c:v>
                </c:pt>
                <c:pt idx="283">
                  <c:v>90.12813591</c:v>
                </c:pt>
                <c:pt idx="284">
                  <c:v>89.71933977</c:v>
                </c:pt>
                <c:pt idx="285">
                  <c:v>90.02215789</c:v>
                </c:pt>
                <c:pt idx="286">
                  <c:v>90.89552116</c:v>
                </c:pt>
                <c:pt idx="287">
                  <c:v>90.57538175</c:v>
                </c:pt>
                <c:pt idx="288">
                  <c:v>90.75235358</c:v>
                </c:pt>
                <c:pt idx="289">
                  <c:v>90.05005631</c:v>
                </c:pt>
                <c:pt idx="290">
                  <c:v>89.6241498</c:v>
                </c:pt>
                <c:pt idx="291">
                  <c:v>88.85744917</c:v>
                </c:pt>
                <c:pt idx="292">
                  <c:v>89.76855647</c:v>
                </c:pt>
                <c:pt idx="293">
                  <c:v>88.53402912</c:v>
                </c:pt>
                <c:pt idx="294">
                  <c:v>87.24668177</c:v>
                </c:pt>
                <c:pt idx="295">
                  <c:v>88.74501239</c:v>
                </c:pt>
                <c:pt idx="296">
                  <c:v>90.6330981</c:v>
                </c:pt>
                <c:pt idx="297">
                  <c:v>90.97862373</c:v>
                </c:pt>
                <c:pt idx="298">
                  <c:v>88.38635864</c:v>
                </c:pt>
                <c:pt idx="299">
                  <c:v>88.36358897</c:v>
                </c:pt>
                <c:pt idx="300">
                  <c:v>86.91113355</c:v>
                </c:pt>
                <c:pt idx="301">
                  <c:v>87.14951609</c:v>
                </c:pt>
                <c:pt idx="302">
                  <c:v>88.81600758</c:v>
                </c:pt>
                <c:pt idx="303">
                  <c:v>88.36100989</c:v>
                </c:pt>
                <c:pt idx="304">
                  <c:v>89.15691901</c:v>
                </c:pt>
                <c:pt idx="305">
                  <c:v>90.90514289</c:v>
                </c:pt>
                <c:pt idx="306">
                  <c:v>91.51405786</c:v>
                </c:pt>
                <c:pt idx="307">
                  <c:v>90.92870866</c:v>
                </c:pt>
                <c:pt idx="308">
                  <c:v>90.78836374</c:v>
                </c:pt>
                <c:pt idx="309">
                  <c:v>89.76053436</c:v>
                </c:pt>
                <c:pt idx="310">
                  <c:v>92.44800376</c:v>
                </c:pt>
                <c:pt idx="311">
                  <c:v>95.46694718</c:v>
                </c:pt>
                <c:pt idx="312">
                  <c:v>95.81013372</c:v>
                </c:pt>
                <c:pt idx="313">
                  <c:v>95.68726239</c:v>
                </c:pt>
                <c:pt idx="314">
                  <c:v>96.21693685</c:v>
                </c:pt>
                <c:pt idx="315">
                  <c:v>98.45050922</c:v>
                </c:pt>
                <c:pt idx="316">
                  <c:v>101.623246</c:v>
                </c:pt>
                <c:pt idx="317">
                  <c:v>101.871389</c:v>
                </c:pt>
                <c:pt idx="318">
                  <c:v>103.1003861</c:v>
                </c:pt>
                <c:pt idx="319">
                  <c:v>102.1308296</c:v>
                </c:pt>
                <c:pt idx="320">
                  <c:v>105.1357645</c:v>
                </c:pt>
                <c:pt idx="321">
                  <c:v>103.7009369</c:v>
                </c:pt>
                <c:pt idx="322">
                  <c:v>106.5652653</c:v>
                </c:pt>
                <c:pt idx="323">
                  <c:v>106.731683</c:v>
                </c:pt>
                <c:pt idx="324">
                  <c:v>106.3927236</c:v>
                </c:pt>
                <c:pt idx="325">
                  <c:v>106.8792146</c:v>
                </c:pt>
                <c:pt idx="326">
                  <c:v>107.1519451</c:v>
                </c:pt>
                <c:pt idx="327">
                  <c:v>105.7000088</c:v>
                </c:pt>
                <c:pt idx="328">
                  <c:v>104.3215081</c:v>
                </c:pt>
                <c:pt idx="329">
                  <c:v>106.0017248</c:v>
                </c:pt>
                <c:pt idx="330">
                  <c:v>107.02769</c:v>
                </c:pt>
                <c:pt idx="331">
                  <c:v>107.940053</c:v>
                </c:pt>
                <c:pt idx="332">
                  <c:v>106.9930164</c:v>
                </c:pt>
                <c:pt idx="333">
                  <c:v>108.3896139</c:v>
                </c:pt>
                <c:pt idx="334">
                  <c:v>106.7544659</c:v>
                </c:pt>
                <c:pt idx="335">
                  <c:v>106.5620198</c:v>
                </c:pt>
                <c:pt idx="336">
                  <c:v>108.4625862</c:v>
                </c:pt>
                <c:pt idx="337">
                  <c:v>108.8156062</c:v>
                </c:pt>
                <c:pt idx="338">
                  <c:v>110.76748</c:v>
                </c:pt>
                <c:pt idx="339">
                  <c:v>109.7978989</c:v>
                </c:pt>
                <c:pt idx="340">
                  <c:v>109.8257275</c:v>
                </c:pt>
                <c:pt idx="341">
                  <c:v>111.1257704</c:v>
                </c:pt>
                <c:pt idx="342">
                  <c:v>111.0506537</c:v>
                </c:pt>
                <c:pt idx="343">
                  <c:v>109.3031721</c:v>
                </c:pt>
                <c:pt idx="344">
                  <c:v>111.0744358</c:v>
                </c:pt>
                <c:pt idx="345">
                  <c:v>110.4344595</c:v>
                </c:pt>
                <c:pt idx="346">
                  <c:v>110.3487753</c:v>
                </c:pt>
                <c:pt idx="347">
                  <c:v>111.1156988</c:v>
                </c:pt>
                <c:pt idx="348">
                  <c:v>111.2411121</c:v>
                </c:pt>
                <c:pt idx="349">
                  <c:v>111.3938441</c:v>
                </c:pt>
                <c:pt idx="350">
                  <c:v>113.3713097</c:v>
                </c:pt>
                <c:pt idx="351">
                  <c:v>112.0567903</c:v>
                </c:pt>
                <c:pt idx="352">
                  <c:v>108.492249</c:v>
                </c:pt>
                <c:pt idx="353">
                  <c:v>107.6444439</c:v>
                </c:pt>
                <c:pt idx="354">
                  <c:v>108.0994144</c:v>
                </c:pt>
                <c:pt idx="355">
                  <c:v>106.1888653</c:v>
                </c:pt>
                <c:pt idx="356">
                  <c:v>107.5953537</c:v>
                </c:pt>
                <c:pt idx="357">
                  <c:v>110.8675391</c:v>
                </c:pt>
                <c:pt idx="358">
                  <c:v>111.4077642</c:v>
                </c:pt>
                <c:pt idx="359">
                  <c:v>111.9780294</c:v>
                </c:pt>
                <c:pt idx="360">
                  <c:v>112.7458579</c:v>
                </c:pt>
                <c:pt idx="361">
                  <c:v>112.2819084</c:v>
                </c:pt>
                <c:pt idx="362">
                  <c:v>112.2159629</c:v>
                </c:pt>
                <c:pt idx="363">
                  <c:v>111.7188026</c:v>
                </c:pt>
                <c:pt idx="364">
                  <c:v>111.9817643</c:v>
                </c:pt>
                <c:pt idx="365">
                  <c:v>110.6152568</c:v>
                </c:pt>
                <c:pt idx="366">
                  <c:v>111.5609432</c:v>
                </c:pt>
                <c:pt idx="367">
                  <c:v>113.0039249</c:v>
                </c:pt>
                <c:pt idx="368">
                  <c:v>113.9543238</c:v>
                </c:pt>
                <c:pt idx="369">
                  <c:v>113.5691576</c:v>
                </c:pt>
                <c:pt idx="370">
                  <c:v>116.8444338</c:v>
                </c:pt>
                <c:pt idx="371">
                  <c:v>115.9208543</c:v>
                </c:pt>
                <c:pt idx="372">
                  <c:v>114.0216721</c:v>
                </c:pt>
                <c:pt idx="373">
                  <c:v>111.7090307</c:v>
                </c:pt>
                <c:pt idx="374">
                  <c:v>115.1985326</c:v>
                </c:pt>
                <c:pt idx="375">
                  <c:v>116.8048035</c:v>
                </c:pt>
                <c:pt idx="376">
                  <c:v>122.0268269</c:v>
                </c:pt>
                <c:pt idx="377">
                  <c:v>122.9595328</c:v>
                </c:pt>
                <c:pt idx="378">
                  <c:v>124.6767784</c:v>
                </c:pt>
                <c:pt idx="379">
                  <c:v>125.6118208</c:v>
                </c:pt>
                <c:pt idx="380">
                  <c:v>120.1149968</c:v>
                </c:pt>
                <c:pt idx="381">
                  <c:v>119.7403202</c:v>
                </c:pt>
                <c:pt idx="382">
                  <c:v>118.7797255</c:v>
                </c:pt>
                <c:pt idx="383">
                  <c:v>109.2809222</c:v>
                </c:pt>
                <c:pt idx="384">
                  <c:v>109.3353077</c:v>
                </c:pt>
                <c:pt idx="385">
                  <c:v>110.5399541</c:v>
                </c:pt>
                <c:pt idx="386">
                  <c:v>106.6430169</c:v>
                </c:pt>
                <c:pt idx="387">
                  <c:v>104.7230784</c:v>
                </c:pt>
                <c:pt idx="388">
                  <c:v>103.9919122</c:v>
                </c:pt>
                <c:pt idx="389">
                  <c:v>105.6687506</c:v>
                </c:pt>
                <c:pt idx="390">
                  <c:v>103.4945862</c:v>
                </c:pt>
                <c:pt idx="391">
                  <c:v>102.5315821</c:v>
                </c:pt>
                <c:pt idx="392">
                  <c:v>106.3617385</c:v>
                </c:pt>
                <c:pt idx="393">
                  <c:v>102.729583</c:v>
                </c:pt>
                <c:pt idx="394">
                  <c:v>102.2148067</c:v>
                </c:pt>
                <c:pt idx="395">
                  <c:v>104.403519</c:v>
                </c:pt>
                <c:pt idx="396">
                  <c:v>104.5796609</c:v>
                </c:pt>
                <c:pt idx="397">
                  <c:v>102.5723751</c:v>
                </c:pt>
                <c:pt idx="398">
                  <c:v>104.5856573</c:v>
                </c:pt>
                <c:pt idx="399">
                  <c:v>100.4739347</c:v>
                </c:pt>
                <c:pt idx="400">
                  <c:v>99.95101185</c:v>
                </c:pt>
                <c:pt idx="401">
                  <c:v>100.2741273</c:v>
                </c:pt>
                <c:pt idx="402">
                  <c:v>97.67191158</c:v>
                </c:pt>
                <c:pt idx="403">
                  <c:v>95.68750463</c:v>
                </c:pt>
                <c:pt idx="404">
                  <c:v>94.4084021</c:v>
                </c:pt>
                <c:pt idx="405">
                  <c:v>93.13406695</c:v>
                </c:pt>
                <c:pt idx="406">
                  <c:v>95.19894771</c:v>
                </c:pt>
                <c:pt idx="407">
                  <c:v>96.33451063</c:v>
                </c:pt>
                <c:pt idx="408">
                  <c:v>96.09066982</c:v>
                </c:pt>
                <c:pt idx="409">
                  <c:v>97.69716683</c:v>
                </c:pt>
                <c:pt idx="410">
                  <c:v>101.7725076</c:v>
                </c:pt>
                <c:pt idx="411">
                  <c:v>102.7804673</c:v>
                </c:pt>
                <c:pt idx="412">
                  <c:v>103.4825603</c:v>
                </c:pt>
                <c:pt idx="413">
                  <c:v>106.6024714</c:v>
                </c:pt>
                <c:pt idx="414">
                  <c:v>105.2812895</c:v>
                </c:pt>
                <c:pt idx="415">
                  <c:v>104.7238919</c:v>
                </c:pt>
                <c:pt idx="416">
                  <c:v>107.4357598</c:v>
                </c:pt>
                <c:pt idx="417">
                  <c:v>107.4164293</c:v>
                </c:pt>
                <c:pt idx="418">
                  <c:v>102.9923881</c:v>
                </c:pt>
                <c:pt idx="419">
                  <c:v>99.78627254</c:v>
                </c:pt>
                <c:pt idx="420">
                  <c:v>100.7765186</c:v>
                </c:pt>
                <c:pt idx="421">
                  <c:v>102.7818805</c:v>
                </c:pt>
                <c:pt idx="422">
                  <c:v>104.5402619</c:v>
                </c:pt>
                <c:pt idx="423">
                  <c:v>104.8412198</c:v>
                </c:pt>
                <c:pt idx="424">
                  <c:v>107.3010506</c:v>
                </c:pt>
                <c:pt idx="425">
                  <c:v>109.8861836</c:v>
                </c:pt>
                <c:pt idx="426">
                  <c:v>110.4139028</c:v>
                </c:pt>
                <c:pt idx="427">
                  <c:v>110.3912163</c:v>
                </c:pt>
                <c:pt idx="428">
                  <c:v>110.0080856</c:v>
                </c:pt>
                <c:pt idx="429">
                  <c:v>111.1099771</c:v>
                </c:pt>
                <c:pt idx="430">
                  <c:v>113.8643497</c:v>
                </c:pt>
                <c:pt idx="431">
                  <c:v>113.5076091</c:v>
                </c:pt>
                <c:pt idx="432">
                  <c:v>114.4836715</c:v>
                </c:pt>
                <c:pt idx="433">
                  <c:v>114.2762563</c:v>
                </c:pt>
                <c:pt idx="434">
                  <c:v>115.6992238</c:v>
                </c:pt>
                <c:pt idx="435">
                  <c:v>117.4071046</c:v>
                </c:pt>
                <c:pt idx="436">
                  <c:v>117.522962</c:v>
                </c:pt>
                <c:pt idx="437">
                  <c:v>115.6566435</c:v>
                </c:pt>
                <c:pt idx="438">
                  <c:v>114.7943013</c:v>
                </c:pt>
                <c:pt idx="439">
                  <c:v>116.2889103</c:v>
                </c:pt>
                <c:pt idx="440">
                  <c:v>116.3986757</c:v>
                </c:pt>
                <c:pt idx="441">
                  <c:v>115.8256582</c:v>
                </c:pt>
                <c:pt idx="442">
                  <c:v>113.6943171</c:v>
                </c:pt>
                <c:pt idx="443">
                  <c:v>113.180555</c:v>
                </c:pt>
                <c:pt idx="444">
                  <c:v>112.2112213</c:v>
                </c:pt>
                <c:pt idx="445">
                  <c:v>112.8357046</c:v>
                </c:pt>
                <c:pt idx="446">
                  <c:v>109.9946372</c:v>
                </c:pt>
                <c:pt idx="447">
                  <c:v>111.9318908</c:v>
                </c:pt>
                <c:pt idx="448">
                  <c:v>111.4709343</c:v>
                </c:pt>
                <c:pt idx="449">
                  <c:v>110.1455209</c:v>
                </c:pt>
                <c:pt idx="450">
                  <c:v>112.2025063</c:v>
                </c:pt>
                <c:pt idx="451">
                  <c:v>111.7816582</c:v>
                </c:pt>
                <c:pt idx="452">
                  <c:v>112.4364397</c:v>
                </c:pt>
                <c:pt idx="453">
                  <c:v>111.4517287</c:v>
                </c:pt>
                <c:pt idx="454">
                  <c:v>110.8650702</c:v>
                </c:pt>
                <c:pt idx="455">
                  <c:v>110.596821</c:v>
                </c:pt>
                <c:pt idx="456">
                  <c:v>110.1544183</c:v>
                </c:pt>
                <c:pt idx="457">
                  <c:v>109.0712377</c:v>
                </c:pt>
                <c:pt idx="458">
                  <c:v>107.4560712</c:v>
                </c:pt>
                <c:pt idx="459">
                  <c:v>107.0490922</c:v>
                </c:pt>
                <c:pt idx="460">
                  <c:v>106.8996345</c:v>
                </c:pt>
                <c:pt idx="461">
                  <c:v>107.6581944</c:v>
                </c:pt>
                <c:pt idx="462">
                  <c:v>107.0463135</c:v>
                </c:pt>
                <c:pt idx="463">
                  <c:v>109.7697047</c:v>
                </c:pt>
                <c:pt idx="464">
                  <c:v>111.1389457</c:v>
                </c:pt>
                <c:pt idx="465">
                  <c:v>110.6134703</c:v>
                </c:pt>
                <c:pt idx="466">
                  <c:v>109.9941618</c:v>
                </c:pt>
                <c:pt idx="467">
                  <c:v>108.7985704</c:v>
                </c:pt>
                <c:pt idx="468">
                  <c:v>107.2378241</c:v>
                </c:pt>
                <c:pt idx="469">
                  <c:v>107.2079937</c:v>
                </c:pt>
                <c:pt idx="470">
                  <c:v>105.8225977</c:v>
                </c:pt>
                <c:pt idx="471">
                  <c:v>103.4953505</c:v>
                </c:pt>
                <c:pt idx="472">
                  <c:v>101.7742216</c:v>
                </c:pt>
                <c:pt idx="473">
                  <c:v>101.8977908</c:v>
                </c:pt>
                <c:pt idx="474">
                  <c:v>98.92984938</c:v>
                </c:pt>
                <c:pt idx="475">
                  <c:v>101.2290726</c:v>
                </c:pt>
                <c:pt idx="476">
                  <c:v>101.8782661</c:v>
                </c:pt>
                <c:pt idx="477">
                  <c:v>103.5501011</c:v>
                </c:pt>
                <c:pt idx="478">
                  <c:v>103.3706555</c:v>
                </c:pt>
                <c:pt idx="479">
                  <c:v>104.9504823</c:v>
                </c:pt>
                <c:pt idx="480">
                  <c:v>102.702837</c:v>
                </c:pt>
                <c:pt idx="481">
                  <c:v>102.2626273</c:v>
                </c:pt>
                <c:pt idx="482">
                  <c:v>104.4297161</c:v>
                </c:pt>
                <c:pt idx="483">
                  <c:v>102.7076003</c:v>
                </c:pt>
                <c:pt idx="484">
                  <c:v>103.2301073</c:v>
                </c:pt>
                <c:pt idx="485">
                  <c:v>103.208802</c:v>
                </c:pt>
                <c:pt idx="486">
                  <c:v>106.9865131</c:v>
                </c:pt>
                <c:pt idx="487">
                  <c:v>108.1163727</c:v>
                </c:pt>
                <c:pt idx="488">
                  <c:v>108.393067</c:v>
                </c:pt>
                <c:pt idx="489">
                  <c:v>107.4806268</c:v>
                </c:pt>
                <c:pt idx="490">
                  <c:v>107.5053411</c:v>
                </c:pt>
                <c:pt idx="491">
                  <c:v>104.7103264</c:v>
                </c:pt>
                <c:pt idx="492">
                  <c:v>100.9024517</c:v>
                </c:pt>
                <c:pt idx="493">
                  <c:v>102.5293066</c:v>
                </c:pt>
                <c:pt idx="494">
                  <c:v>101.7682088</c:v>
                </c:pt>
                <c:pt idx="495">
                  <c:v>100.6538809</c:v>
                </c:pt>
                <c:pt idx="496">
                  <c:v>101.0485902</c:v>
                </c:pt>
                <c:pt idx="497">
                  <c:v>102.1726245</c:v>
                </c:pt>
                <c:pt idx="498">
                  <c:v>104.5229072</c:v>
                </c:pt>
                <c:pt idx="499">
                  <c:v>102.8443498</c:v>
                </c:pt>
                <c:pt idx="500">
                  <c:v>103.88648</c:v>
                </c:pt>
                <c:pt idx="501">
                  <c:v>103.9817948</c:v>
                </c:pt>
                <c:pt idx="502">
                  <c:v>107.7331107</c:v>
                </c:pt>
                <c:pt idx="503">
                  <c:v>108.1773355</c:v>
                </c:pt>
                <c:pt idx="504">
                  <c:v>109.7530852</c:v>
                </c:pt>
                <c:pt idx="505">
                  <c:v>111.5088071</c:v>
                </c:pt>
                <c:pt idx="506">
                  <c:v>114.4783471</c:v>
                </c:pt>
                <c:pt idx="507">
                  <c:v>114.310812</c:v>
                </c:pt>
                <c:pt idx="508">
                  <c:v>113.0531469</c:v>
                </c:pt>
                <c:pt idx="509">
                  <c:v>110.6851421</c:v>
                </c:pt>
                <c:pt idx="510">
                  <c:v>113.5547708</c:v>
                </c:pt>
                <c:pt idx="511">
                  <c:v>115.7267406</c:v>
                </c:pt>
                <c:pt idx="512">
                  <c:v>116.7256975</c:v>
                </c:pt>
                <c:pt idx="513">
                  <c:v>116.4449928</c:v>
                </c:pt>
                <c:pt idx="514">
                  <c:v>116.2839684</c:v>
                </c:pt>
                <c:pt idx="515">
                  <c:v>115.8302394</c:v>
                </c:pt>
                <c:pt idx="516">
                  <c:v>118.17453</c:v>
                </c:pt>
                <c:pt idx="517">
                  <c:v>119.4264832</c:v>
                </c:pt>
                <c:pt idx="518">
                  <c:v>118.7198731</c:v>
                </c:pt>
                <c:pt idx="519">
                  <c:v>117.8909397</c:v>
                </c:pt>
                <c:pt idx="520">
                  <c:v>119.4751961</c:v>
                </c:pt>
                <c:pt idx="521">
                  <c:v>123.0990402</c:v>
                </c:pt>
                <c:pt idx="522">
                  <c:v>123.0192388</c:v>
                </c:pt>
                <c:pt idx="523">
                  <c:v>123.2469508</c:v>
                </c:pt>
                <c:pt idx="524">
                  <c:v>123.9641562</c:v>
                </c:pt>
                <c:pt idx="525">
                  <c:v>125.8708423</c:v>
                </c:pt>
                <c:pt idx="526">
                  <c:v>126.4342898</c:v>
                </c:pt>
                <c:pt idx="527">
                  <c:v>126.8499679</c:v>
                </c:pt>
                <c:pt idx="528">
                  <c:v>124.240011</c:v>
                </c:pt>
                <c:pt idx="529">
                  <c:v>128.4317015</c:v>
                </c:pt>
                <c:pt idx="530">
                  <c:v>130.0326427</c:v>
                </c:pt>
                <c:pt idx="531">
                  <c:v>130.0991498</c:v>
                </c:pt>
                <c:pt idx="532">
                  <c:v>130.1678187</c:v>
                </c:pt>
                <c:pt idx="533">
                  <c:v>130.1012609</c:v>
                </c:pt>
                <c:pt idx="534">
                  <c:v>130.6335646</c:v>
                </c:pt>
                <c:pt idx="535">
                  <c:v>129.1935625</c:v>
                </c:pt>
                <c:pt idx="536">
                  <c:v>129.4556337</c:v>
                </c:pt>
                <c:pt idx="537">
                  <c:v>127.0732183</c:v>
                </c:pt>
                <c:pt idx="538">
                  <c:v>125.343968</c:v>
                </c:pt>
                <c:pt idx="539">
                  <c:v>125.6804352</c:v>
                </c:pt>
                <c:pt idx="540">
                  <c:v>128.9413979</c:v>
                </c:pt>
                <c:pt idx="541">
                  <c:v>131.5163668</c:v>
                </c:pt>
                <c:pt idx="542">
                  <c:v>133.326243</c:v>
                </c:pt>
                <c:pt idx="543">
                  <c:v>133.3709893</c:v>
                </c:pt>
                <c:pt idx="544">
                  <c:v>134.2767808</c:v>
                </c:pt>
                <c:pt idx="545">
                  <c:v>132.5710256</c:v>
                </c:pt>
                <c:pt idx="546">
                  <c:v>134.9472979</c:v>
                </c:pt>
                <c:pt idx="547">
                  <c:v>134.0014276</c:v>
                </c:pt>
                <c:pt idx="548">
                  <c:v>132.7509682</c:v>
                </c:pt>
                <c:pt idx="549">
                  <c:v>132.339651</c:v>
                </c:pt>
                <c:pt idx="550">
                  <c:v>134.3801828</c:v>
                </c:pt>
                <c:pt idx="551">
                  <c:v>131.5107476</c:v>
                </c:pt>
                <c:pt idx="552">
                  <c:v>132.4289637</c:v>
                </c:pt>
                <c:pt idx="553">
                  <c:v>133.1027354</c:v>
                </c:pt>
                <c:pt idx="554">
                  <c:v>132.5028108</c:v>
                </c:pt>
                <c:pt idx="555">
                  <c:v>132.6299902</c:v>
                </c:pt>
                <c:pt idx="556">
                  <c:v>135.4251631</c:v>
                </c:pt>
                <c:pt idx="557">
                  <c:v>136.9355493</c:v>
                </c:pt>
                <c:pt idx="558">
                  <c:v>137.9004532</c:v>
                </c:pt>
                <c:pt idx="559">
                  <c:v>137.456085</c:v>
                </c:pt>
                <c:pt idx="560">
                  <c:v>137.1852865</c:v>
                </c:pt>
                <c:pt idx="561">
                  <c:v>139.8159907</c:v>
                </c:pt>
                <c:pt idx="562">
                  <c:v>141.4440311</c:v>
                </c:pt>
                <c:pt idx="563">
                  <c:v>141.1597712</c:v>
                </c:pt>
                <c:pt idx="564">
                  <c:v>141.5852886</c:v>
                </c:pt>
                <c:pt idx="565">
                  <c:v>141.4256061</c:v>
                </c:pt>
                <c:pt idx="566">
                  <c:v>142.5847167</c:v>
                </c:pt>
                <c:pt idx="567">
                  <c:v>143.0086972</c:v>
                </c:pt>
                <c:pt idx="568">
                  <c:v>143.7127597</c:v>
                </c:pt>
                <c:pt idx="569">
                  <c:v>144.5171128</c:v>
                </c:pt>
                <c:pt idx="570">
                  <c:v>144.3507036</c:v>
                </c:pt>
                <c:pt idx="571">
                  <c:v>143.5473793</c:v>
                </c:pt>
                <c:pt idx="572">
                  <c:v>139.2184286</c:v>
                </c:pt>
                <c:pt idx="573">
                  <c:v>139.412136</c:v>
                </c:pt>
                <c:pt idx="574">
                  <c:v>138.7958956</c:v>
                </c:pt>
                <c:pt idx="575">
                  <c:v>136.3423186</c:v>
                </c:pt>
                <c:pt idx="576">
                  <c:v>137.3369184</c:v>
                </c:pt>
                <c:pt idx="577">
                  <c:v>135.6251867</c:v>
                </c:pt>
                <c:pt idx="578">
                  <c:v>139.1372242</c:v>
                </c:pt>
                <c:pt idx="579">
                  <c:v>142.0559611</c:v>
                </c:pt>
                <c:pt idx="580">
                  <c:v>140.9293245</c:v>
                </c:pt>
                <c:pt idx="581">
                  <c:v>137.8401409</c:v>
                </c:pt>
                <c:pt idx="582">
                  <c:v>138.5167899</c:v>
                </c:pt>
                <c:pt idx="583">
                  <c:v>139.9929839</c:v>
                </c:pt>
                <c:pt idx="584">
                  <c:v>139.1503209</c:v>
                </c:pt>
                <c:pt idx="585">
                  <c:v>135.7221979</c:v>
                </c:pt>
                <c:pt idx="586">
                  <c:v>139.1763336</c:v>
                </c:pt>
                <c:pt idx="587">
                  <c:v>138.2662115</c:v>
                </c:pt>
                <c:pt idx="588">
                  <c:v>135.2800365</c:v>
                </c:pt>
                <c:pt idx="589">
                  <c:v>134.1949817</c:v>
                </c:pt>
                <c:pt idx="590">
                  <c:v>134.6796229</c:v>
                </c:pt>
                <c:pt idx="591">
                  <c:v>136.9524428</c:v>
                </c:pt>
                <c:pt idx="592">
                  <c:v>140.5934143</c:v>
                </c:pt>
                <c:pt idx="593">
                  <c:v>140.2812869</c:v>
                </c:pt>
                <c:pt idx="594">
                  <c:v>141.3388248</c:v>
                </c:pt>
                <c:pt idx="595">
                  <c:v>140.810794</c:v>
                </c:pt>
                <c:pt idx="596">
                  <c:v>139.885083</c:v>
                </c:pt>
                <c:pt idx="597">
                  <c:v>139.8367236</c:v>
                </c:pt>
                <c:pt idx="598">
                  <c:v>140.3884458</c:v>
                </c:pt>
                <c:pt idx="599">
                  <c:v>135.7830139</c:v>
                </c:pt>
                <c:pt idx="600">
                  <c:v>132.8773501</c:v>
                </c:pt>
                <c:pt idx="601">
                  <c:v>131.4319661</c:v>
                </c:pt>
                <c:pt idx="602">
                  <c:v>128.4480376</c:v>
                </c:pt>
                <c:pt idx="603">
                  <c:v>128.7021779</c:v>
                </c:pt>
                <c:pt idx="604">
                  <c:v>132.3154621</c:v>
                </c:pt>
                <c:pt idx="605">
                  <c:v>134.5573545</c:v>
                </c:pt>
                <c:pt idx="606">
                  <c:v>132.8986102</c:v>
                </c:pt>
                <c:pt idx="607">
                  <c:v>128.8461624</c:v>
                </c:pt>
                <c:pt idx="608">
                  <c:v>129.1740674</c:v>
                </c:pt>
                <c:pt idx="609">
                  <c:v>128.1018686</c:v>
                </c:pt>
                <c:pt idx="610">
                  <c:v>126.8159968</c:v>
                </c:pt>
                <c:pt idx="611">
                  <c:v>129.1498826</c:v>
                </c:pt>
                <c:pt idx="612">
                  <c:v>133.7232968</c:v>
                </c:pt>
                <c:pt idx="613">
                  <c:v>132.2299421</c:v>
                </c:pt>
                <c:pt idx="614">
                  <c:v>128.8430417</c:v>
                </c:pt>
                <c:pt idx="615">
                  <c:v>129.9631173</c:v>
                </c:pt>
                <c:pt idx="616">
                  <c:v>126.3175972</c:v>
                </c:pt>
                <c:pt idx="617">
                  <c:v>122.8799617</c:v>
                </c:pt>
                <c:pt idx="618">
                  <c:v>122.2907661</c:v>
                </c:pt>
                <c:pt idx="619">
                  <c:v>122.1837179</c:v>
                </c:pt>
                <c:pt idx="620">
                  <c:v>124.6771791</c:v>
                </c:pt>
                <c:pt idx="621">
                  <c:v>126.3171492</c:v>
                </c:pt>
                <c:pt idx="622">
                  <c:v>123.7158631</c:v>
                </c:pt>
                <c:pt idx="623">
                  <c:v>126.5867373</c:v>
                </c:pt>
                <c:pt idx="624">
                  <c:v>122.6105218</c:v>
                </c:pt>
                <c:pt idx="625">
                  <c:v>119.7452341</c:v>
                </c:pt>
                <c:pt idx="626">
                  <c:v>121.825834</c:v>
                </c:pt>
                <c:pt idx="627">
                  <c:v>122.2836538</c:v>
                </c:pt>
                <c:pt idx="628">
                  <c:v>128.9915567</c:v>
                </c:pt>
                <c:pt idx="629">
                  <c:v>126.3099409</c:v>
                </c:pt>
                <c:pt idx="630">
                  <c:v>129.1937406</c:v>
                </c:pt>
                <c:pt idx="631">
                  <c:v>129.5336246</c:v>
                </c:pt>
                <c:pt idx="632">
                  <c:v>129.0458993</c:v>
                </c:pt>
                <c:pt idx="633">
                  <c:v>132.3394372</c:v>
                </c:pt>
                <c:pt idx="634">
                  <c:v>132.0739093</c:v>
                </c:pt>
                <c:pt idx="635">
                  <c:v>135.8722358</c:v>
                </c:pt>
                <c:pt idx="636">
                  <c:v>136.2970771</c:v>
                </c:pt>
                <c:pt idx="637">
                  <c:v>135.2879485</c:v>
                </c:pt>
                <c:pt idx="638">
                  <c:v>136.7877499</c:v>
                </c:pt>
                <c:pt idx="639">
                  <c:v>134.0301084</c:v>
                </c:pt>
                <c:pt idx="640">
                  <c:v>134.451763</c:v>
                </c:pt>
                <c:pt idx="641">
                  <c:v>135.7887734</c:v>
                </c:pt>
                <c:pt idx="642">
                  <c:v>132.8708371</c:v>
                </c:pt>
                <c:pt idx="643">
                  <c:v>133.8692297</c:v>
                </c:pt>
                <c:pt idx="644">
                  <c:v>135.5661307</c:v>
                </c:pt>
                <c:pt idx="645">
                  <c:v>135.5806683</c:v>
                </c:pt>
                <c:pt idx="646">
                  <c:v>138.2382407</c:v>
                </c:pt>
                <c:pt idx="647">
                  <c:v>140.0309755</c:v>
                </c:pt>
                <c:pt idx="648">
                  <c:v>137.4811758</c:v>
                </c:pt>
                <c:pt idx="649">
                  <c:v>138.6816795</c:v>
                </c:pt>
                <c:pt idx="650">
                  <c:v>138.4811768</c:v>
                </c:pt>
                <c:pt idx="651">
                  <c:v>141.1963195</c:v>
                </c:pt>
                <c:pt idx="652">
                  <c:v>141.7158813</c:v>
                </c:pt>
                <c:pt idx="653">
                  <c:v>141.2172313</c:v>
                </c:pt>
                <c:pt idx="654">
                  <c:v>141.0790277</c:v>
                </c:pt>
                <c:pt idx="655">
                  <c:v>146.0205484</c:v>
                </c:pt>
                <c:pt idx="656">
                  <c:v>148.4060202</c:v>
                </c:pt>
                <c:pt idx="657">
                  <c:v>146.2556901</c:v>
                </c:pt>
                <c:pt idx="658">
                  <c:v>147.4131941</c:v>
                </c:pt>
                <c:pt idx="659">
                  <c:v>148.4219313</c:v>
                </c:pt>
                <c:pt idx="660">
                  <c:v>148.3092434</c:v>
                </c:pt>
                <c:pt idx="661">
                  <c:v>149.8404318</c:v>
                </c:pt>
                <c:pt idx="662">
                  <c:v>150.8108052</c:v>
                </c:pt>
                <c:pt idx="663">
                  <c:v>150.0091061</c:v>
                </c:pt>
                <c:pt idx="664">
                  <c:v>151.0090296</c:v>
                </c:pt>
                <c:pt idx="665">
                  <c:v>150.9226386</c:v>
                </c:pt>
                <c:pt idx="666">
                  <c:v>147.8735347</c:v>
                </c:pt>
                <c:pt idx="667">
                  <c:v>147.7434701</c:v>
                </c:pt>
                <c:pt idx="668">
                  <c:v>145.5249866</c:v>
                </c:pt>
                <c:pt idx="669">
                  <c:v>147.7197696</c:v>
                </c:pt>
                <c:pt idx="670">
                  <c:v>152.6481734</c:v>
                </c:pt>
                <c:pt idx="671">
                  <c:v>153.3761309</c:v>
                </c:pt>
                <c:pt idx="672">
                  <c:v>153.4830656</c:v>
                </c:pt>
                <c:pt idx="673">
                  <c:v>152.7085139</c:v>
                </c:pt>
                <c:pt idx="674">
                  <c:v>153.8875647</c:v>
                </c:pt>
                <c:pt idx="675">
                  <c:v>154.5707676</c:v>
                </c:pt>
                <c:pt idx="676">
                  <c:v>152.6199377</c:v>
                </c:pt>
                <c:pt idx="677">
                  <c:v>151.4828859</c:v>
                </c:pt>
                <c:pt idx="678">
                  <c:v>151.024604</c:v>
                </c:pt>
                <c:pt idx="679">
                  <c:v>152.2011019</c:v>
                </c:pt>
                <c:pt idx="680">
                  <c:v>150.4055332</c:v>
                </c:pt>
                <c:pt idx="681">
                  <c:v>153.2159949</c:v>
                </c:pt>
                <c:pt idx="682">
                  <c:v>152.9894021</c:v>
                </c:pt>
                <c:pt idx="683">
                  <c:v>152.700248</c:v>
                </c:pt>
                <c:pt idx="684">
                  <c:v>151.1036427</c:v>
                </c:pt>
                <c:pt idx="685">
                  <c:v>148.9388552</c:v>
                </c:pt>
                <c:pt idx="686">
                  <c:v>148.2317628</c:v>
                </c:pt>
                <c:pt idx="687">
                  <c:v>149.9643344</c:v>
                </c:pt>
                <c:pt idx="688">
                  <c:v>150.4943024</c:v>
                </c:pt>
                <c:pt idx="689">
                  <c:v>147.9830349</c:v>
                </c:pt>
                <c:pt idx="690">
                  <c:v>147.2411614</c:v>
                </c:pt>
                <c:pt idx="691">
                  <c:v>147.9209417</c:v>
                </c:pt>
                <c:pt idx="692">
                  <c:v>149.8711132</c:v>
                </c:pt>
                <c:pt idx="693">
                  <c:v>146.6842237</c:v>
                </c:pt>
                <c:pt idx="694">
                  <c:v>146.0180916</c:v>
                </c:pt>
                <c:pt idx="695">
                  <c:v>144.2027372</c:v>
                </c:pt>
                <c:pt idx="696">
                  <c:v>145.6043973</c:v>
                </c:pt>
                <c:pt idx="697">
                  <c:v>146.8380983</c:v>
                </c:pt>
                <c:pt idx="698">
                  <c:v>146.943167</c:v>
                </c:pt>
                <c:pt idx="699">
                  <c:v>148.3591419</c:v>
                </c:pt>
                <c:pt idx="700">
                  <c:v>147.727092</c:v>
                </c:pt>
                <c:pt idx="701">
                  <c:v>149.4786618</c:v>
                </c:pt>
                <c:pt idx="702">
                  <c:v>147.3749457</c:v>
                </c:pt>
                <c:pt idx="703">
                  <c:v>148.2754033</c:v>
                </c:pt>
                <c:pt idx="704">
                  <c:v>150.2664547</c:v>
                </c:pt>
                <c:pt idx="705">
                  <c:v>149.6310198</c:v>
                </c:pt>
                <c:pt idx="706">
                  <c:v>149.9071569</c:v>
                </c:pt>
                <c:pt idx="707">
                  <c:v>151.2196566</c:v>
                </c:pt>
                <c:pt idx="708">
                  <c:v>149.0594142</c:v>
                </c:pt>
                <c:pt idx="709">
                  <c:v>150.8961927</c:v>
                </c:pt>
                <c:pt idx="710">
                  <c:v>150.5224876</c:v>
                </c:pt>
                <c:pt idx="711">
                  <c:v>151.8406754</c:v>
                </c:pt>
                <c:pt idx="712">
                  <c:v>151.3216976</c:v>
                </c:pt>
                <c:pt idx="713">
                  <c:v>151.6336156</c:v>
                </c:pt>
                <c:pt idx="714">
                  <c:v>153.0550467</c:v>
                </c:pt>
                <c:pt idx="715">
                  <c:v>154.7958455</c:v>
                </c:pt>
                <c:pt idx="716">
                  <c:v>153.7480801</c:v>
                </c:pt>
                <c:pt idx="717">
                  <c:v>153.1450184</c:v>
                </c:pt>
                <c:pt idx="718">
                  <c:v>150.6172613</c:v>
                </c:pt>
                <c:pt idx="719">
                  <c:v>151.3815415</c:v>
                </c:pt>
                <c:pt idx="720">
                  <c:v>154.1587091</c:v>
                </c:pt>
                <c:pt idx="721">
                  <c:v>153.4605599</c:v>
                </c:pt>
                <c:pt idx="722">
                  <c:v>152.4841267</c:v>
                </c:pt>
                <c:pt idx="723">
                  <c:v>152.6459719</c:v>
                </c:pt>
                <c:pt idx="724">
                  <c:v>152.3126254</c:v>
                </c:pt>
                <c:pt idx="725">
                  <c:v>154.734806</c:v>
                </c:pt>
                <c:pt idx="726">
                  <c:v>155.6478723</c:v>
                </c:pt>
                <c:pt idx="727">
                  <c:v>154.522017</c:v>
                </c:pt>
                <c:pt idx="728">
                  <c:v>154.056291</c:v>
                </c:pt>
                <c:pt idx="729">
                  <c:v>153.9134412</c:v>
                </c:pt>
                <c:pt idx="730">
                  <c:v>154.2645892</c:v>
                </c:pt>
                <c:pt idx="731">
                  <c:v>153.9076878</c:v>
                </c:pt>
                <c:pt idx="732">
                  <c:v>156.6406526</c:v>
                </c:pt>
                <c:pt idx="733">
                  <c:v>158.8507619</c:v>
                </c:pt>
                <c:pt idx="734">
                  <c:v>155.7414951</c:v>
                </c:pt>
                <c:pt idx="735">
                  <c:v>155.0374103</c:v>
                </c:pt>
                <c:pt idx="736">
                  <c:v>149.6510247</c:v>
                </c:pt>
                <c:pt idx="737">
                  <c:v>144.3151826</c:v>
                </c:pt>
                <c:pt idx="738">
                  <c:v>142.8073278</c:v>
                </c:pt>
                <c:pt idx="739">
                  <c:v>142.1909868</c:v>
                </c:pt>
                <c:pt idx="740">
                  <c:v>139.7366915</c:v>
                </c:pt>
                <c:pt idx="741">
                  <c:v>141.15181</c:v>
                </c:pt>
                <c:pt idx="742">
                  <c:v>140.7869408</c:v>
                </c:pt>
                <c:pt idx="743">
                  <c:v>141.0313756</c:v>
                </c:pt>
                <c:pt idx="744">
                  <c:v>140.5209414</c:v>
                </c:pt>
                <c:pt idx="745">
                  <c:v>139.1032232</c:v>
                </c:pt>
                <c:pt idx="746">
                  <c:v>144.3145895</c:v>
                </c:pt>
                <c:pt idx="747">
                  <c:v>144.1096162</c:v>
                </c:pt>
                <c:pt idx="748">
                  <c:v>138.537567</c:v>
                </c:pt>
                <c:pt idx="749">
                  <c:v>141.1281685</c:v>
                </c:pt>
                <c:pt idx="750">
                  <c:v>146.0300398</c:v>
                </c:pt>
                <c:pt idx="751">
                  <c:v>144.6191583</c:v>
                </c:pt>
                <c:pt idx="752">
                  <c:v>146.7094763</c:v>
                </c:pt>
                <c:pt idx="753">
                  <c:v>146.7300837</c:v>
                </c:pt>
                <c:pt idx="754">
                  <c:v>142.6876475</c:v>
                </c:pt>
                <c:pt idx="755">
                  <c:v>140.4932505</c:v>
                </c:pt>
                <c:pt idx="756">
                  <c:v>140.5554249</c:v>
                </c:pt>
                <c:pt idx="757">
                  <c:v>141.7284092</c:v>
                </c:pt>
                <c:pt idx="758">
                  <c:v>143.5497143</c:v>
                </c:pt>
                <c:pt idx="759">
                  <c:v>143.871804</c:v>
                </c:pt>
                <c:pt idx="760">
                  <c:v>143.5672069</c:v>
                </c:pt>
                <c:pt idx="761">
                  <c:v>144.0987859</c:v>
                </c:pt>
                <c:pt idx="762">
                  <c:v>143.3979772</c:v>
                </c:pt>
                <c:pt idx="763">
                  <c:v>140.1877545</c:v>
                </c:pt>
                <c:pt idx="764">
                  <c:v>140.1737809</c:v>
                </c:pt>
                <c:pt idx="765">
                  <c:v>139.3659948</c:v>
                </c:pt>
                <c:pt idx="766">
                  <c:v>140.0213776</c:v>
                </c:pt>
                <c:pt idx="767">
                  <c:v>138.5733942</c:v>
                </c:pt>
                <c:pt idx="768">
                  <c:v>137.7593451</c:v>
                </c:pt>
                <c:pt idx="769">
                  <c:v>136.0410595</c:v>
                </c:pt>
                <c:pt idx="770">
                  <c:v>136.1787485</c:v>
                </c:pt>
                <c:pt idx="771">
                  <c:v>133.7989828</c:v>
                </c:pt>
                <c:pt idx="772">
                  <c:v>132.7577577</c:v>
                </c:pt>
                <c:pt idx="773">
                  <c:v>134.5661851</c:v>
                </c:pt>
                <c:pt idx="774">
                  <c:v>132.5134727</c:v>
                </c:pt>
                <c:pt idx="775">
                  <c:v>130.8353223</c:v>
                </c:pt>
                <c:pt idx="776">
                  <c:v>131.5425603</c:v>
                </c:pt>
                <c:pt idx="777">
                  <c:v>129.3028305</c:v>
                </c:pt>
                <c:pt idx="778">
                  <c:v>127.6055065</c:v>
                </c:pt>
                <c:pt idx="779">
                  <c:v>128.5563117</c:v>
                </c:pt>
                <c:pt idx="780">
                  <c:v>126.275005</c:v>
                </c:pt>
                <c:pt idx="781">
                  <c:v>126.8995822</c:v>
                </c:pt>
                <c:pt idx="782">
                  <c:v>127.9905752</c:v>
                </c:pt>
                <c:pt idx="783">
                  <c:v>129.6274874</c:v>
                </c:pt>
                <c:pt idx="784">
                  <c:v>131.1011041</c:v>
                </c:pt>
                <c:pt idx="785">
                  <c:v>135.5108821</c:v>
                </c:pt>
                <c:pt idx="786">
                  <c:v>134.760097</c:v>
                </c:pt>
                <c:pt idx="787">
                  <c:v>134.8015996</c:v>
                </c:pt>
                <c:pt idx="788">
                  <c:v>138.5227288</c:v>
                </c:pt>
                <c:pt idx="789">
                  <c:v>136.701034</c:v>
                </c:pt>
                <c:pt idx="790">
                  <c:v>136.4349834</c:v>
                </c:pt>
                <c:pt idx="791">
                  <c:v>136.2276348</c:v>
                </c:pt>
                <c:pt idx="792">
                  <c:v>140.4325353</c:v>
                </c:pt>
                <c:pt idx="793">
                  <c:v>144.4952563</c:v>
                </c:pt>
                <c:pt idx="794">
                  <c:v>144.6849299</c:v>
                </c:pt>
                <c:pt idx="795">
                  <c:v>144.3727503</c:v>
                </c:pt>
                <c:pt idx="796">
                  <c:v>145.719204</c:v>
                </c:pt>
                <c:pt idx="797">
                  <c:v>145.9641841</c:v>
                </c:pt>
                <c:pt idx="798">
                  <c:v>147.4034716</c:v>
                </c:pt>
                <c:pt idx="799">
                  <c:v>146.9863251</c:v>
                </c:pt>
                <c:pt idx="800">
                  <c:v>147.4740368</c:v>
                </c:pt>
                <c:pt idx="801">
                  <c:v>147.7492795</c:v>
                </c:pt>
                <c:pt idx="802">
                  <c:v>148.1643266</c:v>
                </c:pt>
                <c:pt idx="803">
                  <c:v>144.4390451</c:v>
                </c:pt>
                <c:pt idx="804">
                  <c:v>144.4486511</c:v>
                </c:pt>
                <c:pt idx="805">
                  <c:v>146.2900895</c:v>
                </c:pt>
                <c:pt idx="806">
                  <c:v>144.5118504</c:v>
                </c:pt>
                <c:pt idx="807">
                  <c:v>142.7510313</c:v>
                </c:pt>
                <c:pt idx="808">
                  <c:v>141.9197073</c:v>
                </c:pt>
                <c:pt idx="809">
                  <c:v>143.3146093</c:v>
                </c:pt>
                <c:pt idx="810">
                  <c:v>141.8042778</c:v>
                </c:pt>
                <c:pt idx="811">
                  <c:v>141.3175543</c:v>
                </c:pt>
                <c:pt idx="812">
                  <c:v>142.6612605</c:v>
                </c:pt>
                <c:pt idx="813">
                  <c:v>141.1336014</c:v>
                </c:pt>
                <c:pt idx="814">
                  <c:v>143.4271198</c:v>
                </c:pt>
                <c:pt idx="815">
                  <c:v>141.4902575</c:v>
                </c:pt>
                <c:pt idx="816">
                  <c:v>143.604445</c:v>
                </c:pt>
                <c:pt idx="817">
                  <c:v>146.3946908</c:v>
                </c:pt>
                <c:pt idx="818">
                  <c:v>147.777537</c:v>
                </c:pt>
                <c:pt idx="819">
                  <c:v>150.6322469</c:v>
                </c:pt>
                <c:pt idx="820">
                  <c:v>151.9939697</c:v>
                </c:pt>
                <c:pt idx="821">
                  <c:v>151.6285566</c:v>
                </c:pt>
                <c:pt idx="822">
                  <c:v>151.9337302</c:v>
                </c:pt>
                <c:pt idx="823">
                  <c:v>152.9506949</c:v>
                </c:pt>
                <c:pt idx="824">
                  <c:v>151.2443154</c:v>
                </c:pt>
                <c:pt idx="825">
                  <c:v>152.8141965</c:v>
                </c:pt>
                <c:pt idx="826">
                  <c:v>154.5257332</c:v>
                </c:pt>
                <c:pt idx="827">
                  <c:v>152.8019696</c:v>
                </c:pt>
                <c:pt idx="828">
                  <c:v>148.5666</c:v>
                </c:pt>
                <c:pt idx="829">
                  <c:v>153.1683485</c:v>
                </c:pt>
                <c:pt idx="830">
                  <c:v>153.1335972</c:v>
                </c:pt>
                <c:pt idx="831">
                  <c:v>153.0539931</c:v>
                </c:pt>
                <c:pt idx="832">
                  <c:v>153.3259443</c:v>
                </c:pt>
                <c:pt idx="833">
                  <c:v>150.8873107</c:v>
                </c:pt>
                <c:pt idx="834">
                  <c:v>152.1604547</c:v>
                </c:pt>
                <c:pt idx="835">
                  <c:v>152.3361871</c:v>
                </c:pt>
                <c:pt idx="836">
                  <c:v>152.0357658</c:v>
                </c:pt>
                <c:pt idx="837">
                  <c:v>154.8259783</c:v>
                </c:pt>
                <c:pt idx="838">
                  <c:v>154.7204056</c:v>
                </c:pt>
                <c:pt idx="839">
                  <c:v>152.0416457</c:v>
                </c:pt>
                <c:pt idx="840">
                  <c:v>150.7898382</c:v>
                </c:pt>
                <c:pt idx="841">
                  <c:v>151.2005494</c:v>
                </c:pt>
                <c:pt idx="842">
                  <c:v>152.257184</c:v>
                </c:pt>
                <c:pt idx="843">
                  <c:v>150.2658811</c:v>
                </c:pt>
                <c:pt idx="844">
                  <c:v>154.1460102</c:v>
                </c:pt>
                <c:pt idx="845">
                  <c:v>153.3489951</c:v>
                </c:pt>
                <c:pt idx="846">
                  <c:v>153.5064679</c:v>
                </c:pt>
                <c:pt idx="847">
                  <c:v>152.5772626</c:v>
                </c:pt>
                <c:pt idx="848">
                  <c:v>148.9839521</c:v>
                </c:pt>
                <c:pt idx="849">
                  <c:v>144.9086746</c:v>
                </c:pt>
                <c:pt idx="850">
                  <c:v>144.4792097</c:v>
                </c:pt>
                <c:pt idx="851">
                  <c:v>144.217107</c:v>
                </c:pt>
                <c:pt idx="852">
                  <c:v>141.5381895</c:v>
                </c:pt>
                <c:pt idx="853">
                  <c:v>140.6117783</c:v>
                </c:pt>
                <c:pt idx="854">
                  <c:v>141.3320238</c:v>
                </c:pt>
                <c:pt idx="855">
                  <c:v>139.934095</c:v>
                </c:pt>
                <c:pt idx="856">
                  <c:v>139.8317552</c:v>
                </c:pt>
                <c:pt idx="857">
                  <c:v>140.6982034</c:v>
                </c:pt>
                <c:pt idx="858">
                  <c:v>138.6563562</c:v>
                </c:pt>
                <c:pt idx="859">
                  <c:v>138.5335315</c:v>
                </c:pt>
                <c:pt idx="860">
                  <c:v>138.3624536</c:v>
                </c:pt>
                <c:pt idx="861">
                  <c:v>139.2080836</c:v>
                </c:pt>
                <c:pt idx="862">
                  <c:v>136.6189916</c:v>
                </c:pt>
                <c:pt idx="863">
                  <c:v>137.2825982</c:v>
                </c:pt>
                <c:pt idx="864">
                  <c:v>137.2788609</c:v>
                </c:pt>
                <c:pt idx="865">
                  <c:v>139.1457453</c:v>
                </c:pt>
                <c:pt idx="866">
                  <c:v>139.9665977</c:v>
                </c:pt>
                <c:pt idx="867">
                  <c:v>142.3910788</c:v>
                </c:pt>
                <c:pt idx="868">
                  <c:v>140.7818371</c:v>
                </c:pt>
                <c:pt idx="869">
                  <c:v>140.2754603</c:v>
                </c:pt>
                <c:pt idx="870">
                  <c:v>140.7495486</c:v>
                </c:pt>
                <c:pt idx="871">
                  <c:v>141.3380475</c:v>
                </c:pt>
                <c:pt idx="872">
                  <c:v>140.3202431</c:v>
                </c:pt>
                <c:pt idx="873">
                  <c:v>141.7244329</c:v>
                </c:pt>
                <c:pt idx="874">
                  <c:v>141.2942159</c:v>
                </c:pt>
                <c:pt idx="875">
                  <c:v>142.7912258</c:v>
                </c:pt>
                <c:pt idx="876">
                  <c:v>142.0561917</c:v>
                </c:pt>
                <c:pt idx="877">
                  <c:v>142.7744676</c:v>
                </c:pt>
                <c:pt idx="878">
                  <c:v>141.6757668</c:v>
                </c:pt>
                <c:pt idx="879">
                  <c:v>138.6464122</c:v>
                </c:pt>
                <c:pt idx="880">
                  <c:v>143.6337092</c:v>
                </c:pt>
                <c:pt idx="881">
                  <c:v>143.0517793</c:v>
                </c:pt>
                <c:pt idx="882">
                  <c:v>143.6272951</c:v>
                </c:pt>
                <c:pt idx="883">
                  <c:v>140.3306592</c:v>
                </c:pt>
                <c:pt idx="884">
                  <c:v>139.2455014</c:v>
                </c:pt>
                <c:pt idx="885">
                  <c:v>141.7610554</c:v>
                </c:pt>
                <c:pt idx="886">
                  <c:v>142.4285539</c:v>
                </c:pt>
                <c:pt idx="887">
                  <c:v>141.2682658</c:v>
                </c:pt>
                <c:pt idx="888">
                  <c:v>141.1286461</c:v>
                </c:pt>
                <c:pt idx="889">
                  <c:v>141.6896147</c:v>
                </c:pt>
                <c:pt idx="890">
                  <c:v>142.6053496</c:v>
                </c:pt>
                <c:pt idx="891">
                  <c:v>140.3680449</c:v>
                </c:pt>
                <c:pt idx="892">
                  <c:v>143.0529892</c:v>
                </c:pt>
                <c:pt idx="893">
                  <c:v>144.2680708</c:v>
                </c:pt>
                <c:pt idx="894">
                  <c:v>147.2311818</c:v>
                </c:pt>
                <c:pt idx="895">
                  <c:v>142.5006751</c:v>
                </c:pt>
                <c:pt idx="896">
                  <c:v>135.013018</c:v>
                </c:pt>
                <c:pt idx="897">
                  <c:v>136.0553669</c:v>
                </c:pt>
                <c:pt idx="898">
                  <c:v>134.4952535</c:v>
                </c:pt>
                <c:pt idx="899">
                  <c:v>135.1347682</c:v>
                </c:pt>
                <c:pt idx="900">
                  <c:v>136.0787257</c:v>
                </c:pt>
                <c:pt idx="901">
                  <c:v>136.8167636</c:v>
                </c:pt>
                <c:pt idx="902">
                  <c:v>133.3438755</c:v>
                </c:pt>
                <c:pt idx="903">
                  <c:v>132.8101192</c:v>
                </c:pt>
                <c:pt idx="904">
                  <c:v>134.6518923</c:v>
                </c:pt>
                <c:pt idx="905">
                  <c:v>136.3996284</c:v>
                </c:pt>
                <c:pt idx="906">
                  <c:v>129.6239441</c:v>
                </c:pt>
                <c:pt idx="907">
                  <c:v>128.9318789</c:v>
                </c:pt>
                <c:pt idx="908">
                  <c:v>126.4036421</c:v>
                </c:pt>
                <c:pt idx="909">
                  <c:v>126.090423</c:v>
                </c:pt>
                <c:pt idx="910">
                  <c:v>119.3944825</c:v>
                </c:pt>
                <c:pt idx="911">
                  <c:v>121.6929162</c:v>
                </c:pt>
                <c:pt idx="912">
                  <c:v>123.0660411</c:v>
                </c:pt>
                <c:pt idx="913">
                  <c:v>118.8648216</c:v>
                </c:pt>
                <c:pt idx="914">
                  <c:v>117.1622194</c:v>
                </c:pt>
                <c:pt idx="915">
                  <c:v>116.6242365</c:v>
                </c:pt>
                <c:pt idx="916">
                  <c:v>115.970238</c:v>
                </c:pt>
                <c:pt idx="917">
                  <c:v>116.0649579</c:v>
                </c:pt>
                <c:pt idx="918">
                  <c:v>114.6761233</c:v>
                </c:pt>
                <c:pt idx="919">
                  <c:v>116.72422</c:v>
                </c:pt>
                <c:pt idx="920">
                  <c:v>118.2248657</c:v>
                </c:pt>
                <c:pt idx="921">
                  <c:v>117.4293004</c:v>
                </c:pt>
                <c:pt idx="922">
                  <c:v>117.7546848</c:v>
                </c:pt>
                <c:pt idx="923">
                  <c:v>116.5292485</c:v>
                </c:pt>
                <c:pt idx="924">
                  <c:v>116.6949823</c:v>
                </c:pt>
                <c:pt idx="925">
                  <c:v>117.6881596</c:v>
                </c:pt>
                <c:pt idx="926">
                  <c:v>124.230003</c:v>
                </c:pt>
                <c:pt idx="927">
                  <c:v>121.9527855</c:v>
                </c:pt>
                <c:pt idx="928">
                  <c:v>122.6268839</c:v>
                </c:pt>
                <c:pt idx="929">
                  <c:v>124.5238504</c:v>
                </c:pt>
                <c:pt idx="930">
                  <c:v>125.0654458</c:v>
                </c:pt>
                <c:pt idx="931">
                  <c:v>126.2429074</c:v>
                </c:pt>
                <c:pt idx="932">
                  <c:v>125.1544652</c:v>
                </c:pt>
                <c:pt idx="933">
                  <c:v>126.5001538</c:v>
                </c:pt>
                <c:pt idx="934">
                  <c:v>129.2041727</c:v>
                </c:pt>
                <c:pt idx="935">
                  <c:v>127.9570633</c:v>
                </c:pt>
                <c:pt idx="936">
                  <c:v>127.9855468</c:v>
                </c:pt>
                <c:pt idx="937">
                  <c:v>132.9547756</c:v>
                </c:pt>
                <c:pt idx="938">
                  <c:v>132.6985406</c:v>
                </c:pt>
                <c:pt idx="939">
                  <c:v>132.1841791</c:v>
                </c:pt>
                <c:pt idx="940">
                  <c:v>131.8801265</c:v>
                </c:pt>
                <c:pt idx="941">
                  <c:v>130.3341433</c:v>
                </c:pt>
                <c:pt idx="942">
                  <c:v>133.5610213</c:v>
                </c:pt>
                <c:pt idx="943">
                  <c:v>132.375884</c:v>
                </c:pt>
                <c:pt idx="944">
                  <c:v>134.1742202</c:v>
                </c:pt>
                <c:pt idx="945">
                  <c:v>136.5115651</c:v>
                </c:pt>
                <c:pt idx="946">
                  <c:v>134.1209349</c:v>
                </c:pt>
                <c:pt idx="947">
                  <c:v>134.603174</c:v>
                </c:pt>
                <c:pt idx="948">
                  <c:v>139.9123762</c:v>
                </c:pt>
                <c:pt idx="949">
                  <c:v>141.4009131</c:v>
                </c:pt>
                <c:pt idx="950">
                  <c:v>139.9131202</c:v>
                </c:pt>
                <c:pt idx="951">
                  <c:v>136.8224282</c:v>
                </c:pt>
                <c:pt idx="952">
                  <c:v>138.4766067</c:v>
                </c:pt>
                <c:pt idx="953">
                  <c:v>137.7021837</c:v>
                </c:pt>
                <c:pt idx="954">
                  <c:v>133.6718638</c:v>
                </c:pt>
                <c:pt idx="955">
                  <c:v>132.0672788</c:v>
                </c:pt>
                <c:pt idx="956">
                  <c:v>129.0888289</c:v>
                </c:pt>
                <c:pt idx="957">
                  <c:v>128.3843749</c:v>
                </c:pt>
                <c:pt idx="958">
                  <c:v>126.7282787</c:v>
                </c:pt>
                <c:pt idx="959">
                  <c:v>125.6989119</c:v>
                </c:pt>
                <c:pt idx="960">
                  <c:v>126.4330726</c:v>
                </c:pt>
                <c:pt idx="961">
                  <c:v>130.0690224</c:v>
                </c:pt>
                <c:pt idx="962">
                  <c:v>128.5950097</c:v>
                </c:pt>
                <c:pt idx="963">
                  <c:v>125.9239184</c:v>
                </c:pt>
                <c:pt idx="964">
                  <c:v>127.3413094</c:v>
                </c:pt>
                <c:pt idx="965">
                  <c:v>128.6263227</c:v>
                </c:pt>
                <c:pt idx="966">
                  <c:v>132.4374725</c:v>
                </c:pt>
                <c:pt idx="967">
                  <c:v>132.1321295</c:v>
                </c:pt>
                <c:pt idx="968">
                  <c:v>133.0194802</c:v>
                </c:pt>
                <c:pt idx="969">
                  <c:v>135.955308</c:v>
                </c:pt>
                <c:pt idx="970">
                  <c:v>134.339399</c:v>
                </c:pt>
                <c:pt idx="971">
                  <c:v>133.7439946</c:v>
                </c:pt>
                <c:pt idx="972">
                  <c:v>132.5203534</c:v>
                </c:pt>
                <c:pt idx="973">
                  <c:v>134.4120596</c:v>
                </c:pt>
                <c:pt idx="974">
                  <c:v>133.8421391</c:v>
                </c:pt>
                <c:pt idx="975">
                  <c:v>133.5687459</c:v>
                </c:pt>
                <c:pt idx="976">
                  <c:v>131.8344802</c:v>
                </c:pt>
                <c:pt idx="977">
                  <c:v>128.3689589</c:v>
                </c:pt>
                <c:pt idx="978">
                  <c:v>130.9869612</c:v>
                </c:pt>
                <c:pt idx="979">
                  <c:v>131.3563007</c:v>
                </c:pt>
                <c:pt idx="980">
                  <c:v>133.9256295</c:v>
                </c:pt>
                <c:pt idx="981">
                  <c:v>127.8787422</c:v>
                </c:pt>
                <c:pt idx="982">
                  <c:v>123.7479162</c:v>
                </c:pt>
                <c:pt idx="983">
                  <c:v>123.3668925</c:v>
                </c:pt>
                <c:pt idx="984">
                  <c:v>128.2563803</c:v>
                </c:pt>
                <c:pt idx="985">
                  <c:v>125.7629619</c:v>
                </c:pt>
                <c:pt idx="986">
                  <c:v>128.7914387</c:v>
                </c:pt>
                <c:pt idx="987">
                  <c:v>131.2459716</c:v>
                </c:pt>
                <c:pt idx="988">
                  <c:v>135.3062019</c:v>
                </c:pt>
                <c:pt idx="989">
                  <c:v>134.5506966</c:v>
                </c:pt>
                <c:pt idx="990">
                  <c:v>139.0202075</c:v>
                </c:pt>
                <c:pt idx="991">
                  <c:v>140.0331</c:v>
                </c:pt>
                <c:pt idx="992">
                  <c:v>142.5897108</c:v>
                </c:pt>
                <c:pt idx="993">
                  <c:v>147.7324447</c:v>
                </c:pt>
                <c:pt idx="994">
                  <c:v>146.6312194</c:v>
                </c:pt>
                <c:pt idx="995">
                  <c:v>146.7675867</c:v>
                </c:pt>
                <c:pt idx="996">
                  <c:v>145.2845149</c:v>
                </c:pt>
                <c:pt idx="997">
                  <c:v>148.177336</c:v>
                </c:pt>
                <c:pt idx="998">
                  <c:v>148.0310101</c:v>
                </c:pt>
                <c:pt idx="999">
                  <c:v>147.8278666</c:v>
                </c:pt>
                <c:pt idx="1000">
                  <c:v>148.5283629</c:v>
                </c:pt>
                <c:pt idx="1001">
                  <c:v>147.6081281</c:v>
                </c:pt>
                <c:pt idx="1002">
                  <c:v>152.4257653</c:v>
                </c:pt>
                <c:pt idx="1003">
                  <c:v>155.7104279</c:v>
                </c:pt>
                <c:pt idx="1004">
                  <c:v>152.5897725</c:v>
                </c:pt>
                <c:pt idx="1005">
                  <c:v>156.8455967</c:v>
                </c:pt>
                <c:pt idx="1006">
                  <c:v>158.4010721</c:v>
                </c:pt>
                <c:pt idx="1007">
                  <c:v>160.1363789</c:v>
                </c:pt>
                <c:pt idx="1008">
                  <c:v>159.6156531</c:v>
                </c:pt>
                <c:pt idx="1009">
                  <c:v>161.3868086</c:v>
                </c:pt>
                <c:pt idx="1010">
                  <c:v>160.4664913</c:v>
                </c:pt>
                <c:pt idx="1011">
                  <c:v>156.0175767</c:v>
                </c:pt>
                <c:pt idx="1012">
                  <c:v>158.2210456</c:v>
                </c:pt>
                <c:pt idx="1013">
                  <c:v>159.7513487</c:v>
                </c:pt>
                <c:pt idx="1014">
                  <c:v>160.1242589</c:v>
                </c:pt>
                <c:pt idx="1015">
                  <c:v>164.1231304</c:v>
                </c:pt>
                <c:pt idx="1016">
                  <c:v>164.593559</c:v>
                </c:pt>
                <c:pt idx="1017">
                  <c:v>164.2485449</c:v>
                </c:pt>
                <c:pt idx="1018">
                  <c:v>164.5548751</c:v>
                </c:pt>
                <c:pt idx="1019">
                  <c:v>165.0177459</c:v>
                </c:pt>
                <c:pt idx="1020">
                  <c:v>168.1506322</c:v>
                </c:pt>
                <c:pt idx="1021">
                  <c:v>167.6465359</c:v>
                </c:pt>
                <c:pt idx="1022">
                  <c:v>164.7026955</c:v>
                </c:pt>
                <c:pt idx="1023">
                  <c:v>162.7262037</c:v>
                </c:pt>
                <c:pt idx="1024">
                  <c:v>162.9525827</c:v>
                </c:pt>
                <c:pt idx="1025">
                  <c:v>164.7239284</c:v>
                </c:pt>
                <c:pt idx="1026">
                  <c:v>167.1236227</c:v>
                </c:pt>
                <c:pt idx="1027">
                  <c:v>165.5164659</c:v>
                </c:pt>
                <c:pt idx="1028">
                  <c:v>164.1445211</c:v>
                </c:pt>
                <c:pt idx="1029">
                  <c:v>168.850072</c:v>
                </c:pt>
                <c:pt idx="1030">
                  <c:v>169.4220507</c:v>
                </c:pt>
                <c:pt idx="1031">
                  <c:v>169.7433392</c:v>
                </c:pt>
                <c:pt idx="1032">
                  <c:v>168.0249215</c:v>
                </c:pt>
                <c:pt idx="1033">
                  <c:v>167.8494141</c:v>
                </c:pt>
                <c:pt idx="1034">
                  <c:v>169.6964825</c:v>
                </c:pt>
                <c:pt idx="1035">
                  <c:v>169.2856236</c:v>
                </c:pt>
                <c:pt idx="1036">
                  <c:v>171.416251</c:v>
                </c:pt>
                <c:pt idx="1037">
                  <c:v>171.2881535</c:v>
                </c:pt>
                <c:pt idx="1038">
                  <c:v>172.0927396</c:v>
                </c:pt>
                <c:pt idx="1039">
                  <c:v>172.5262472</c:v>
                </c:pt>
                <c:pt idx="1040">
                  <c:v>167.8237604</c:v>
                </c:pt>
                <c:pt idx="1041">
                  <c:v>172.1985986</c:v>
                </c:pt>
                <c:pt idx="1042">
                  <c:v>171.6711436</c:v>
                </c:pt>
                <c:pt idx="1043">
                  <c:v>170.9397726</c:v>
                </c:pt>
                <c:pt idx="1044">
                  <c:v>170.7529304</c:v>
                </c:pt>
                <c:pt idx="1045">
                  <c:v>169.4486163</c:v>
                </c:pt>
                <c:pt idx="1046">
                  <c:v>167.3253002</c:v>
                </c:pt>
                <c:pt idx="1047">
                  <c:v>165.0273013</c:v>
                </c:pt>
                <c:pt idx="1048">
                  <c:v>163.5221087</c:v>
                </c:pt>
                <c:pt idx="1049">
                  <c:v>166.0883154</c:v>
                </c:pt>
                <c:pt idx="1050">
                  <c:v>165.4016435</c:v>
                </c:pt>
                <c:pt idx="1051">
                  <c:v>166.5194519</c:v>
                </c:pt>
                <c:pt idx="1052">
                  <c:v>161.3958554</c:v>
                </c:pt>
                <c:pt idx="1053">
                  <c:v>161.3987023</c:v>
                </c:pt>
                <c:pt idx="1054">
                  <c:v>159.6126348</c:v>
                </c:pt>
                <c:pt idx="1055">
                  <c:v>162.1147029</c:v>
                </c:pt>
                <c:pt idx="1056">
                  <c:v>160.1008294</c:v>
                </c:pt>
                <c:pt idx="1057">
                  <c:v>160.8507978</c:v>
                </c:pt>
                <c:pt idx="1058">
                  <c:v>157.3223314</c:v>
                </c:pt>
                <c:pt idx="1059">
                  <c:v>159.4310263</c:v>
                </c:pt>
                <c:pt idx="1060">
                  <c:v>161.0045728</c:v>
                </c:pt>
                <c:pt idx="1061">
                  <c:v>159.5433146</c:v>
                </c:pt>
                <c:pt idx="1062">
                  <c:v>161.8492783</c:v>
                </c:pt>
                <c:pt idx="1063">
                  <c:v>161.5736384</c:v>
                </c:pt>
                <c:pt idx="1064">
                  <c:v>161.9346624</c:v>
                </c:pt>
                <c:pt idx="1065">
                  <c:v>167.5766932</c:v>
                </c:pt>
                <c:pt idx="1066">
                  <c:v>168.0983089</c:v>
                </c:pt>
                <c:pt idx="1067">
                  <c:v>165.442526</c:v>
                </c:pt>
                <c:pt idx="1068">
                  <c:v>163.6599571</c:v>
                </c:pt>
                <c:pt idx="1069">
                  <c:v>165.8005093</c:v>
                </c:pt>
                <c:pt idx="1070">
                  <c:v>162.9798804</c:v>
                </c:pt>
                <c:pt idx="1071">
                  <c:v>163.2831932</c:v>
                </c:pt>
                <c:pt idx="1072">
                  <c:v>164.6584101</c:v>
                </c:pt>
                <c:pt idx="1073">
                  <c:v>167.7858191</c:v>
                </c:pt>
                <c:pt idx="1074">
                  <c:v>163.1733281</c:v>
                </c:pt>
                <c:pt idx="1075">
                  <c:v>163.0076539</c:v>
                </c:pt>
                <c:pt idx="1076">
                  <c:v>163.5466581</c:v>
                </c:pt>
                <c:pt idx="1077">
                  <c:v>168.5894028</c:v>
                </c:pt>
                <c:pt idx="1078">
                  <c:v>170.1718399</c:v>
                </c:pt>
                <c:pt idx="1079">
                  <c:v>169.9233267</c:v>
                </c:pt>
                <c:pt idx="1080">
                  <c:v>171.7826617</c:v>
                </c:pt>
                <c:pt idx="1081">
                  <c:v>174.6979843</c:v>
                </c:pt>
                <c:pt idx="1082">
                  <c:v>175.0488949</c:v>
                </c:pt>
                <c:pt idx="1083">
                  <c:v>175.3519753</c:v>
                </c:pt>
                <c:pt idx="1084">
                  <c:v>175.157416</c:v>
                </c:pt>
                <c:pt idx="1085">
                  <c:v>175.613359</c:v>
                </c:pt>
                <c:pt idx="1086">
                  <c:v>177.9919569</c:v>
                </c:pt>
                <c:pt idx="1087">
                  <c:v>179.8545474</c:v>
                </c:pt>
                <c:pt idx="1088">
                  <c:v>178.0765543</c:v>
                </c:pt>
                <c:pt idx="1089">
                  <c:v>177.8052296</c:v>
                </c:pt>
                <c:pt idx="1090">
                  <c:v>179.0859471</c:v>
                </c:pt>
                <c:pt idx="1091">
                  <c:v>180.3695791</c:v>
                </c:pt>
                <c:pt idx="1092">
                  <c:v>179.8248469</c:v>
                </c:pt>
                <c:pt idx="1093">
                  <c:v>180.3356071</c:v>
                </c:pt>
                <c:pt idx="1094">
                  <c:v>180.9459375</c:v>
                </c:pt>
                <c:pt idx="1095">
                  <c:v>181.5661207</c:v>
                </c:pt>
                <c:pt idx="1096">
                  <c:v>181.2472528</c:v>
                </c:pt>
                <c:pt idx="1097">
                  <c:v>180.604533</c:v>
                </c:pt>
                <c:pt idx="1098">
                  <c:v>179.1938663</c:v>
                </c:pt>
                <c:pt idx="1099">
                  <c:v>181.1354781</c:v>
                </c:pt>
                <c:pt idx="1100">
                  <c:v>180.6018434</c:v>
                </c:pt>
                <c:pt idx="1101">
                  <c:v>176.6673405</c:v>
                </c:pt>
                <c:pt idx="1102">
                  <c:v>178.1390498</c:v>
                </c:pt>
                <c:pt idx="1103">
                  <c:v>179.2562083</c:v>
                </c:pt>
                <c:pt idx="1104">
                  <c:v>179.2937963</c:v>
                </c:pt>
                <c:pt idx="1105">
                  <c:v>180.1269915</c:v>
                </c:pt>
                <c:pt idx="1106">
                  <c:v>178.222953</c:v>
                </c:pt>
                <c:pt idx="1107">
                  <c:v>178.5787483</c:v>
                </c:pt>
                <c:pt idx="1108">
                  <c:v>176.707458</c:v>
                </c:pt>
                <c:pt idx="1109">
                  <c:v>173.7262575</c:v>
                </c:pt>
                <c:pt idx="1110">
                  <c:v>174.6804168</c:v>
                </c:pt>
                <c:pt idx="1111">
                  <c:v>173.0504866</c:v>
                </c:pt>
                <c:pt idx="1112">
                  <c:v>173.1241772</c:v>
                </c:pt>
                <c:pt idx="1113">
                  <c:v>174.6941578</c:v>
                </c:pt>
                <c:pt idx="1114">
                  <c:v>175.9812547</c:v>
                </c:pt>
                <c:pt idx="1115">
                  <c:v>178.4265674</c:v>
                </c:pt>
                <c:pt idx="1116">
                  <c:v>177.6422793</c:v>
                </c:pt>
                <c:pt idx="1117">
                  <c:v>177.5065106</c:v>
                </c:pt>
                <c:pt idx="1118">
                  <c:v>181.1317646</c:v>
                </c:pt>
                <c:pt idx="1119">
                  <c:v>178.7181072</c:v>
                </c:pt>
                <c:pt idx="1120">
                  <c:v>178.5840816</c:v>
                </c:pt>
                <c:pt idx="1121">
                  <c:v>180.9473158</c:v>
                </c:pt>
                <c:pt idx="1122">
                  <c:v>180.7472479</c:v>
                </c:pt>
                <c:pt idx="1123">
                  <c:v>180.3052859</c:v>
                </c:pt>
                <c:pt idx="1124">
                  <c:v>179.6537267</c:v>
                </c:pt>
                <c:pt idx="1125">
                  <c:v>180.378745</c:v>
                </c:pt>
                <c:pt idx="1126">
                  <c:v>182.0316548</c:v>
                </c:pt>
                <c:pt idx="1127">
                  <c:v>182.7137086</c:v>
                </c:pt>
                <c:pt idx="1128">
                  <c:v>182.3010672</c:v>
                </c:pt>
                <c:pt idx="1129">
                  <c:v>182.598544</c:v>
                </c:pt>
                <c:pt idx="1130">
                  <c:v>185.2714527</c:v>
                </c:pt>
                <c:pt idx="1131">
                  <c:v>180.5472991</c:v>
                </c:pt>
                <c:pt idx="1132">
                  <c:v>180.757209</c:v>
                </c:pt>
                <c:pt idx="1133">
                  <c:v>182.5481054</c:v>
                </c:pt>
                <c:pt idx="1134">
                  <c:v>184.6449466</c:v>
                </c:pt>
                <c:pt idx="1135">
                  <c:v>185.0618241</c:v>
                </c:pt>
                <c:pt idx="1136">
                  <c:v>182.7113786</c:v>
                </c:pt>
                <c:pt idx="1137">
                  <c:v>184.4087602</c:v>
                </c:pt>
                <c:pt idx="1138">
                  <c:v>183.138314</c:v>
                </c:pt>
                <c:pt idx="1139">
                  <c:v>184.8947022</c:v>
                </c:pt>
                <c:pt idx="1140">
                  <c:v>183.7425332</c:v>
                </c:pt>
                <c:pt idx="1141">
                  <c:v>182.4206427</c:v>
                </c:pt>
                <c:pt idx="1142">
                  <c:v>184.0845856</c:v>
                </c:pt>
                <c:pt idx="1143">
                  <c:v>184.3835026</c:v>
                </c:pt>
                <c:pt idx="1144">
                  <c:v>187.4328334</c:v>
                </c:pt>
                <c:pt idx="1145">
                  <c:v>187.9819879</c:v>
                </c:pt>
                <c:pt idx="1146">
                  <c:v>190.312728</c:v>
                </c:pt>
                <c:pt idx="1147">
                  <c:v>188.9620456</c:v>
                </c:pt>
                <c:pt idx="1148">
                  <c:v>190.2201608</c:v>
                </c:pt>
                <c:pt idx="1149">
                  <c:v>189.8151636</c:v>
                </c:pt>
                <c:pt idx="1150">
                  <c:v>193.8885435</c:v>
                </c:pt>
                <c:pt idx="1151">
                  <c:v>182.6875088</c:v>
                </c:pt>
                <c:pt idx="1152">
                  <c:v>182.9958439</c:v>
                </c:pt>
                <c:pt idx="1153">
                  <c:v>183.8964486</c:v>
                </c:pt>
                <c:pt idx="1154">
                  <c:v>184.9384486</c:v>
                </c:pt>
                <c:pt idx="1155">
                  <c:v>188.7892327</c:v>
                </c:pt>
                <c:pt idx="1156">
                  <c:v>191.2739618</c:v>
                </c:pt>
                <c:pt idx="1157">
                  <c:v>193.7581248</c:v>
                </c:pt>
                <c:pt idx="1158">
                  <c:v>189.5129527</c:v>
                </c:pt>
                <c:pt idx="1159">
                  <c:v>186.8673419</c:v>
                </c:pt>
                <c:pt idx="1160">
                  <c:v>187.3857269</c:v>
                </c:pt>
                <c:pt idx="1161">
                  <c:v>186.9694612</c:v>
                </c:pt>
                <c:pt idx="1162">
                  <c:v>186.042052</c:v>
                </c:pt>
                <c:pt idx="1163">
                  <c:v>190.2595737</c:v>
                </c:pt>
                <c:pt idx="1164">
                  <c:v>191.9579656</c:v>
                </c:pt>
                <c:pt idx="1165">
                  <c:v>189.0174151</c:v>
                </c:pt>
                <c:pt idx="1166">
                  <c:v>190.9395929</c:v>
                </c:pt>
                <c:pt idx="1167">
                  <c:v>187.4535292</c:v>
                </c:pt>
                <c:pt idx="1168">
                  <c:v>191.6986068</c:v>
                </c:pt>
                <c:pt idx="1169">
                  <c:v>192.7431326</c:v>
                </c:pt>
                <c:pt idx="1170">
                  <c:v>189.6859194</c:v>
                </c:pt>
                <c:pt idx="1171">
                  <c:v>191.0249798</c:v>
                </c:pt>
                <c:pt idx="1172">
                  <c:v>192.6968846</c:v>
                </c:pt>
                <c:pt idx="1173">
                  <c:v>193.5439548</c:v>
                </c:pt>
                <c:pt idx="1174">
                  <c:v>189.8446221</c:v>
                </c:pt>
                <c:pt idx="1175">
                  <c:v>189.4042495</c:v>
                </c:pt>
                <c:pt idx="1176">
                  <c:v>189.5127188</c:v>
                </c:pt>
                <c:pt idx="1177">
                  <c:v>187.137423</c:v>
                </c:pt>
                <c:pt idx="1178">
                  <c:v>188.8708442</c:v>
                </c:pt>
                <c:pt idx="1179">
                  <c:v>190.4339585</c:v>
                </c:pt>
                <c:pt idx="1180">
                  <c:v>194.9218857</c:v>
                </c:pt>
                <c:pt idx="1181">
                  <c:v>200.2692779</c:v>
                </c:pt>
                <c:pt idx="1182">
                  <c:v>201.6492871</c:v>
                </c:pt>
                <c:pt idx="1183">
                  <c:v>202.1330562</c:v>
                </c:pt>
                <c:pt idx="1184">
                  <c:v>204.6525334</c:v>
                </c:pt>
                <c:pt idx="1185">
                  <c:v>206.6974344</c:v>
                </c:pt>
                <c:pt idx="1186">
                  <c:v>204.1654287</c:v>
                </c:pt>
                <c:pt idx="1187">
                  <c:v>201.3798634</c:v>
                </c:pt>
                <c:pt idx="1188">
                  <c:v>204.001799</c:v>
                </c:pt>
                <c:pt idx="1189">
                  <c:v>204.7581171</c:v>
                </c:pt>
                <c:pt idx="1190">
                  <c:v>198.0741626</c:v>
                </c:pt>
                <c:pt idx="1191">
                  <c:v>197.0541007</c:v>
                </c:pt>
                <c:pt idx="1192">
                  <c:v>199.7724309</c:v>
                </c:pt>
                <c:pt idx="1193">
                  <c:v>204.3300079</c:v>
                </c:pt>
                <c:pt idx="1194">
                  <c:v>205.7419154</c:v>
                </c:pt>
                <c:pt idx="1195">
                  <c:v>206.8353179</c:v>
                </c:pt>
                <c:pt idx="1196">
                  <c:v>204.3458267</c:v>
                </c:pt>
                <c:pt idx="1197">
                  <c:v>205.3905575</c:v>
                </c:pt>
                <c:pt idx="1198">
                  <c:v>205.7327523</c:v>
                </c:pt>
                <c:pt idx="1199">
                  <c:v>209.6490438</c:v>
                </c:pt>
                <c:pt idx="1200">
                  <c:v>211.9641504</c:v>
                </c:pt>
                <c:pt idx="1201">
                  <c:v>209.8620459</c:v>
                </c:pt>
                <c:pt idx="1202">
                  <c:v>212.3038442</c:v>
                </c:pt>
                <c:pt idx="1203">
                  <c:v>211.8410867</c:v>
                </c:pt>
                <c:pt idx="1204">
                  <c:v>215.6327381</c:v>
                </c:pt>
                <c:pt idx="1205">
                  <c:v>210.8959107</c:v>
                </c:pt>
                <c:pt idx="1206">
                  <c:v>211.6285409</c:v>
                </c:pt>
                <c:pt idx="1207">
                  <c:v>203.7067683</c:v>
                </c:pt>
                <c:pt idx="1208">
                  <c:v>208.6305066</c:v>
                </c:pt>
                <c:pt idx="1209">
                  <c:v>202.0943498</c:v>
                </c:pt>
                <c:pt idx="1210">
                  <c:v>197.2305367</c:v>
                </c:pt>
                <c:pt idx="1211">
                  <c:v>198.6017674</c:v>
                </c:pt>
                <c:pt idx="1212">
                  <c:v>202.3719375</c:v>
                </c:pt>
                <c:pt idx="1213">
                  <c:v>203.0246709</c:v>
                </c:pt>
                <c:pt idx="1214">
                  <c:v>195.1797986</c:v>
                </c:pt>
                <c:pt idx="1215">
                  <c:v>189.5477196</c:v>
                </c:pt>
                <c:pt idx="1216">
                  <c:v>192.4143162</c:v>
                </c:pt>
                <c:pt idx="1217">
                  <c:v>192.5540185</c:v>
                </c:pt>
                <c:pt idx="1218">
                  <c:v>189.2848234</c:v>
                </c:pt>
                <c:pt idx="1219">
                  <c:v>188.5865703</c:v>
                </c:pt>
                <c:pt idx="1220">
                  <c:v>184.2320105</c:v>
                </c:pt>
                <c:pt idx="1221">
                  <c:v>192.7103648</c:v>
                </c:pt>
                <c:pt idx="1222">
                  <c:v>192.8362926</c:v>
                </c:pt>
                <c:pt idx="1223">
                  <c:v>197.2876287</c:v>
                </c:pt>
                <c:pt idx="1224">
                  <c:v>191.418465</c:v>
                </c:pt>
                <c:pt idx="1225">
                  <c:v>187.9517032</c:v>
                </c:pt>
                <c:pt idx="1226">
                  <c:v>189.3881472</c:v>
                </c:pt>
                <c:pt idx="1227">
                  <c:v>197.9013206</c:v>
                </c:pt>
                <c:pt idx="1228">
                  <c:v>201.2209937</c:v>
                </c:pt>
                <c:pt idx="1229">
                  <c:v>200.6685298</c:v>
                </c:pt>
                <c:pt idx="1230">
                  <c:v>199.100101</c:v>
                </c:pt>
                <c:pt idx="1231">
                  <c:v>196.4492372</c:v>
                </c:pt>
                <c:pt idx="1232">
                  <c:v>205.3586437</c:v>
                </c:pt>
                <c:pt idx="1233">
                  <c:v>209.5020012</c:v>
                </c:pt>
                <c:pt idx="1234">
                  <c:v>209.6737341</c:v>
                </c:pt>
                <c:pt idx="1235">
                  <c:v>211.4112531</c:v>
                </c:pt>
                <c:pt idx="1236">
                  <c:v>213.9838845</c:v>
                </c:pt>
                <c:pt idx="1237">
                  <c:v>212.8149916</c:v>
                </c:pt>
                <c:pt idx="1238">
                  <c:v>210.4950561</c:v>
                </c:pt>
                <c:pt idx="1239">
                  <c:v>213.1606255</c:v>
                </c:pt>
                <c:pt idx="1240">
                  <c:v>212.322016</c:v>
                </c:pt>
                <c:pt idx="1241">
                  <c:v>207.255669</c:v>
                </c:pt>
                <c:pt idx="1242">
                  <c:v>201.6419166</c:v>
                </c:pt>
                <c:pt idx="1243">
                  <c:v>200.9778878</c:v>
                </c:pt>
                <c:pt idx="1244">
                  <c:v>195.2637814</c:v>
                </c:pt>
                <c:pt idx="1245">
                  <c:v>192.0397583</c:v>
                </c:pt>
                <c:pt idx="1246">
                  <c:v>190.2000251</c:v>
                </c:pt>
                <c:pt idx="1247">
                  <c:v>194.5640514</c:v>
                </c:pt>
                <c:pt idx="1248">
                  <c:v>191.9919761</c:v>
                </c:pt>
                <c:pt idx="1249">
                  <c:v>193.6256626</c:v>
                </c:pt>
                <c:pt idx="1250">
                  <c:v>198.8180695</c:v>
                </c:pt>
                <c:pt idx="1251">
                  <c:v>194.7896084</c:v>
                </c:pt>
                <c:pt idx="1252">
                  <c:v>193.2230682</c:v>
                </c:pt>
                <c:pt idx="1253">
                  <c:v>189.1155815</c:v>
                </c:pt>
                <c:pt idx="1254">
                  <c:v>188.4334567</c:v>
                </c:pt>
                <c:pt idx="1255">
                  <c:v>183.5389094</c:v>
                </c:pt>
                <c:pt idx="1256">
                  <c:v>185.6328851</c:v>
                </c:pt>
                <c:pt idx="1257">
                  <c:v>185.1264594</c:v>
                </c:pt>
                <c:pt idx="1258">
                  <c:v>183.7298368</c:v>
                </c:pt>
                <c:pt idx="1259">
                  <c:v>179.399926</c:v>
                </c:pt>
                <c:pt idx="1260">
                  <c:v>185.5100279</c:v>
                </c:pt>
                <c:pt idx="1261">
                  <c:v>184.5951503</c:v>
                </c:pt>
                <c:pt idx="1262">
                  <c:v>180.6859362</c:v>
                </c:pt>
                <c:pt idx="1263">
                  <c:v>186.9149843</c:v>
                </c:pt>
                <c:pt idx="1264">
                  <c:v>185.4183293</c:v>
                </c:pt>
                <c:pt idx="1265">
                  <c:v>184.0319632</c:v>
                </c:pt>
                <c:pt idx="1266">
                  <c:v>184.6353598</c:v>
                </c:pt>
                <c:pt idx="1267">
                  <c:v>184.5532725</c:v>
                </c:pt>
                <c:pt idx="1268">
                  <c:v>182.4907559</c:v>
                </c:pt>
                <c:pt idx="1269">
                  <c:v>180.6348862</c:v>
                </c:pt>
                <c:pt idx="1270">
                  <c:v>173.9372707</c:v>
                </c:pt>
                <c:pt idx="1271">
                  <c:v>172.9846222</c:v>
                </c:pt>
                <c:pt idx="1272">
                  <c:v>172.812594</c:v>
                </c:pt>
                <c:pt idx="1273">
                  <c:v>175.7005919</c:v>
                </c:pt>
                <c:pt idx="1274">
                  <c:v>173.4131581</c:v>
                </c:pt>
                <c:pt idx="1275">
                  <c:v>177.6644321</c:v>
                </c:pt>
                <c:pt idx="1276">
                  <c:v>177.8650764</c:v>
                </c:pt>
                <c:pt idx="1277">
                  <c:v>178.3797912</c:v>
                </c:pt>
                <c:pt idx="1278">
                  <c:v>175.8717362</c:v>
                </c:pt>
                <c:pt idx="1279">
                  <c:v>172.8750828</c:v>
                </c:pt>
                <c:pt idx="1280">
                  <c:v>173.1620962</c:v>
                </c:pt>
                <c:pt idx="1281">
                  <c:v>173.3477448</c:v>
                </c:pt>
                <c:pt idx="1282">
                  <c:v>174.6002104</c:v>
                </c:pt>
                <c:pt idx="1283">
                  <c:v>176.4634501</c:v>
                </c:pt>
                <c:pt idx="1284">
                  <c:v>178.9399249</c:v>
                </c:pt>
                <c:pt idx="1285">
                  <c:v>179.9476584</c:v>
                </c:pt>
                <c:pt idx="1286">
                  <c:v>183.4463797</c:v>
                </c:pt>
                <c:pt idx="1287">
                  <c:v>182.2745096</c:v>
                </c:pt>
                <c:pt idx="1288">
                  <c:v>181.9283035</c:v>
                </c:pt>
                <c:pt idx="1289">
                  <c:v>182.0875809</c:v>
                </c:pt>
                <c:pt idx="1290">
                  <c:v>182.5509758</c:v>
                </c:pt>
                <c:pt idx="1291">
                  <c:v>183.4810301</c:v>
                </c:pt>
                <c:pt idx="1292">
                  <c:v>180.2882769</c:v>
                </c:pt>
                <c:pt idx="1293">
                  <c:v>178.2173296</c:v>
                </c:pt>
                <c:pt idx="1294">
                  <c:v>174.1433329</c:v>
                </c:pt>
                <c:pt idx="1295">
                  <c:v>178.4288615</c:v>
                </c:pt>
                <c:pt idx="1296">
                  <c:v>184.4442303</c:v>
                </c:pt>
                <c:pt idx="1297">
                  <c:v>180.242808</c:v>
                </c:pt>
                <c:pt idx="1298">
                  <c:v>181.6299301</c:v>
                </c:pt>
                <c:pt idx="1299">
                  <c:v>179.6256634</c:v>
                </c:pt>
                <c:pt idx="1300">
                  <c:v>176.4830114</c:v>
                </c:pt>
                <c:pt idx="1301">
                  <c:v>174.6421375</c:v>
                </c:pt>
                <c:pt idx="1302">
                  <c:v>172.0860292</c:v>
                </c:pt>
                <c:pt idx="1303">
                  <c:v>169.1645584</c:v>
                </c:pt>
                <c:pt idx="1304">
                  <c:v>172.1632931</c:v>
                </c:pt>
                <c:pt idx="1305">
                  <c:v>169.8277441</c:v>
                </c:pt>
                <c:pt idx="1306">
                  <c:v>168.5120655</c:v>
                </c:pt>
                <c:pt idx="1307">
                  <c:v>171.7672927</c:v>
                </c:pt>
                <c:pt idx="1308">
                  <c:v>169.53795</c:v>
                </c:pt>
                <c:pt idx="1309">
                  <c:v>164.7467562</c:v>
                </c:pt>
                <c:pt idx="1310">
                  <c:v>167.8842828</c:v>
                </c:pt>
                <c:pt idx="1311">
                  <c:v>167.5509092</c:v>
                </c:pt>
                <c:pt idx="1312">
                  <c:v>169.5430979</c:v>
                </c:pt>
                <c:pt idx="1313">
                  <c:v>170.1891367</c:v>
                </c:pt>
                <c:pt idx="1314">
                  <c:v>169.7659668</c:v>
                </c:pt>
                <c:pt idx="1315">
                  <c:v>167.2833649</c:v>
                </c:pt>
                <c:pt idx="1316">
                  <c:v>163.2340764</c:v>
                </c:pt>
                <c:pt idx="1317">
                  <c:v>162.5846772</c:v>
                </c:pt>
                <c:pt idx="1318">
                  <c:v>158.1313811</c:v>
                </c:pt>
                <c:pt idx="1319">
                  <c:v>157.1591321</c:v>
                </c:pt>
                <c:pt idx="1320">
                  <c:v>158.7379723</c:v>
                </c:pt>
                <c:pt idx="1321">
                  <c:v>156.327963</c:v>
                </c:pt>
                <c:pt idx="1322">
                  <c:v>157.4860272</c:v>
                </c:pt>
                <c:pt idx="1323">
                  <c:v>155.119379</c:v>
                </c:pt>
                <c:pt idx="1324">
                  <c:v>156.4723079</c:v>
                </c:pt>
                <c:pt idx="1325">
                  <c:v>155.605465</c:v>
                </c:pt>
                <c:pt idx="1326">
                  <c:v>160.0824315</c:v>
                </c:pt>
                <c:pt idx="1327">
                  <c:v>160.3995748</c:v>
                </c:pt>
                <c:pt idx="1328">
                  <c:v>166.2807587</c:v>
                </c:pt>
                <c:pt idx="1329">
                  <c:v>166.1560955</c:v>
                </c:pt>
                <c:pt idx="1330">
                  <c:v>167.3343554</c:v>
                </c:pt>
                <c:pt idx="1331">
                  <c:v>167.8393758</c:v>
                </c:pt>
                <c:pt idx="1332">
                  <c:v>169.5342729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85-4BBE-BDD7-7162AF2F8E94}"/>
            </c:ext>
          </c:extLst>
        </c:ser>
        <c:ser>
          <c:idx val="1"/>
          <c:order val="1"/>
          <c:tx>
            <c:v>Ibovespa</c:v>
          </c:tx>
          <c:spPr>
            <a:ln w="2222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'Charts Base 100'!$G$4:$G$10000</c:f>
              <c:numCache>
                <c:formatCode>m/d/yyyy</c:formatCode>
                <c:ptCount val="1333"/>
                <c:pt idx="0">
                  <c:v>44316</c:v>
                </c:pt>
                <c:pt idx="1">
                  <c:v>44319</c:v>
                </c:pt>
                <c:pt idx="2">
                  <c:v>44320</c:v>
                </c:pt>
                <c:pt idx="3">
                  <c:v>44321</c:v>
                </c:pt>
                <c:pt idx="4">
                  <c:v>44322</c:v>
                </c:pt>
                <c:pt idx="5">
                  <c:v>44323</c:v>
                </c:pt>
                <c:pt idx="6">
                  <c:v>44326</c:v>
                </c:pt>
                <c:pt idx="7">
                  <c:v>44327</c:v>
                </c:pt>
                <c:pt idx="8">
                  <c:v>44328</c:v>
                </c:pt>
                <c:pt idx="9">
                  <c:v>44329</c:v>
                </c:pt>
                <c:pt idx="10">
                  <c:v>44330</c:v>
                </c:pt>
                <c:pt idx="11">
                  <c:v>44333</c:v>
                </c:pt>
                <c:pt idx="12">
                  <c:v>44334</c:v>
                </c:pt>
                <c:pt idx="13">
                  <c:v>44335</c:v>
                </c:pt>
                <c:pt idx="14">
                  <c:v>44336</c:v>
                </c:pt>
                <c:pt idx="15">
                  <c:v>44337</c:v>
                </c:pt>
                <c:pt idx="16">
                  <c:v>44340</c:v>
                </c:pt>
                <c:pt idx="17">
                  <c:v>44341</c:v>
                </c:pt>
                <c:pt idx="18">
                  <c:v>44342</c:v>
                </c:pt>
                <c:pt idx="19">
                  <c:v>44343</c:v>
                </c:pt>
                <c:pt idx="20">
                  <c:v>44344</c:v>
                </c:pt>
                <c:pt idx="21">
                  <c:v>44347</c:v>
                </c:pt>
                <c:pt idx="22">
                  <c:v>44348</c:v>
                </c:pt>
                <c:pt idx="23">
                  <c:v>44349</c:v>
                </c:pt>
                <c:pt idx="24">
                  <c:v>44351</c:v>
                </c:pt>
                <c:pt idx="25">
                  <c:v>44354</c:v>
                </c:pt>
                <c:pt idx="26">
                  <c:v>44355</c:v>
                </c:pt>
                <c:pt idx="27">
                  <c:v>44356</c:v>
                </c:pt>
                <c:pt idx="28">
                  <c:v>44357</c:v>
                </c:pt>
                <c:pt idx="29">
                  <c:v>44358</c:v>
                </c:pt>
                <c:pt idx="30">
                  <c:v>44361</c:v>
                </c:pt>
                <c:pt idx="31">
                  <c:v>44362</c:v>
                </c:pt>
                <c:pt idx="32">
                  <c:v>44363</c:v>
                </c:pt>
                <c:pt idx="33">
                  <c:v>44364</c:v>
                </c:pt>
                <c:pt idx="34">
                  <c:v>44365</c:v>
                </c:pt>
                <c:pt idx="35">
                  <c:v>44368</c:v>
                </c:pt>
                <c:pt idx="36">
                  <c:v>44369</c:v>
                </c:pt>
                <c:pt idx="37">
                  <c:v>44370</c:v>
                </c:pt>
                <c:pt idx="38">
                  <c:v>44371</c:v>
                </c:pt>
                <c:pt idx="39">
                  <c:v>44372</c:v>
                </c:pt>
                <c:pt idx="40">
                  <c:v>44375</c:v>
                </c:pt>
                <c:pt idx="41">
                  <c:v>44376</c:v>
                </c:pt>
                <c:pt idx="42">
                  <c:v>44377</c:v>
                </c:pt>
                <c:pt idx="43">
                  <c:v>44378</c:v>
                </c:pt>
                <c:pt idx="44">
                  <c:v>44379</c:v>
                </c:pt>
                <c:pt idx="45">
                  <c:v>44382</c:v>
                </c:pt>
                <c:pt idx="46">
                  <c:v>44383</c:v>
                </c:pt>
                <c:pt idx="47">
                  <c:v>44384</c:v>
                </c:pt>
                <c:pt idx="48">
                  <c:v>44385</c:v>
                </c:pt>
                <c:pt idx="49">
                  <c:v>44389</c:v>
                </c:pt>
                <c:pt idx="50">
                  <c:v>44390</c:v>
                </c:pt>
                <c:pt idx="51">
                  <c:v>44391</c:v>
                </c:pt>
                <c:pt idx="52">
                  <c:v>44392</c:v>
                </c:pt>
                <c:pt idx="53">
                  <c:v>44393</c:v>
                </c:pt>
                <c:pt idx="54">
                  <c:v>44396</c:v>
                </c:pt>
                <c:pt idx="55">
                  <c:v>44397</c:v>
                </c:pt>
                <c:pt idx="56">
                  <c:v>44398</c:v>
                </c:pt>
                <c:pt idx="57">
                  <c:v>44399</c:v>
                </c:pt>
                <c:pt idx="58">
                  <c:v>44400</c:v>
                </c:pt>
                <c:pt idx="59">
                  <c:v>44403</c:v>
                </c:pt>
                <c:pt idx="60">
                  <c:v>44404</c:v>
                </c:pt>
                <c:pt idx="61">
                  <c:v>44405</c:v>
                </c:pt>
                <c:pt idx="62">
                  <c:v>44406</c:v>
                </c:pt>
                <c:pt idx="63">
                  <c:v>44407</c:v>
                </c:pt>
                <c:pt idx="64">
                  <c:v>44410</c:v>
                </c:pt>
                <c:pt idx="65">
                  <c:v>44411</c:v>
                </c:pt>
                <c:pt idx="66">
                  <c:v>44412</c:v>
                </c:pt>
                <c:pt idx="67">
                  <c:v>44413</c:v>
                </c:pt>
                <c:pt idx="68">
                  <c:v>44414</c:v>
                </c:pt>
                <c:pt idx="69">
                  <c:v>44417</c:v>
                </c:pt>
                <c:pt idx="70">
                  <c:v>44418</c:v>
                </c:pt>
                <c:pt idx="71">
                  <c:v>44419</c:v>
                </c:pt>
                <c:pt idx="72">
                  <c:v>44420</c:v>
                </c:pt>
                <c:pt idx="73">
                  <c:v>44421</c:v>
                </c:pt>
                <c:pt idx="74">
                  <c:v>44424</c:v>
                </c:pt>
                <c:pt idx="75">
                  <c:v>44425</c:v>
                </c:pt>
                <c:pt idx="76">
                  <c:v>44426</c:v>
                </c:pt>
                <c:pt idx="77">
                  <c:v>44427</c:v>
                </c:pt>
                <c:pt idx="78">
                  <c:v>44428</c:v>
                </c:pt>
                <c:pt idx="79">
                  <c:v>44431</c:v>
                </c:pt>
                <c:pt idx="80">
                  <c:v>44432</c:v>
                </c:pt>
                <c:pt idx="81">
                  <c:v>44433</c:v>
                </c:pt>
                <c:pt idx="82">
                  <c:v>44434</c:v>
                </c:pt>
                <c:pt idx="83">
                  <c:v>44435</c:v>
                </c:pt>
                <c:pt idx="84">
                  <c:v>44438</c:v>
                </c:pt>
                <c:pt idx="85">
                  <c:v>44439</c:v>
                </c:pt>
                <c:pt idx="86">
                  <c:v>44440</c:v>
                </c:pt>
                <c:pt idx="87">
                  <c:v>44441</c:v>
                </c:pt>
                <c:pt idx="88">
                  <c:v>44442</c:v>
                </c:pt>
                <c:pt idx="89">
                  <c:v>44445</c:v>
                </c:pt>
                <c:pt idx="90">
                  <c:v>44447</c:v>
                </c:pt>
                <c:pt idx="91">
                  <c:v>44448</c:v>
                </c:pt>
                <c:pt idx="92">
                  <c:v>44449</c:v>
                </c:pt>
                <c:pt idx="93">
                  <c:v>44452</c:v>
                </c:pt>
                <c:pt idx="94">
                  <c:v>44453</c:v>
                </c:pt>
                <c:pt idx="95">
                  <c:v>44454</c:v>
                </c:pt>
                <c:pt idx="96">
                  <c:v>44455</c:v>
                </c:pt>
                <c:pt idx="97">
                  <c:v>44456</c:v>
                </c:pt>
                <c:pt idx="98">
                  <c:v>44459</c:v>
                </c:pt>
                <c:pt idx="99">
                  <c:v>44460</c:v>
                </c:pt>
                <c:pt idx="100">
                  <c:v>44461</c:v>
                </c:pt>
                <c:pt idx="101">
                  <c:v>44462</c:v>
                </c:pt>
                <c:pt idx="102">
                  <c:v>44463</c:v>
                </c:pt>
                <c:pt idx="103">
                  <c:v>44466</c:v>
                </c:pt>
                <c:pt idx="104">
                  <c:v>44467</c:v>
                </c:pt>
                <c:pt idx="105">
                  <c:v>44468</c:v>
                </c:pt>
                <c:pt idx="106">
                  <c:v>44469</c:v>
                </c:pt>
                <c:pt idx="107">
                  <c:v>44470</c:v>
                </c:pt>
                <c:pt idx="108">
                  <c:v>44473</c:v>
                </c:pt>
                <c:pt idx="109">
                  <c:v>44474</c:v>
                </c:pt>
                <c:pt idx="110">
                  <c:v>44475</c:v>
                </c:pt>
                <c:pt idx="111">
                  <c:v>44476</c:v>
                </c:pt>
                <c:pt idx="112">
                  <c:v>44477</c:v>
                </c:pt>
                <c:pt idx="113">
                  <c:v>44480</c:v>
                </c:pt>
                <c:pt idx="114">
                  <c:v>44482</c:v>
                </c:pt>
                <c:pt idx="115">
                  <c:v>44483</c:v>
                </c:pt>
                <c:pt idx="116">
                  <c:v>44484</c:v>
                </c:pt>
                <c:pt idx="117">
                  <c:v>44487</c:v>
                </c:pt>
                <c:pt idx="118">
                  <c:v>44488</c:v>
                </c:pt>
                <c:pt idx="119">
                  <c:v>44489</c:v>
                </c:pt>
                <c:pt idx="120">
                  <c:v>44490</c:v>
                </c:pt>
                <c:pt idx="121">
                  <c:v>44491</c:v>
                </c:pt>
                <c:pt idx="122">
                  <c:v>44494</c:v>
                </c:pt>
                <c:pt idx="123">
                  <c:v>44495</c:v>
                </c:pt>
                <c:pt idx="124">
                  <c:v>44496</c:v>
                </c:pt>
                <c:pt idx="125">
                  <c:v>44497</c:v>
                </c:pt>
                <c:pt idx="126">
                  <c:v>44498</c:v>
                </c:pt>
                <c:pt idx="127">
                  <c:v>44501</c:v>
                </c:pt>
                <c:pt idx="128">
                  <c:v>44503</c:v>
                </c:pt>
                <c:pt idx="129">
                  <c:v>44504</c:v>
                </c:pt>
                <c:pt idx="130">
                  <c:v>44505</c:v>
                </c:pt>
                <c:pt idx="131">
                  <c:v>44508</c:v>
                </c:pt>
                <c:pt idx="132">
                  <c:v>44509</c:v>
                </c:pt>
                <c:pt idx="133">
                  <c:v>44510</c:v>
                </c:pt>
                <c:pt idx="134">
                  <c:v>44511</c:v>
                </c:pt>
                <c:pt idx="135">
                  <c:v>44512</c:v>
                </c:pt>
                <c:pt idx="136">
                  <c:v>44516</c:v>
                </c:pt>
                <c:pt idx="137">
                  <c:v>44517</c:v>
                </c:pt>
                <c:pt idx="138">
                  <c:v>44518</c:v>
                </c:pt>
                <c:pt idx="139">
                  <c:v>44519</c:v>
                </c:pt>
                <c:pt idx="140">
                  <c:v>44522</c:v>
                </c:pt>
                <c:pt idx="141">
                  <c:v>44523</c:v>
                </c:pt>
                <c:pt idx="142">
                  <c:v>44524</c:v>
                </c:pt>
                <c:pt idx="143">
                  <c:v>44525</c:v>
                </c:pt>
                <c:pt idx="144">
                  <c:v>44526</c:v>
                </c:pt>
                <c:pt idx="145">
                  <c:v>44529</c:v>
                </c:pt>
                <c:pt idx="146">
                  <c:v>44530</c:v>
                </c:pt>
                <c:pt idx="147">
                  <c:v>44531</c:v>
                </c:pt>
                <c:pt idx="148">
                  <c:v>44532</c:v>
                </c:pt>
                <c:pt idx="149">
                  <c:v>44533</c:v>
                </c:pt>
                <c:pt idx="150">
                  <c:v>44536</c:v>
                </c:pt>
                <c:pt idx="151">
                  <c:v>44537</c:v>
                </c:pt>
                <c:pt idx="152">
                  <c:v>44538</c:v>
                </c:pt>
                <c:pt idx="153">
                  <c:v>44539</c:v>
                </c:pt>
                <c:pt idx="154">
                  <c:v>44540</c:v>
                </c:pt>
                <c:pt idx="155">
                  <c:v>44543</c:v>
                </c:pt>
                <c:pt idx="156">
                  <c:v>44544</c:v>
                </c:pt>
                <c:pt idx="157">
                  <c:v>44545</c:v>
                </c:pt>
                <c:pt idx="158">
                  <c:v>44546</c:v>
                </c:pt>
                <c:pt idx="159">
                  <c:v>44547</c:v>
                </c:pt>
                <c:pt idx="160">
                  <c:v>44550</c:v>
                </c:pt>
                <c:pt idx="161">
                  <c:v>44551</c:v>
                </c:pt>
                <c:pt idx="162">
                  <c:v>44552</c:v>
                </c:pt>
                <c:pt idx="163">
                  <c:v>44553</c:v>
                </c:pt>
                <c:pt idx="164">
                  <c:v>44557</c:v>
                </c:pt>
                <c:pt idx="165">
                  <c:v>44558</c:v>
                </c:pt>
                <c:pt idx="166">
                  <c:v>44559</c:v>
                </c:pt>
                <c:pt idx="167">
                  <c:v>44560</c:v>
                </c:pt>
                <c:pt idx="168">
                  <c:v>44564</c:v>
                </c:pt>
                <c:pt idx="169">
                  <c:v>44565</c:v>
                </c:pt>
                <c:pt idx="170">
                  <c:v>44566</c:v>
                </c:pt>
                <c:pt idx="171">
                  <c:v>44567</c:v>
                </c:pt>
                <c:pt idx="172">
                  <c:v>44568</c:v>
                </c:pt>
                <c:pt idx="173">
                  <c:v>44571</c:v>
                </c:pt>
                <c:pt idx="174">
                  <c:v>44572</c:v>
                </c:pt>
                <c:pt idx="175">
                  <c:v>44573</c:v>
                </c:pt>
                <c:pt idx="176">
                  <c:v>44574</c:v>
                </c:pt>
                <c:pt idx="177">
                  <c:v>44575</c:v>
                </c:pt>
                <c:pt idx="178">
                  <c:v>44578</c:v>
                </c:pt>
                <c:pt idx="179">
                  <c:v>44579</c:v>
                </c:pt>
                <c:pt idx="180">
                  <c:v>44580</c:v>
                </c:pt>
                <c:pt idx="181">
                  <c:v>44581</c:v>
                </c:pt>
                <c:pt idx="182">
                  <c:v>44582</c:v>
                </c:pt>
                <c:pt idx="183">
                  <c:v>44585</c:v>
                </c:pt>
                <c:pt idx="184">
                  <c:v>44586</c:v>
                </c:pt>
                <c:pt idx="185">
                  <c:v>44587</c:v>
                </c:pt>
                <c:pt idx="186">
                  <c:v>44588</c:v>
                </c:pt>
                <c:pt idx="187">
                  <c:v>44589</c:v>
                </c:pt>
                <c:pt idx="188">
                  <c:v>44592</c:v>
                </c:pt>
                <c:pt idx="189">
                  <c:v>44593</c:v>
                </c:pt>
                <c:pt idx="190">
                  <c:v>44594</c:v>
                </c:pt>
                <c:pt idx="191">
                  <c:v>44595</c:v>
                </c:pt>
                <c:pt idx="192">
                  <c:v>44596</c:v>
                </c:pt>
                <c:pt idx="193">
                  <c:v>44599</c:v>
                </c:pt>
                <c:pt idx="194">
                  <c:v>44600</c:v>
                </c:pt>
                <c:pt idx="195">
                  <c:v>44601</c:v>
                </c:pt>
                <c:pt idx="196">
                  <c:v>44602</c:v>
                </c:pt>
                <c:pt idx="197">
                  <c:v>44603</c:v>
                </c:pt>
                <c:pt idx="198">
                  <c:v>44606</c:v>
                </c:pt>
                <c:pt idx="199">
                  <c:v>44607</c:v>
                </c:pt>
                <c:pt idx="200">
                  <c:v>44608</c:v>
                </c:pt>
                <c:pt idx="201">
                  <c:v>44609</c:v>
                </c:pt>
                <c:pt idx="202">
                  <c:v>44610</c:v>
                </c:pt>
                <c:pt idx="203">
                  <c:v>44613</c:v>
                </c:pt>
                <c:pt idx="204">
                  <c:v>44614</c:v>
                </c:pt>
                <c:pt idx="205">
                  <c:v>44615</c:v>
                </c:pt>
                <c:pt idx="206">
                  <c:v>44616</c:v>
                </c:pt>
                <c:pt idx="207">
                  <c:v>44617</c:v>
                </c:pt>
                <c:pt idx="208">
                  <c:v>44622</c:v>
                </c:pt>
                <c:pt idx="209">
                  <c:v>44623</c:v>
                </c:pt>
                <c:pt idx="210">
                  <c:v>44624</c:v>
                </c:pt>
                <c:pt idx="211">
                  <c:v>44627</c:v>
                </c:pt>
                <c:pt idx="212">
                  <c:v>44628</c:v>
                </c:pt>
                <c:pt idx="213">
                  <c:v>44629</c:v>
                </c:pt>
                <c:pt idx="214">
                  <c:v>44630</c:v>
                </c:pt>
                <c:pt idx="215">
                  <c:v>44631</c:v>
                </c:pt>
                <c:pt idx="216">
                  <c:v>44634</c:v>
                </c:pt>
                <c:pt idx="217">
                  <c:v>44635</c:v>
                </c:pt>
                <c:pt idx="218">
                  <c:v>44636</c:v>
                </c:pt>
                <c:pt idx="219">
                  <c:v>44637</c:v>
                </c:pt>
                <c:pt idx="220">
                  <c:v>44638</c:v>
                </c:pt>
                <c:pt idx="221">
                  <c:v>44641</c:v>
                </c:pt>
                <c:pt idx="222">
                  <c:v>44642</c:v>
                </c:pt>
                <c:pt idx="223">
                  <c:v>44643</c:v>
                </c:pt>
                <c:pt idx="224">
                  <c:v>44644</c:v>
                </c:pt>
                <c:pt idx="225">
                  <c:v>44645</c:v>
                </c:pt>
                <c:pt idx="226">
                  <c:v>44648</c:v>
                </c:pt>
                <c:pt idx="227">
                  <c:v>44649</c:v>
                </c:pt>
                <c:pt idx="228">
                  <c:v>44650</c:v>
                </c:pt>
                <c:pt idx="229">
                  <c:v>44651</c:v>
                </c:pt>
                <c:pt idx="230">
                  <c:v>44652</c:v>
                </c:pt>
                <c:pt idx="231">
                  <c:v>44655</c:v>
                </c:pt>
                <c:pt idx="232">
                  <c:v>44656</c:v>
                </c:pt>
                <c:pt idx="233">
                  <c:v>44657</c:v>
                </c:pt>
                <c:pt idx="234">
                  <c:v>44658</c:v>
                </c:pt>
                <c:pt idx="235">
                  <c:v>44659</c:v>
                </c:pt>
                <c:pt idx="236">
                  <c:v>44662</c:v>
                </c:pt>
                <c:pt idx="237">
                  <c:v>44663</c:v>
                </c:pt>
                <c:pt idx="238">
                  <c:v>44664</c:v>
                </c:pt>
                <c:pt idx="239">
                  <c:v>44665</c:v>
                </c:pt>
                <c:pt idx="240">
                  <c:v>44669</c:v>
                </c:pt>
                <c:pt idx="241">
                  <c:v>44670</c:v>
                </c:pt>
                <c:pt idx="242">
                  <c:v>44671</c:v>
                </c:pt>
                <c:pt idx="243">
                  <c:v>44673</c:v>
                </c:pt>
                <c:pt idx="244">
                  <c:v>44676</c:v>
                </c:pt>
                <c:pt idx="245">
                  <c:v>44677</c:v>
                </c:pt>
                <c:pt idx="246">
                  <c:v>44678</c:v>
                </c:pt>
                <c:pt idx="247">
                  <c:v>44679</c:v>
                </c:pt>
                <c:pt idx="248">
                  <c:v>44680</c:v>
                </c:pt>
                <c:pt idx="249">
                  <c:v>44683</c:v>
                </c:pt>
                <c:pt idx="250">
                  <c:v>44684</c:v>
                </c:pt>
                <c:pt idx="251">
                  <c:v>44685</c:v>
                </c:pt>
                <c:pt idx="252">
                  <c:v>44686</c:v>
                </c:pt>
                <c:pt idx="253">
                  <c:v>44687</c:v>
                </c:pt>
                <c:pt idx="254">
                  <c:v>44690</c:v>
                </c:pt>
                <c:pt idx="255">
                  <c:v>44691</c:v>
                </c:pt>
                <c:pt idx="256">
                  <c:v>44692</c:v>
                </c:pt>
                <c:pt idx="257">
                  <c:v>44693</c:v>
                </c:pt>
                <c:pt idx="258">
                  <c:v>44694</c:v>
                </c:pt>
                <c:pt idx="259">
                  <c:v>44697</c:v>
                </c:pt>
                <c:pt idx="260">
                  <c:v>44698</c:v>
                </c:pt>
                <c:pt idx="261">
                  <c:v>44699</c:v>
                </c:pt>
                <c:pt idx="262">
                  <c:v>44700</c:v>
                </c:pt>
                <c:pt idx="263">
                  <c:v>44701</c:v>
                </c:pt>
                <c:pt idx="264">
                  <c:v>44704</c:v>
                </c:pt>
                <c:pt idx="265">
                  <c:v>44705</c:v>
                </c:pt>
                <c:pt idx="266">
                  <c:v>44706</c:v>
                </c:pt>
                <c:pt idx="267">
                  <c:v>44707</c:v>
                </c:pt>
                <c:pt idx="268">
                  <c:v>44708</c:v>
                </c:pt>
                <c:pt idx="269">
                  <c:v>44711</c:v>
                </c:pt>
                <c:pt idx="270">
                  <c:v>44712</c:v>
                </c:pt>
                <c:pt idx="271">
                  <c:v>44713</c:v>
                </c:pt>
                <c:pt idx="272">
                  <c:v>44714</c:v>
                </c:pt>
                <c:pt idx="273">
                  <c:v>44715</c:v>
                </c:pt>
                <c:pt idx="274">
                  <c:v>44718</c:v>
                </c:pt>
                <c:pt idx="275">
                  <c:v>44719</c:v>
                </c:pt>
                <c:pt idx="276">
                  <c:v>44720</c:v>
                </c:pt>
                <c:pt idx="277">
                  <c:v>44721</c:v>
                </c:pt>
                <c:pt idx="278">
                  <c:v>44722</c:v>
                </c:pt>
                <c:pt idx="279">
                  <c:v>44725</c:v>
                </c:pt>
                <c:pt idx="280">
                  <c:v>44726</c:v>
                </c:pt>
                <c:pt idx="281">
                  <c:v>44727</c:v>
                </c:pt>
                <c:pt idx="282">
                  <c:v>44729</c:v>
                </c:pt>
                <c:pt idx="283">
                  <c:v>44732</c:v>
                </c:pt>
                <c:pt idx="284">
                  <c:v>44733</c:v>
                </c:pt>
                <c:pt idx="285">
                  <c:v>44734</c:v>
                </c:pt>
                <c:pt idx="286">
                  <c:v>44735</c:v>
                </c:pt>
                <c:pt idx="287">
                  <c:v>44736</c:v>
                </c:pt>
                <c:pt idx="288">
                  <c:v>44739</c:v>
                </c:pt>
                <c:pt idx="289">
                  <c:v>44740</c:v>
                </c:pt>
                <c:pt idx="290">
                  <c:v>44741</c:v>
                </c:pt>
                <c:pt idx="291">
                  <c:v>44742</c:v>
                </c:pt>
                <c:pt idx="292">
                  <c:v>44743</c:v>
                </c:pt>
                <c:pt idx="293">
                  <c:v>44746</c:v>
                </c:pt>
                <c:pt idx="294">
                  <c:v>44747</c:v>
                </c:pt>
                <c:pt idx="295">
                  <c:v>44748</c:v>
                </c:pt>
                <c:pt idx="296">
                  <c:v>44749</c:v>
                </c:pt>
                <c:pt idx="297">
                  <c:v>44750</c:v>
                </c:pt>
                <c:pt idx="298">
                  <c:v>44753</c:v>
                </c:pt>
                <c:pt idx="299">
                  <c:v>44754</c:v>
                </c:pt>
                <c:pt idx="300">
                  <c:v>44755</c:v>
                </c:pt>
                <c:pt idx="301">
                  <c:v>44756</c:v>
                </c:pt>
                <c:pt idx="302">
                  <c:v>44757</c:v>
                </c:pt>
                <c:pt idx="303">
                  <c:v>44760</c:v>
                </c:pt>
                <c:pt idx="304">
                  <c:v>44761</c:v>
                </c:pt>
                <c:pt idx="305">
                  <c:v>44762</c:v>
                </c:pt>
                <c:pt idx="306">
                  <c:v>44763</c:v>
                </c:pt>
                <c:pt idx="307">
                  <c:v>44764</c:v>
                </c:pt>
                <c:pt idx="308">
                  <c:v>44767</c:v>
                </c:pt>
                <c:pt idx="309">
                  <c:v>44768</c:v>
                </c:pt>
                <c:pt idx="310">
                  <c:v>44769</c:v>
                </c:pt>
                <c:pt idx="311">
                  <c:v>44770</c:v>
                </c:pt>
                <c:pt idx="312">
                  <c:v>44771</c:v>
                </c:pt>
                <c:pt idx="313">
                  <c:v>44774</c:v>
                </c:pt>
                <c:pt idx="314">
                  <c:v>44775</c:v>
                </c:pt>
                <c:pt idx="315">
                  <c:v>44776</c:v>
                </c:pt>
                <c:pt idx="316">
                  <c:v>44777</c:v>
                </c:pt>
                <c:pt idx="317">
                  <c:v>44778</c:v>
                </c:pt>
                <c:pt idx="318">
                  <c:v>44781</c:v>
                </c:pt>
                <c:pt idx="319">
                  <c:v>44782</c:v>
                </c:pt>
                <c:pt idx="320">
                  <c:v>44783</c:v>
                </c:pt>
                <c:pt idx="321">
                  <c:v>44784</c:v>
                </c:pt>
                <c:pt idx="322">
                  <c:v>44785</c:v>
                </c:pt>
                <c:pt idx="323">
                  <c:v>44788</c:v>
                </c:pt>
                <c:pt idx="324">
                  <c:v>44789</c:v>
                </c:pt>
                <c:pt idx="325">
                  <c:v>44790</c:v>
                </c:pt>
                <c:pt idx="326">
                  <c:v>44791</c:v>
                </c:pt>
                <c:pt idx="327">
                  <c:v>44792</c:v>
                </c:pt>
                <c:pt idx="328">
                  <c:v>44795</c:v>
                </c:pt>
                <c:pt idx="329">
                  <c:v>44796</c:v>
                </c:pt>
                <c:pt idx="330">
                  <c:v>44797</c:v>
                </c:pt>
                <c:pt idx="331">
                  <c:v>44798</c:v>
                </c:pt>
                <c:pt idx="332">
                  <c:v>44799</c:v>
                </c:pt>
                <c:pt idx="333">
                  <c:v>44802</c:v>
                </c:pt>
                <c:pt idx="334">
                  <c:v>44803</c:v>
                </c:pt>
                <c:pt idx="335">
                  <c:v>44804</c:v>
                </c:pt>
                <c:pt idx="336">
                  <c:v>44805</c:v>
                </c:pt>
                <c:pt idx="337">
                  <c:v>44806</c:v>
                </c:pt>
                <c:pt idx="338">
                  <c:v>44809</c:v>
                </c:pt>
                <c:pt idx="339">
                  <c:v>44810</c:v>
                </c:pt>
                <c:pt idx="340">
                  <c:v>44812</c:v>
                </c:pt>
                <c:pt idx="341">
                  <c:v>44813</c:v>
                </c:pt>
                <c:pt idx="342">
                  <c:v>44816</c:v>
                </c:pt>
                <c:pt idx="343">
                  <c:v>44817</c:v>
                </c:pt>
                <c:pt idx="344">
                  <c:v>44818</c:v>
                </c:pt>
                <c:pt idx="345">
                  <c:v>44819</c:v>
                </c:pt>
                <c:pt idx="346">
                  <c:v>44820</c:v>
                </c:pt>
                <c:pt idx="347">
                  <c:v>44823</c:v>
                </c:pt>
                <c:pt idx="348">
                  <c:v>44824</c:v>
                </c:pt>
                <c:pt idx="349">
                  <c:v>44825</c:v>
                </c:pt>
                <c:pt idx="350">
                  <c:v>44826</c:v>
                </c:pt>
                <c:pt idx="351">
                  <c:v>44827</c:v>
                </c:pt>
                <c:pt idx="352">
                  <c:v>44830</c:v>
                </c:pt>
                <c:pt idx="353">
                  <c:v>44831</c:v>
                </c:pt>
                <c:pt idx="354">
                  <c:v>44832</c:v>
                </c:pt>
                <c:pt idx="355">
                  <c:v>44833</c:v>
                </c:pt>
                <c:pt idx="356">
                  <c:v>44834</c:v>
                </c:pt>
                <c:pt idx="357">
                  <c:v>44837</c:v>
                </c:pt>
                <c:pt idx="358">
                  <c:v>44838</c:v>
                </c:pt>
                <c:pt idx="359">
                  <c:v>44839</c:v>
                </c:pt>
                <c:pt idx="360">
                  <c:v>44840</c:v>
                </c:pt>
                <c:pt idx="361">
                  <c:v>44841</c:v>
                </c:pt>
                <c:pt idx="362">
                  <c:v>44844</c:v>
                </c:pt>
                <c:pt idx="363">
                  <c:v>44845</c:v>
                </c:pt>
                <c:pt idx="364">
                  <c:v>44847</c:v>
                </c:pt>
                <c:pt idx="365">
                  <c:v>44848</c:v>
                </c:pt>
                <c:pt idx="366">
                  <c:v>44851</c:v>
                </c:pt>
                <c:pt idx="367">
                  <c:v>44852</c:v>
                </c:pt>
                <c:pt idx="368">
                  <c:v>44853</c:v>
                </c:pt>
                <c:pt idx="369">
                  <c:v>44854</c:v>
                </c:pt>
                <c:pt idx="370">
                  <c:v>44855</c:v>
                </c:pt>
                <c:pt idx="371">
                  <c:v>44858</c:v>
                </c:pt>
                <c:pt idx="372">
                  <c:v>44859</c:v>
                </c:pt>
                <c:pt idx="373">
                  <c:v>44860</c:v>
                </c:pt>
                <c:pt idx="374">
                  <c:v>44861</c:v>
                </c:pt>
                <c:pt idx="375">
                  <c:v>44862</c:v>
                </c:pt>
                <c:pt idx="376">
                  <c:v>44865</c:v>
                </c:pt>
                <c:pt idx="377">
                  <c:v>44866</c:v>
                </c:pt>
                <c:pt idx="378">
                  <c:v>44868</c:v>
                </c:pt>
                <c:pt idx="379">
                  <c:v>44869</c:v>
                </c:pt>
                <c:pt idx="380">
                  <c:v>44872</c:v>
                </c:pt>
                <c:pt idx="381">
                  <c:v>44873</c:v>
                </c:pt>
                <c:pt idx="382">
                  <c:v>44874</c:v>
                </c:pt>
                <c:pt idx="383">
                  <c:v>44875</c:v>
                </c:pt>
                <c:pt idx="384">
                  <c:v>44876</c:v>
                </c:pt>
                <c:pt idx="385">
                  <c:v>44879</c:v>
                </c:pt>
                <c:pt idx="386">
                  <c:v>44881</c:v>
                </c:pt>
                <c:pt idx="387">
                  <c:v>44882</c:v>
                </c:pt>
                <c:pt idx="388">
                  <c:v>44883</c:v>
                </c:pt>
                <c:pt idx="389">
                  <c:v>44886</c:v>
                </c:pt>
                <c:pt idx="390">
                  <c:v>44887</c:v>
                </c:pt>
                <c:pt idx="391">
                  <c:v>44888</c:v>
                </c:pt>
                <c:pt idx="392">
                  <c:v>44889</c:v>
                </c:pt>
                <c:pt idx="393">
                  <c:v>44890</c:v>
                </c:pt>
                <c:pt idx="394">
                  <c:v>44893</c:v>
                </c:pt>
                <c:pt idx="395">
                  <c:v>44894</c:v>
                </c:pt>
                <c:pt idx="396">
                  <c:v>44895</c:v>
                </c:pt>
                <c:pt idx="397">
                  <c:v>44896</c:v>
                </c:pt>
                <c:pt idx="398">
                  <c:v>44897</c:v>
                </c:pt>
                <c:pt idx="399">
                  <c:v>44900</c:v>
                </c:pt>
                <c:pt idx="400">
                  <c:v>44901</c:v>
                </c:pt>
                <c:pt idx="401">
                  <c:v>44902</c:v>
                </c:pt>
                <c:pt idx="402">
                  <c:v>44903</c:v>
                </c:pt>
                <c:pt idx="403">
                  <c:v>44904</c:v>
                </c:pt>
                <c:pt idx="404">
                  <c:v>44907</c:v>
                </c:pt>
                <c:pt idx="405">
                  <c:v>44908</c:v>
                </c:pt>
                <c:pt idx="406">
                  <c:v>44909</c:v>
                </c:pt>
                <c:pt idx="407">
                  <c:v>44910</c:v>
                </c:pt>
                <c:pt idx="408">
                  <c:v>44911</c:v>
                </c:pt>
                <c:pt idx="409">
                  <c:v>44914</c:v>
                </c:pt>
                <c:pt idx="410">
                  <c:v>44915</c:v>
                </c:pt>
                <c:pt idx="411">
                  <c:v>44916</c:v>
                </c:pt>
                <c:pt idx="412">
                  <c:v>44917</c:v>
                </c:pt>
                <c:pt idx="413">
                  <c:v>44918</c:v>
                </c:pt>
                <c:pt idx="414">
                  <c:v>44921</c:v>
                </c:pt>
                <c:pt idx="415">
                  <c:v>44922</c:v>
                </c:pt>
                <c:pt idx="416">
                  <c:v>44923</c:v>
                </c:pt>
                <c:pt idx="417">
                  <c:v>44924</c:v>
                </c:pt>
                <c:pt idx="418">
                  <c:v>44928</c:v>
                </c:pt>
                <c:pt idx="419">
                  <c:v>44929</c:v>
                </c:pt>
                <c:pt idx="420">
                  <c:v>44930</c:v>
                </c:pt>
                <c:pt idx="421">
                  <c:v>44931</c:v>
                </c:pt>
                <c:pt idx="422">
                  <c:v>44932</c:v>
                </c:pt>
                <c:pt idx="423">
                  <c:v>44935</c:v>
                </c:pt>
                <c:pt idx="424">
                  <c:v>44936</c:v>
                </c:pt>
                <c:pt idx="425">
                  <c:v>44937</c:v>
                </c:pt>
                <c:pt idx="426">
                  <c:v>44938</c:v>
                </c:pt>
                <c:pt idx="427">
                  <c:v>44939</c:v>
                </c:pt>
                <c:pt idx="428">
                  <c:v>44942</c:v>
                </c:pt>
                <c:pt idx="429">
                  <c:v>44943</c:v>
                </c:pt>
                <c:pt idx="430">
                  <c:v>44944</c:v>
                </c:pt>
                <c:pt idx="431">
                  <c:v>44945</c:v>
                </c:pt>
                <c:pt idx="432">
                  <c:v>44946</c:v>
                </c:pt>
                <c:pt idx="433">
                  <c:v>44949</c:v>
                </c:pt>
                <c:pt idx="434">
                  <c:v>44950</c:v>
                </c:pt>
                <c:pt idx="435">
                  <c:v>44951</c:v>
                </c:pt>
                <c:pt idx="436">
                  <c:v>44952</c:v>
                </c:pt>
                <c:pt idx="437">
                  <c:v>44953</c:v>
                </c:pt>
                <c:pt idx="438">
                  <c:v>44956</c:v>
                </c:pt>
                <c:pt idx="439">
                  <c:v>44957</c:v>
                </c:pt>
                <c:pt idx="440">
                  <c:v>44958</c:v>
                </c:pt>
                <c:pt idx="441">
                  <c:v>44959</c:v>
                </c:pt>
                <c:pt idx="442">
                  <c:v>44960</c:v>
                </c:pt>
                <c:pt idx="443">
                  <c:v>44963</c:v>
                </c:pt>
                <c:pt idx="444">
                  <c:v>44964</c:v>
                </c:pt>
                <c:pt idx="445">
                  <c:v>44965</c:v>
                </c:pt>
                <c:pt idx="446">
                  <c:v>44966</c:v>
                </c:pt>
                <c:pt idx="447">
                  <c:v>44967</c:v>
                </c:pt>
                <c:pt idx="448">
                  <c:v>44970</c:v>
                </c:pt>
                <c:pt idx="449">
                  <c:v>44971</c:v>
                </c:pt>
                <c:pt idx="450">
                  <c:v>44972</c:v>
                </c:pt>
                <c:pt idx="451">
                  <c:v>44973</c:v>
                </c:pt>
                <c:pt idx="452">
                  <c:v>44974</c:v>
                </c:pt>
                <c:pt idx="453">
                  <c:v>44979</c:v>
                </c:pt>
                <c:pt idx="454">
                  <c:v>44980</c:v>
                </c:pt>
                <c:pt idx="455">
                  <c:v>44981</c:v>
                </c:pt>
                <c:pt idx="456">
                  <c:v>44984</c:v>
                </c:pt>
                <c:pt idx="457">
                  <c:v>44985</c:v>
                </c:pt>
                <c:pt idx="458">
                  <c:v>44986</c:v>
                </c:pt>
                <c:pt idx="459">
                  <c:v>44987</c:v>
                </c:pt>
                <c:pt idx="460">
                  <c:v>44988</c:v>
                </c:pt>
                <c:pt idx="461">
                  <c:v>44991</c:v>
                </c:pt>
                <c:pt idx="462">
                  <c:v>44992</c:v>
                </c:pt>
                <c:pt idx="463">
                  <c:v>44993</c:v>
                </c:pt>
                <c:pt idx="464">
                  <c:v>44994</c:v>
                </c:pt>
                <c:pt idx="465">
                  <c:v>44995</c:v>
                </c:pt>
                <c:pt idx="466">
                  <c:v>44998</c:v>
                </c:pt>
                <c:pt idx="467">
                  <c:v>44999</c:v>
                </c:pt>
                <c:pt idx="468">
                  <c:v>45000</c:v>
                </c:pt>
                <c:pt idx="469">
                  <c:v>45001</c:v>
                </c:pt>
                <c:pt idx="470">
                  <c:v>45002</c:v>
                </c:pt>
                <c:pt idx="471">
                  <c:v>45005</c:v>
                </c:pt>
                <c:pt idx="472">
                  <c:v>45006</c:v>
                </c:pt>
                <c:pt idx="473">
                  <c:v>45007</c:v>
                </c:pt>
                <c:pt idx="474">
                  <c:v>45008</c:v>
                </c:pt>
                <c:pt idx="475">
                  <c:v>45009</c:v>
                </c:pt>
                <c:pt idx="476">
                  <c:v>45012</c:v>
                </c:pt>
                <c:pt idx="477">
                  <c:v>45013</c:v>
                </c:pt>
                <c:pt idx="478">
                  <c:v>45014</c:v>
                </c:pt>
                <c:pt idx="479">
                  <c:v>45015</c:v>
                </c:pt>
                <c:pt idx="480">
                  <c:v>45016</c:v>
                </c:pt>
                <c:pt idx="481">
                  <c:v>45019</c:v>
                </c:pt>
                <c:pt idx="482">
                  <c:v>45020</c:v>
                </c:pt>
                <c:pt idx="483">
                  <c:v>45021</c:v>
                </c:pt>
                <c:pt idx="484">
                  <c:v>45022</c:v>
                </c:pt>
                <c:pt idx="485">
                  <c:v>45026</c:v>
                </c:pt>
                <c:pt idx="486">
                  <c:v>45027</c:v>
                </c:pt>
                <c:pt idx="487">
                  <c:v>45028</c:v>
                </c:pt>
                <c:pt idx="488">
                  <c:v>45029</c:v>
                </c:pt>
                <c:pt idx="489">
                  <c:v>45030</c:v>
                </c:pt>
                <c:pt idx="490">
                  <c:v>45033</c:v>
                </c:pt>
                <c:pt idx="491">
                  <c:v>45034</c:v>
                </c:pt>
                <c:pt idx="492">
                  <c:v>45035</c:v>
                </c:pt>
                <c:pt idx="493">
                  <c:v>45036</c:v>
                </c:pt>
                <c:pt idx="494">
                  <c:v>45040</c:v>
                </c:pt>
                <c:pt idx="495">
                  <c:v>45041</c:v>
                </c:pt>
                <c:pt idx="496">
                  <c:v>45042</c:v>
                </c:pt>
                <c:pt idx="497">
                  <c:v>45043</c:v>
                </c:pt>
                <c:pt idx="498">
                  <c:v>45044</c:v>
                </c:pt>
                <c:pt idx="499">
                  <c:v>45048</c:v>
                </c:pt>
                <c:pt idx="500">
                  <c:v>45049</c:v>
                </c:pt>
                <c:pt idx="501">
                  <c:v>45050</c:v>
                </c:pt>
                <c:pt idx="502">
                  <c:v>45051</c:v>
                </c:pt>
                <c:pt idx="503">
                  <c:v>45054</c:v>
                </c:pt>
                <c:pt idx="504">
                  <c:v>45055</c:v>
                </c:pt>
                <c:pt idx="505">
                  <c:v>45056</c:v>
                </c:pt>
                <c:pt idx="506">
                  <c:v>45057</c:v>
                </c:pt>
                <c:pt idx="507">
                  <c:v>45058</c:v>
                </c:pt>
                <c:pt idx="508">
                  <c:v>45061</c:v>
                </c:pt>
                <c:pt idx="509">
                  <c:v>45062</c:v>
                </c:pt>
                <c:pt idx="510">
                  <c:v>45063</c:v>
                </c:pt>
                <c:pt idx="511">
                  <c:v>45064</c:v>
                </c:pt>
                <c:pt idx="512">
                  <c:v>45065</c:v>
                </c:pt>
                <c:pt idx="513">
                  <c:v>45068</c:v>
                </c:pt>
                <c:pt idx="514">
                  <c:v>45069</c:v>
                </c:pt>
                <c:pt idx="515">
                  <c:v>45070</c:v>
                </c:pt>
                <c:pt idx="516">
                  <c:v>45071</c:v>
                </c:pt>
                <c:pt idx="517">
                  <c:v>45072</c:v>
                </c:pt>
                <c:pt idx="518">
                  <c:v>45075</c:v>
                </c:pt>
                <c:pt idx="519">
                  <c:v>45076</c:v>
                </c:pt>
                <c:pt idx="520">
                  <c:v>45077</c:v>
                </c:pt>
                <c:pt idx="521">
                  <c:v>45078</c:v>
                </c:pt>
                <c:pt idx="522">
                  <c:v>45079</c:v>
                </c:pt>
                <c:pt idx="523">
                  <c:v>45082</c:v>
                </c:pt>
                <c:pt idx="524">
                  <c:v>45083</c:v>
                </c:pt>
                <c:pt idx="525">
                  <c:v>45084</c:v>
                </c:pt>
                <c:pt idx="526">
                  <c:v>45086</c:v>
                </c:pt>
                <c:pt idx="527">
                  <c:v>45089</c:v>
                </c:pt>
                <c:pt idx="528">
                  <c:v>45090</c:v>
                </c:pt>
                <c:pt idx="529">
                  <c:v>45091</c:v>
                </c:pt>
                <c:pt idx="530">
                  <c:v>45092</c:v>
                </c:pt>
                <c:pt idx="531">
                  <c:v>45093</c:v>
                </c:pt>
                <c:pt idx="532">
                  <c:v>45096</c:v>
                </c:pt>
                <c:pt idx="533">
                  <c:v>45097</c:v>
                </c:pt>
                <c:pt idx="534">
                  <c:v>45098</c:v>
                </c:pt>
                <c:pt idx="535">
                  <c:v>45099</c:v>
                </c:pt>
                <c:pt idx="536">
                  <c:v>45100</c:v>
                </c:pt>
                <c:pt idx="537">
                  <c:v>45103</c:v>
                </c:pt>
                <c:pt idx="538">
                  <c:v>45104</c:v>
                </c:pt>
                <c:pt idx="539">
                  <c:v>45105</c:v>
                </c:pt>
                <c:pt idx="540">
                  <c:v>45106</c:v>
                </c:pt>
                <c:pt idx="541">
                  <c:v>45107</c:v>
                </c:pt>
                <c:pt idx="542">
                  <c:v>45110</c:v>
                </c:pt>
                <c:pt idx="543">
                  <c:v>45111</c:v>
                </c:pt>
                <c:pt idx="544">
                  <c:v>45112</c:v>
                </c:pt>
                <c:pt idx="545">
                  <c:v>45113</c:v>
                </c:pt>
                <c:pt idx="546">
                  <c:v>45114</c:v>
                </c:pt>
                <c:pt idx="547">
                  <c:v>45117</c:v>
                </c:pt>
                <c:pt idx="548">
                  <c:v>45118</c:v>
                </c:pt>
                <c:pt idx="549">
                  <c:v>45119</c:v>
                </c:pt>
                <c:pt idx="550">
                  <c:v>45120</c:v>
                </c:pt>
                <c:pt idx="551">
                  <c:v>45121</c:v>
                </c:pt>
                <c:pt idx="552">
                  <c:v>45124</c:v>
                </c:pt>
                <c:pt idx="553">
                  <c:v>45125</c:v>
                </c:pt>
                <c:pt idx="554">
                  <c:v>45126</c:v>
                </c:pt>
                <c:pt idx="555">
                  <c:v>45127</c:v>
                </c:pt>
                <c:pt idx="556">
                  <c:v>45128</c:v>
                </c:pt>
                <c:pt idx="557">
                  <c:v>45131</c:v>
                </c:pt>
                <c:pt idx="558">
                  <c:v>45132</c:v>
                </c:pt>
                <c:pt idx="559">
                  <c:v>45133</c:v>
                </c:pt>
                <c:pt idx="560">
                  <c:v>45134</c:v>
                </c:pt>
                <c:pt idx="561">
                  <c:v>45135</c:v>
                </c:pt>
                <c:pt idx="562">
                  <c:v>45138</c:v>
                </c:pt>
                <c:pt idx="563">
                  <c:v>45139</c:v>
                </c:pt>
                <c:pt idx="564">
                  <c:v>45140</c:v>
                </c:pt>
                <c:pt idx="565">
                  <c:v>45141</c:v>
                </c:pt>
                <c:pt idx="566">
                  <c:v>45142</c:v>
                </c:pt>
                <c:pt idx="567">
                  <c:v>45145</c:v>
                </c:pt>
                <c:pt idx="568">
                  <c:v>45146</c:v>
                </c:pt>
                <c:pt idx="569">
                  <c:v>45147</c:v>
                </c:pt>
                <c:pt idx="570">
                  <c:v>45148</c:v>
                </c:pt>
                <c:pt idx="571">
                  <c:v>45149</c:v>
                </c:pt>
                <c:pt idx="572">
                  <c:v>45152</c:v>
                </c:pt>
                <c:pt idx="573">
                  <c:v>45153</c:v>
                </c:pt>
                <c:pt idx="574">
                  <c:v>45154</c:v>
                </c:pt>
                <c:pt idx="575">
                  <c:v>45155</c:v>
                </c:pt>
                <c:pt idx="576">
                  <c:v>45156</c:v>
                </c:pt>
                <c:pt idx="577">
                  <c:v>45159</c:v>
                </c:pt>
                <c:pt idx="578">
                  <c:v>45160</c:v>
                </c:pt>
                <c:pt idx="579">
                  <c:v>45161</c:v>
                </c:pt>
                <c:pt idx="580">
                  <c:v>45162</c:v>
                </c:pt>
                <c:pt idx="581">
                  <c:v>45163</c:v>
                </c:pt>
                <c:pt idx="582">
                  <c:v>45166</c:v>
                </c:pt>
                <c:pt idx="583">
                  <c:v>45167</c:v>
                </c:pt>
                <c:pt idx="584">
                  <c:v>45168</c:v>
                </c:pt>
                <c:pt idx="585">
                  <c:v>45169</c:v>
                </c:pt>
                <c:pt idx="586">
                  <c:v>45170</c:v>
                </c:pt>
                <c:pt idx="587">
                  <c:v>45173</c:v>
                </c:pt>
                <c:pt idx="588">
                  <c:v>45174</c:v>
                </c:pt>
                <c:pt idx="589">
                  <c:v>45175</c:v>
                </c:pt>
                <c:pt idx="590">
                  <c:v>45177</c:v>
                </c:pt>
                <c:pt idx="591">
                  <c:v>45180</c:v>
                </c:pt>
                <c:pt idx="592">
                  <c:v>45181</c:v>
                </c:pt>
                <c:pt idx="593">
                  <c:v>45182</c:v>
                </c:pt>
                <c:pt idx="594">
                  <c:v>45183</c:v>
                </c:pt>
                <c:pt idx="595">
                  <c:v>45184</c:v>
                </c:pt>
                <c:pt idx="596">
                  <c:v>45187</c:v>
                </c:pt>
                <c:pt idx="597">
                  <c:v>45188</c:v>
                </c:pt>
                <c:pt idx="598">
                  <c:v>45189</c:v>
                </c:pt>
                <c:pt idx="599">
                  <c:v>45190</c:v>
                </c:pt>
                <c:pt idx="600">
                  <c:v>45191</c:v>
                </c:pt>
                <c:pt idx="601">
                  <c:v>45194</c:v>
                </c:pt>
                <c:pt idx="602">
                  <c:v>45195</c:v>
                </c:pt>
                <c:pt idx="603">
                  <c:v>45196</c:v>
                </c:pt>
                <c:pt idx="604">
                  <c:v>45197</c:v>
                </c:pt>
                <c:pt idx="605">
                  <c:v>45198</c:v>
                </c:pt>
                <c:pt idx="606">
                  <c:v>45201</c:v>
                </c:pt>
                <c:pt idx="607">
                  <c:v>45202</c:v>
                </c:pt>
                <c:pt idx="608">
                  <c:v>45203</c:v>
                </c:pt>
                <c:pt idx="609">
                  <c:v>45204</c:v>
                </c:pt>
                <c:pt idx="610">
                  <c:v>45205</c:v>
                </c:pt>
                <c:pt idx="611">
                  <c:v>45208</c:v>
                </c:pt>
                <c:pt idx="612">
                  <c:v>45209</c:v>
                </c:pt>
                <c:pt idx="613">
                  <c:v>45210</c:v>
                </c:pt>
                <c:pt idx="614">
                  <c:v>45212</c:v>
                </c:pt>
                <c:pt idx="615">
                  <c:v>45215</c:v>
                </c:pt>
                <c:pt idx="616">
                  <c:v>45216</c:v>
                </c:pt>
                <c:pt idx="617">
                  <c:v>45217</c:v>
                </c:pt>
                <c:pt idx="618">
                  <c:v>45218</c:v>
                </c:pt>
                <c:pt idx="619">
                  <c:v>45219</c:v>
                </c:pt>
                <c:pt idx="620">
                  <c:v>45222</c:v>
                </c:pt>
                <c:pt idx="621">
                  <c:v>45223</c:v>
                </c:pt>
                <c:pt idx="622">
                  <c:v>45224</c:v>
                </c:pt>
                <c:pt idx="623">
                  <c:v>45225</c:v>
                </c:pt>
                <c:pt idx="624">
                  <c:v>45226</c:v>
                </c:pt>
                <c:pt idx="625">
                  <c:v>45229</c:v>
                </c:pt>
                <c:pt idx="626">
                  <c:v>45230</c:v>
                </c:pt>
                <c:pt idx="627">
                  <c:v>45231</c:v>
                </c:pt>
                <c:pt idx="628">
                  <c:v>45233</c:v>
                </c:pt>
                <c:pt idx="629">
                  <c:v>45236</c:v>
                </c:pt>
                <c:pt idx="630">
                  <c:v>45237</c:v>
                </c:pt>
                <c:pt idx="631">
                  <c:v>45238</c:v>
                </c:pt>
                <c:pt idx="632">
                  <c:v>45239</c:v>
                </c:pt>
                <c:pt idx="633">
                  <c:v>45240</c:v>
                </c:pt>
                <c:pt idx="634">
                  <c:v>45243</c:v>
                </c:pt>
                <c:pt idx="635">
                  <c:v>45244</c:v>
                </c:pt>
                <c:pt idx="636">
                  <c:v>45246</c:v>
                </c:pt>
                <c:pt idx="637">
                  <c:v>45247</c:v>
                </c:pt>
                <c:pt idx="638">
                  <c:v>45250</c:v>
                </c:pt>
                <c:pt idx="639">
                  <c:v>45251</c:v>
                </c:pt>
                <c:pt idx="640">
                  <c:v>45252</c:v>
                </c:pt>
                <c:pt idx="641">
                  <c:v>45253</c:v>
                </c:pt>
                <c:pt idx="642">
                  <c:v>45254</c:v>
                </c:pt>
                <c:pt idx="643">
                  <c:v>45257</c:v>
                </c:pt>
                <c:pt idx="644">
                  <c:v>45258</c:v>
                </c:pt>
                <c:pt idx="645">
                  <c:v>45259</c:v>
                </c:pt>
                <c:pt idx="646">
                  <c:v>45260</c:v>
                </c:pt>
                <c:pt idx="647">
                  <c:v>45261</c:v>
                </c:pt>
                <c:pt idx="648">
                  <c:v>45264</c:v>
                </c:pt>
                <c:pt idx="649">
                  <c:v>45265</c:v>
                </c:pt>
                <c:pt idx="650">
                  <c:v>45266</c:v>
                </c:pt>
                <c:pt idx="651">
                  <c:v>45267</c:v>
                </c:pt>
                <c:pt idx="652">
                  <c:v>45268</c:v>
                </c:pt>
                <c:pt idx="653">
                  <c:v>45271</c:v>
                </c:pt>
                <c:pt idx="654">
                  <c:v>45272</c:v>
                </c:pt>
                <c:pt idx="655">
                  <c:v>45273</c:v>
                </c:pt>
                <c:pt idx="656">
                  <c:v>45274</c:v>
                </c:pt>
                <c:pt idx="657">
                  <c:v>45275</c:v>
                </c:pt>
                <c:pt idx="658">
                  <c:v>45278</c:v>
                </c:pt>
                <c:pt idx="659">
                  <c:v>45279</c:v>
                </c:pt>
                <c:pt idx="660">
                  <c:v>45280</c:v>
                </c:pt>
                <c:pt idx="661">
                  <c:v>45281</c:v>
                </c:pt>
                <c:pt idx="662">
                  <c:v>45282</c:v>
                </c:pt>
                <c:pt idx="663">
                  <c:v>45286</c:v>
                </c:pt>
                <c:pt idx="664">
                  <c:v>45287</c:v>
                </c:pt>
                <c:pt idx="665">
                  <c:v>45288</c:v>
                </c:pt>
                <c:pt idx="666">
                  <c:v>45293</c:v>
                </c:pt>
                <c:pt idx="667">
                  <c:v>45294</c:v>
                </c:pt>
                <c:pt idx="668">
                  <c:v>45295</c:v>
                </c:pt>
                <c:pt idx="669">
                  <c:v>45296</c:v>
                </c:pt>
                <c:pt idx="670">
                  <c:v>45299</c:v>
                </c:pt>
                <c:pt idx="671">
                  <c:v>45300</c:v>
                </c:pt>
                <c:pt idx="672">
                  <c:v>45301</c:v>
                </c:pt>
                <c:pt idx="673">
                  <c:v>45302</c:v>
                </c:pt>
                <c:pt idx="674">
                  <c:v>45303</c:v>
                </c:pt>
                <c:pt idx="675">
                  <c:v>45306</c:v>
                </c:pt>
                <c:pt idx="676">
                  <c:v>45307</c:v>
                </c:pt>
                <c:pt idx="677">
                  <c:v>45308</c:v>
                </c:pt>
                <c:pt idx="678">
                  <c:v>45309</c:v>
                </c:pt>
                <c:pt idx="679">
                  <c:v>45310</c:v>
                </c:pt>
                <c:pt idx="680">
                  <c:v>45313</c:v>
                </c:pt>
                <c:pt idx="681">
                  <c:v>45314</c:v>
                </c:pt>
                <c:pt idx="682">
                  <c:v>45315</c:v>
                </c:pt>
                <c:pt idx="683">
                  <c:v>45316</c:v>
                </c:pt>
                <c:pt idx="684">
                  <c:v>45317</c:v>
                </c:pt>
                <c:pt idx="685">
                  <c:v>45320</c:v>
                </c:pt>
                <c:pt idx="686">
                  <c:v>45321</c:v>
                </c:pt>
                <c:pt idx="687">
                  <c:v>45322</c:v>
                </c:pt>
                <c:pt idx="688">
                  <c:v>45323</c:v>
                </c:pt>
                <c:pt idx="689">
                  <c:v>45324</c:v>
                </c:pt>
                <c:pt idx="690">
                  <c:v>45327</c:v>
                </c:pt>
                <c:pt idx="691">
                  <c:v>45328</c:v>
                </c:pt>
                <c:pt idx="692">
                  <c:v>45329</c:v>
                </c:pt>
                <c:pt idx="693">
                  <c:v>45330</c:v>
                </c:pt>
                <c:pt idx="694">
                  <c:v>45331</c:v>
                </c:pt>
                <c:pt idx="695">
                  <c:v>45336</c:v>
                </c:pt>
                <c:pt idx="696">
                  <c:v>45337</c:v>
                </c:pt>
                <c:pt idx="697">
                  <c:v>45338</c:v>
                </c:pt>
                <c:pt idx="698">
                  <c:v>45341</c:v>
                </c:pt>
                <c:pt idx="699">
                  <c:v>45342</c:v>
                </c:pt>
                <c:pt idx="700">
                  <c:v>45343</c:v>
                </c:pt>
                <c:pt idx="701">
                  <c:v>45344</c:v>
                </c:pt>
                <c:pt idx="702">
                  <c:v>45345</c:v>
                </c:pt>
                <c:pt idx="703">
                  <c:v>45348</c:v>
                </c:pt>
                <c:pt idx="704">
                  <c:v>45349</c:v>
                </c:pt>
                <c:pt idx="705">
                  <c:v>45350</c:v>
                </c:pt>
                <c:pt idx="706">
                  <c:v>45351</c:v>
                </c:pt>
                <c:pt idx="707">
                  <c:v>45352</c:v>
                </c:pt>
                <c:pt idx="708">
                  <c:v>45355</c:v>
                </c:pt>
                <c:pt idx="709">
                  <c:v>45356</c:v>
                </c:pt>
                <c:pt idx="710">
                  <c:v>45357</c:v>
                </c:pt>
                <c:pt idx="711">
                  <c:v>45358</c:v>
                </c:pt>
                <c:pt idx="712">
                  <c:v>45359</c:v>
                </c:pt>
                <c:pt idx="713">
                  <c:v>45362</c:v>
                </c:pt>
                <c:pt idx="714">
                  <c:v>45363</c:v>
                </c:pt>
                <c:pt idx="715">
                  <c:v>45364</c:v>
                </c:pt>
                <c:pt idx="716">
                  <c:v>45365</c:v>
                </c:pt>
                <c:pt idx="717">
                  <c:v>45366</c:v>
                </c:pt>
                <c:pt idx="718">
                  <c:v>45369</c:v>
                </c:pt>
                <c:pt idx="719">
                  <c:v>45370</c:v>
                </c:pt>
                <c:pt idx="720">
                  <c:v>45371</c:v>
                </c:pt>
                <c:pt idx="721">
                  <c:v>45372</c:v>
                </c:pt>
                <c:pt idx="722">
                  <c:v>45373</c:v>
                </c:pt>
                <c:pt idx="723">
                  <c:v>45376</c:v>
                </c:pt>
                <c:pt idx="724">
                  <c:v>45377</c:v>
                </c:pt>
                <c:pt idx="725">
                  <c:v>45378</c:v>
                </c:pt>
                <c:pt idx="726">
                  <c:v>45379</c:v>
                </c:pt>
                <c:pt idx="727">
                  <c:v>45383</c:v>
                </c:pt>
                <c:pt idx="728">
                  <c:v>45384</c:v>
                </c:pt>
                <c:pt idx="729">
                  <c:v>45385</c:v>
                </c:pt>
                <c:pt idx="730">
                  <c:v>45386</c:v>
                </c:pt>
                <c:pt idx="731">
                  <c:v>45387</c:v>
                </c:pt>
                <c:pt idx="732">
                  <c:v>45390</c:v>
                </c:pt>
                <c:pt idx="733">
                  <c:v>45391</c:v>
                </c:pt>
                <c:pt idx="734">
                  <c:v>45392</c:v>
                </c:pt>
                <c:pt idx="735">
                  <c:v>45393</c:v>
                </c:pt>
                <c:pt idx="736">
                  <c:v>45394</c:v>
                </c:pt>
                <c:pt idx="737">
                  <c:v>45397</c:v>
                </c:pt>
                <c:pt idx="738">
                  <c:v>45398</c:v>
                </c:pt>
                <c:pt idx="739">
                  <c:v>45399</c:v>
                </c:pt>
                <c:pt idx="740">
                  <c:v>45400</c:v>
                </c:pt>
                <c:pt idx="741">
                  <c:v>45401</c:v>
                </c:pt>
                <c:pt idx="742">
                  <c:v>45404</c:v>
                </c:pt>
                <c:pt idx="743">
                  <c:v>45405</c:v>
                </c:pt>
                <c:pt idx="744">
                  <c:v>45406</c:v>
                </c:pt>
                <c:pt idx="745">
                  <c:v>45407</c:v>
                </c:pt>
                <c:pt idx="746">
                  <c:v>45408</c:v>
                </c:pt>
                <c:pt idx="747">
                  <c:v>45411</c:v>
                </c:pt>
                <c:pt idx="748">
                  <c:v>45412</c:v>
                </c:pt>
                <c:pt idx="749">
                  <c:v>45414</c:v>
                </c:pt>
                <c:pt idx="750">
                  <c:v>45415</c:v>
                </c:pt>
                <c:pt idx="751">
                  <c:v>45418</c:v>
                </c:pt>
                <c:pt idx="752">
                  <c:v>45419</c:v>
                </c:pt>
                <c:pt idx="753">
                  <c:v>45420</c:v>
                </c:pt>
                <c:pt idx="754">
                  <c:v>45421</c:v>
                </c:pt>
                <c:pt idx="755">
                  <c:v>45422</c:v>
                </c:pt>
                <c:pt idx="756">
                  <c:v>45425</c:v>
                </c:pt>
                <c:pt idx="757">
                  <c:v>45426</c:v>
                </c:pt>
                <c:pt idx="758">
                  <c:v>45427</c:v>
                </c:pt>
                <c:pt idx="759">
                  <c:v>45428</c:v>
                </c:pt>
                <c:pt idx="760">
                  <c:v>45429</c:v>
                </c:pt>
                <c:pt idx="761">
                  <c:v>45432</c:v>
                </c:pt>
                <c:pt idx="762">
                  <c:v>45433</c:v>
                </c:pt>
                <c:pt idx="763">
                  <c:v>45434</c:v>
                </c:pt>
                <c:pt idx="764">
                  <c:v>45435</c:v>
                </c:pt>
                <c:pt idx="765">
                  <c:v>45436</c:v>
                </c:pt>
                <c:pt idx="766">
                  <c:v>45439</c:v>
                </c:pt>
                <c:pt idx="767">
                  <c:v>45440</c:v>
                </c:pt>
                <c:pt idx="768">
                  <c:v>45441</c:v>
                </c:pt>
                <c:pt idx="769">
                  <c:v>45443</c:v>
                </c:pt>
                <c:pt idx="770">
                  <c:v>45446</c:v>
                </c:pt>
                <c:pt idx="771">
                  <c:v>45447</c:v>
                </c:pt>
                <c:pt idx="772">
                  <c:v>45448</c:v>
                </c:pt>
                <c:pt idx="773">
                  <c:v>45449</c:v>
                </c:pt>
                <c:pt idx="774">
                  <c:v>45450</c:v>
                </c:pt>
                <c:pt idx="775">
                  <c:v>45453</c:v>
                </c:pt>
                <c:pt idx="776">
                  <c:v>45454</c:v>
                </c:pt>
                <c:pt idx="777">
                  <c:v>45455</c:v>
                </c:pt>
                <c:pt idx="778">
                  <c:v>45456</c:v>
                </c:pt>
                <c:pt idx="779">
                  <c:v>45457</c:v>
                </c:pt>
                <c:pt idx="780">
                  <c:v>45460</c:v>
                </c:pt>
                <c:pt idx="781">
                  <c:v>45461</c:v>
                </c:pt>
                <c:pt idx="782">
                  <c:v>45462</c:v>
                </c:pt>
                <c:pt idx="783">
                  <c:v>45463</c:v>
                </c:pt>
                <c:pt idx="784">
                  <c:v>45464</c:v>
                </c:pt>
                <c:pt idx="785">
                  <c:v>45467</c:v>
                </c:pt>
                <c:pt idx="786">
                  <c:v>45468</c:v>
                </c:pt>
                <c:pt idx="787">
                  <c:v>45469</c:v>
                </c:pt>
                <c:pt idx="788">
                  <c:v>45470</c:v>
                </c:pt>
                <c:pt idx="789">
                  <c:v>45471</c:v>
                </c:pt>
                <c:pt idx="790">
                  <c:v>45474</c:v>
                </c:pt>
                <c:pt idx="791">
                  <c:v>45475</c:v>
                </c:pt>
                <c:pt idx="792">
                  <c:v>45476</c:v>
                </c:pt>
                <c:pt idx="793">
                  <c:v>45477</c:v>
                </c:pt>
                <c:pt idx="794">
                  <c:v>45478</c:v>
                </c:pt>
                <c:pt idx="795">
                  <c:v>45481</c:v>
                </c:pt>
                <c:pt idx="796">
                  <c:v>45482</c:v>
                </c:pt>
                <c:pt idx="797">
                  <c:v>45483</c:v>
                </c:pt>
                <c:pt idx="798">
                  <c:v>45484</c:v>
                </c:pt>
                <c:pt idx="799">
                  <c:v>45485</c:v>
                </c:pt>
                <c:pt idx="800">
                  <c:v>45488</c:v>
                </c:pt>
                <c:pt idx="801">
                  <c:v>45489</c:v>
                </c:pt>
                <c:pt idx="802">
                  <c:v>45490</c:v>
                </c:pt>
                <c:pt idx="803">
                  <c:v>45491</c:v>
                </c:pt>
                <c:pt idx="804">
                  <c:v>45492</c:v>
                </c:pt>
                <c:pt idx="805">
                  <c:v>45495</c:v>
                </c:pt>
                <c:pt idx="806">
                  <c:v>45496</c:v>
                </c:pt>
                <c:pt idx="807">
                  <c:v>45497</c:v>
                </c:pt>
                <c:pt idx="808">
                  <c:v>45498</c:v>
                </c:pt>
                <c:pt idx="809">
                  <c:v>45499</c:v>
                </c:pt>
                <c:pt idx="810">
                  <c:v>45502</c:v>
                </c:pt>
                <c:pt idx="811">
                  <c:v>45503</c:v>
                </c:pt>
                <c:pt idx="812">
                  <c:v>45504</c:v>
                </c:pt>
                <c:pt idx="813">
                  <c:v>45505</c:v>
                </c:pt>
                <c:pt idx="814">
                  <c:v>45506</c:v>
                </c:pt>
                <c:pt idx="815">
                  <c:v>45509</c:v>
                </c:pt>
                <c:pt idx="816">
                  <c:v>45510</c:v>
                </c:pt>
                <c:pt idx="817">
                  <c:v>45511</c:v>
                </c:pt>
                <c:pt idx="818">
                  <c:v>45512</c:v>
                </c:pt>
                <c:pt idx="819">
                  <c:v>45513</c:v>
                </c:pt>
                <c:pt idx="820">
                  <c:v>45516</c:v>
                </c:pt>
                <c:pt idx="821">
                  <c:v>45517</c:v>
                </c:pt>
                <c:pt idx="822">
                  <c:v>45518</c:v>
                </c:pt>
                <c:pt idx="823">
                  <c:v>45519</c:v>
                </c:pt>
                <c:pt idx="824">
                  <c:v>45520</c:v>
                </c:pt>
                <c:pt idx="825">
                  <c:v>45523</c:v>
                </c:pt>
                <c:pt idx="826">
                  <c:v>45524</c:v>
                </c:pt>
                <c:pt idx="827">
                  <c:v>45525</c:v>
                </c:pt>
                <c:pt idx="828">
                  <c:v>45526</c:v>
                </c:pt>
                <c:pt idx="829">
                  <c:v>45527</c:v>
                </c:pt>
                <c:pt idx="830">
                  <c:v>45530</c:v>
                </c:pt>
                <c:pt idx="831">
                  <c:v>45531</c:v>
                </c:pt>
                <c:pt idx="832">
                  <c:v>45532</c:v>
                </c:pt>
                <c:pt idx="833">
                  <c:v>45533</c:v>
                </c:pt>
                <c:pt idx="834">
                  <c:v>45534</c:v>
                </c:pt>
                <c:pt idx="835">
                  <c:v>45537</c:v>
                </c:pt>
                <c:pt idx="836">
                  <c:v>45538</c:v>
                </c:pt>
                <c:pt idx="837">
                  <c:v>45539</c:v>
                </c:pt>
                <c:pt idx="838">
                  <c:v>45540</c:v>
                </c:pt>
                <c:pt idx="839">
                  <c:v>45541</c:v>
                </c:pt>
                <c:pt idx="840">
                  <c:v>45544</c:v>
                </c:pt>
                <c:pt idx="841">
                  <c:v>45545</c:v>
                </c:pt>
                <c:pt idx="842">
                  <c:v>45546</c:v>
                </c:pt>
                <c:pt idx="843">
                  <c:v>45547</c:v>
                </c:pt>
                <c:pt idx="844">
                  <c:v>45548</c:v>
                </c:pt>
                <c:pt idx="845">
                  <c:v>45551</c:v>
                </c:pt>
                <c:pt idx="846">
                  <c:v>45552</c:v>
                </c:pt>
                <c:pt idx="847">
                  <c:v>45553</c:v>
                </c:pt>
                <c:pt idx="848">
                  <c:v>45554</c:v>
                </c:pt>
                <c:pt idx="849">
                  <c:v>45555</c:v>
                </c:pt>
                <c:pt idx="850">
                  <c:v>45558</c:v>
                </c:pt>
                <c:pt idx="851">
                  <c:v>45559</c:v>
                </c:pt>
                <c:pt idx="852">
                  <c:v>45560</c:v>
                </c:pt>
                <c:pt idx="853">
                  <c:v>45561</c:v>
                </c:pt>
                <c:pt idx="854">
                  <c:v>45562</c:v>
                </c:pt>
                <c:pt idx="855">
                  <c:v>45565</c:v>
                </c:pt>
                <c:pt idx="856">
                  <c:v>45566</c:v>
                </c:pt>
                <c:pt idx="857">
                  <c:v>45567</c:v>
                </c:pt>
                <c:pt idx="858">
                  <c:v>45568</c:v>
                </c:pt>
                <c:pt idx="859">
                  <c:v>45569</c:v>
                </c:pt>
                <c:pt idx="860">
                  <c:v>45572</c:v>
                </c:pt>
                <c:pt idx="861">
                  <c:v>45573</c:v>
                </c:pt>
                <c:pt idx="862">
                  <c:v>45574</c:v>
                </c:pt>
                <c:pt idx="863">
                  <c:v>45575</c:v>
                </c:pt>
                <c:pt idx="864">
                  <c:v>45576</c:v>
                </c:pt>
                <c:pt idx="865">
                  <c:v>45579</c:v>
                </c:pt>
                <c:pt idx="866">
                  <c:v>45580</c:v>
                </c:pt>
                <c:pt idx="867">
                  <c:v>45581</c:v>
                </c:pt>
                <c:pt idx="868">
                  <c:v>45582</c:v>
                </c:pt>
                <c:pt idx="869">
                  <c:v>45583</c:v>
                </c:pt>
                <c:pt idx="870">
                  <c:v>45586</c:v>
                </c:pt>
                <c:pt idx="871">
                  <c:v>45587</c:v>
                </c:pt>
                <c:pt idx="872">
                  <c:v>45588</c:v>
                </c:pt>
                <c:pt idx="873">
                  <c:v>45589</c:v>
                </c:pt>
                <c:pt idx="874">
                  <c:v>45590</c:v>
                </c:pt>
                <c:pt idx="875">
                  <c:v>45593</c:v>
                </c:pt>
                <c:pt idx="876">
                  <c:v>45594</c:v>
                </c:pt>
                <c:pt idx="877">
                  <c:v>45595</c:v>
                </c:pt>
                <c:pt idx="878">
                  <c:v>45596</c:v>
                </c:pt>
                <c:pt idx="879">
                  <c:v>45597</c:v>
                </c:pt>
                <c:pt idx="880">
                  <c:v>45600</c:v>
                </c:pt>
                <c:pt idx="881">
                  <c:v>45601</c:v>
                </c:pt>
                <c:pt idx="882">
                  <c:v>45602</c:v>
                </c:pt>
                <c:pt idx="883">
                  <c:v>45603</c:v>
                </c:pt>
                <c:pt idx="884">
                  <c:v>45604</c:v>
                </c:pt>
                <c:pt idx="885">
                  <c:v>45607</c:v>
                </c:pt>
                <c:pt idx="886">
                  <c:v>45608</c:v>
                </c:pt>
                <c:pt idx="887">
                  <c:v>45609</c:v>
                </c:pt>
                <c:pt idx="888">
                  <c:v>45610</c:v>
                </c:pt>
                <c:pt idx="889">
                  <c:v>45614</c:v>
                </c:pt>
                <c:pt idx="890">
                  <c:v>45615</c:v>
                </c:pt>
                <c:pt idx="891">
                  <c:v>45617</c:v>
                </c:pt>
                <c:pt idx="892">
                  <c:v>45618</c:v>
                </c:pt>
                <c:pt idx="893">
                  <c:v>45621</c:v>
                </c:pt>
                <c:pt idx="894">
                  <c:v>45622</c:v>
                </c:pt>
                <c:pt idx="895">
                  <c:v>45623</c:v>
                </c:pt>
                <c:pt idx="896">
                  <c:v>45624</c:v>
                </c:pt>
                <c:pt idx="897">
                  <c:v>45625</c:v>
                </c:pt>
                <c:pt idx="898">
                  <c:v>45628</c:v>
                </c:pt>
                <c:pt idx="899">
                  <c:v>45629</c:v>
                </c:pt>
                <c:pt idx="900">
                  <c:v>45630</c:v>
                </c:pt>
                <c:pt idx="901">
                  <c:v>45631</c:v>
                </c:pt>
                <c:pt idx="902">
                  <c:v>45632</c:v>
                </c:pt>
                <c:pt idx="903">
                  <c:v>45635</c:v>
                </c:pt>
                <c:pt idx="904">
                  <c:v>45636</c:v>
                </c:pt>
                <c:pt idx="905">
                  <c:v>45637</c:v>
                </c:pt>
                <c:pt idx="906">
                  <c:v>45638</c:v>
                </c:pt>
                <c:pt idx="907">
                  <c:v>45639</c:v>
                </c:pt>
                <c:pt idx="908">
                  <c:v>45642</c:v>
                </c:pt>
                <c:pt idx="909">
                  <c:v>45643</c:v>
                </c:pt>
                <c:pt idx="910">
                  <c:v>45644</c:v>
                </c:pt>
                <c:pt idx="911">
                  <c:v>45645</c:v>
                </c:pt>
                <c:pt idx="912">
                  <c:v>45646</c:v>
                </c:pt>
                <c:pt idx="913">
                  <c:v>45649</c:v>
                </c:pt>
                <c:pt idx="914">
                  <c:v>45652</c:v>
                </c:pt>
                <c:pt idx="915">
                  <c:v>45653</c:v>
                </c:pt>
                <c:pt idx="916">
                  <c:v>45656</c:v>
                </c:pt>
                <c:pt idx="917">
                  <c:v>45659</c:v>
                </c:pt>
                <c:pt idx="918">
                  <c:v>45660</c:v>
                </c:pt>
                <c:pt idx="919">
                  <c:v>45663</c:v>
                </c:pt>
                <c:pt idx="920">
                  <c:v>45664</c:v>
                </c:pt>
                <c:pt idx="921">
                  <c:v>45665</c:v>
                </c:pt>
                <c:pt idx="922">
                  <c:v>45666</c:v>
                </c:pt>
                <c:pt idx="923">
                  <c:v>45667</c:v>
                </c:pt>
                <c:pt idx="924">
                  <c:v>45670</c:v>
                </c:pt>
                <c:pt idx="925">
                  <c:v>45671</c:v>
                </c:pt>
                <c:pt idx="926">
                  <c:v>45672</c:v>
                </c:pt>
                <c:pt idx="927">
                  <c:v>45673</c:v>
                </c:pt>
                <c:pt idx="928">
                  <c:v>45674</c:v>
                </c:pt>
                <c:pt idx="929">
                  <c:v>45677</c:v>
                </c:pt>
                <c:pt idx="930">
                  <c:v>45678</c:v>
                </c:pt>
                <c:pt idx="931">
                  <c:v>45679</c:v>
                </c:pt>
                <c:pt idx="932">
                  <c:v>45680</c:v>
                </c:pt>
                <c:pt idx="933">
                  <c:v>45681</c:v>
                </c:pt>
                <c:pt idx="934">
                  <c:v>45684</c:v>
                </c:pt>
                <c:pt idx="935">
                  <c:v>45685</c:v>
                </c:pt>
                <c:pt idx="936">
                  <c:v>45686</c:v>
                </c:pt>
                <c:pt idx="937">
                  <c:v>45687</c:v>
                </c:pt>
                <c:pt idx="938">
                  <c:v>45688</c:v>
                </c:pt>
                <c:pt idx="939">
                  <c:v>45691</c:v>
                </c:pt>
                <c:pt idx="940">
                  <c:v>45692</c:v>
                </c:pt>
                <c:pt idx="941">
                  <c:v>45693</c:v>
                </c:pt>
                <c:pt idx="942">
                  <c:v>45694</c:v>
                </c:pt>
                <c:pt idx="943">
                  <c:v>45695</c:v>
                </c:pt>
                <c:pt idx="944">
                  <c:v>45698</c:v>
                </c:pt>
                <c:pt idx="945">
                  <c:v>45699</c:v>
                </c:pt>
                <c:pt idx="946">
                  <c:v>45700</c:v>
                </c:pt>
                <c:pt idx="947">
                  <c:v>45701</c:v>
                </c:pt>
                <c:pt idx="948">
                  <c:v>45702</c:v>
                </c:pt>
                <c:pt idx="949">
                  <c:v>45705</c:v>
                </c:pt>
                <c:pt idx="950">
                  <c:v>45706</c:v>
                </c:pt>
                <c:pt idx="951">
                  <c:v>45707</c:v>
                </c:pt>
                <c:pt idx="952">
                  <c:v>45708</c:v>
                </c:pt>
                <c:pt idx="953">
                  <c:v>45709</c:v>
                </c:pt>
                <c:pt idx="954">
                  <c:v>45712</c:v>
                </c:pt>
                <c:pt idx="955">
                  <c:v>45713</c:v>
                </c:pt>
                <c:pt idx="956">
                  <c:v>45714</c:v>
                </c:pt>
                <c:pt idx="957">
                  <c:v>45715</c:v>
                </c:pt>
                <c:pt idx="958">
                  <c:v>45716</c:v>
                </c:pt>
                <c:pt idx="959">
                  <c:v>45721</c:v>
                </c:pt>
                <c:pt idx="960">
                  <c:v>45722</c:v>
                </c:pt>
                <c:pt idx="961">
                  <c:v>45723</c:v>
                </c:pt>
                <c:pt idx="962">
                  <c:v>45726</c:v>
                </c:pt>
                <c:pt idx="963">
                  <c:v>45727</c:v>
                </c:pt>
                <c:pt idx="964">
                  <c:v>45728</c:v>
                </c:pt>
                <c:pt idx="965">
                  <c:v>45729</c:v>
                </c:pt>
                <c:pt idx="966">
                  <c:v>45730</c:v>
                </c:pt>
                <c:pt idx="967">
                  <c:v>45733</c:v>
                </c:pt>
                <c:pt idx="968">
                  <c:v>45734</c:v>
                </c:pt>
                <c:pt idx="969">
                  <c:v>45735</c:v>
                </c:pt>
                <c:pt idx="970">
                  <c:v>45736</c:v>
                </c:pt>
                <c:pt idx="971">
                  <c:v>45737</c:v>
                </c:pt>
                <c:pt idx="972">
                  <c:v>45740</c:v>
                </c:pt>
                <c:pt idx="973">
                  <c:v>45741</c:v>
                </c:pt>
                <c:pt idx="974">
                  <c:v>45742</c:v>
                </c:pt>
                <c:pt idx="975">
                  <c:v>45743</c:v>
                </c:pt>
                <c:pt idx="976">
                  <c:v>45744</c:v>
                </c:pt>
                <c:pt idx="977">
                  <c:v>45747</c:v>
                </c:pt>
                <c:pt idx="978">
                  <c:v>45748</c:v>
                </c:pt>
                <c:pt idx="979">
                  <c:v>45749</c:v>
                </c:pt>
                <c:pt idx="980">
                  <c:v>45750</c:v>
                </c:pt>
                <c:pt idx="981">
                  <c:v>45751</c:v>
                </c:pt>
                <c:pt idx="982">
                  <c:v>45754</c:v>
                </c:pt>
                <c:pt idx="983">
                  <c:v>45755</c:v>
                </c:pt>
                <c:pt idx="984">
                  <c:v>45756</c:v>
                </c:pt>
                <c:pt idx="985">
                  <c:v>45757</c:v>
                </c:pt>
                <c:pt idx="986">
                  <c:v>45758</c:v>
                </c:pt>
                <c:pt idx="987">
                  <c:v>45761</c:v>
                </c:pt>
                <c:pt idx="988">
                  <c:v>45762</c:v>
                </c:pt>
                <c:pt idx="989">
                  <c:v>45763</c:v>
                </c:pt>
                <c:pt idx="990">
                  <c:v>45764</c:v>
                </c:pt>
                <c:pt idx="991">
                  <c:v>45769</c:v>
                </c:pt>
                <c:pt idx="992">
                  <c:v>45770</c:v>
                </c:pt>
                <c:pt idx="993">
                  <c:v>45771</c:v>
                </c:pt>
                <c:pt idx="994">
                  <c:v>45772</c:v>
                </c:pt>
                <c:pt idx="995">
                  <c:v>45775</c:v>
                </c:pt>
                <c:pt idx="996">
                  <c:v>45776</c:v>
                </c:pt>
                <c:pt idx="997">
                  <c:v>45777</c:v>
                </c:pt>
                <c:pt idx="998">
                  <c:v>45779</c:v>
                </c:pt>
                <c:pt idx="999">
                  <c:v>45782</c:v>
                </c:pt>
                <c:pt idx="1000">
                  <c:v>45783</c:v>
                </c:pt>
                <c:pt idx="1001">
                  <c:v>45784</c:v>
                </c:pt>
                <c:pt idx="1002">
                  <c:v>45785</c:v>
                </c:pt>
                <c:pt idx="1003">
                  <c:v>45786</c:v>
                </c:pt>
                <c:pt idx="1004">
                  <c:v>45789</c:v>
                </c:pt>
                <c:pt idx="1005">
                  <c:v>45790</c:v>
                </c:pt>
                <c:pt idx="1006">
                  <c:v>45791</c:v>
                </c:pt>
                <c:pt idx="1007">
                  <c:v>45792</c:v>
                </c:pt>
                <c:pt idx="1008">
                  <c:v>45793</c:v>
                </c:pt>
                <c:pt idx="1009">
                  <c:v>45796</c:v>
                </c:pt>
                <c:pt idx="1010">
                  <c:v>45797</c:v>
                </c:pt>
                <c:pt idx="1011">
                  <c:v>45798</c:v>
                </c:pt>
                <c:pt idx="1012">
                  <c:v>45799</c:v>
                </c:pt>
                <c:pt idx="1013">
                  <c:v>45800</c:v>
                </c:pt>
                <c:pt idx="1014">
                  <c:v>45803</c:v>
                </c:pt>
                <c:pt idx="1015">
                  <c:v>45804</c:v>
                </c:pt>
                <c:pt idx="1016">
                  <c:v>45805</c:v>
                </c:pt>
                <c:pt idx="1017">
                  <c:v>45806</c:v>
                </c:pt>
                <c:pt idx="1018">
                  <c:v>45807</c:v>
                </c:pt>
                <c:pt idx="1019">
                  <c:v>45810</c:v>
                </c:pt>
                <c:pt idx="1020">
                  <c:v>45811</c:v>
                </c:pt>
                <c:pt idx="1021">
                  <c:v>45812</c:v>
                </c:pt>
                <c:pt idx="1022">
                  <c:v>45813</c:v>
                </c:pt>
                <c:pt idx="1023">
                  <c:v>45814</c:v>
                </c:pt>
                <c:pt idx="1024">
                  <c:v>45817</c:v>
                </c:pt>
                <c:pt idx="1025">
                  <c:v>45818</c:v>
                </c:pt>
                <c:pt idx="1026">
                  <c:v>45819</c:v>
                </c:pt>
                <c:pt idx="1027">
                  <c:v>45820</c:v>
                </c:pt>
                <c:pt idx="1028">
                  <c:v>45821</c:v>
                </c:pt>
                <c:pt idx="1029">
                  <c:v>45824</c:v>
                </c:pt>
                <c:pt idx="1030">
                  <c:v>45825</c:v>
                </c:pt>
                <c:pt idx="1031">
                  <c:v>45826</c:v>
                </c:pt>
                <c:pt idx="1032">
                  <c:v>45828</c:v>
                </c:pt>
                <c:pt idx="1033">
                  <c:v>45831</c:v>
                </c:pt>
                <c:pt idx="1034">
                  <c:v>45832</c:v>
                </c:pt>
                <c:pt idx="1035">
                  <c:v>45833</c:v>
                </c:pt>
                <c:pt idx="1036">
                  <c:v>45834</c:v>
                </c:pt>
                <c:pt idx="1037">
                  <c:v>45835</c:v>
                </c:pt>
                <c:pt idx="1038">
                  <c:v>45838</c:v>
                </c:pt>
                <c:pt idx="1039">
                  <c:v>45839</c:v>
                </c:pt>
                <c:pt idx="1040">
                  <c:v>45840</c:v>
                </c:pt>
                <c:pt idx="1041">
                  <c:v>45841</c:v>
                </c:pt>
                <c:pt idx="1042">
                  <c:v>45842</c:v>
                </c:pt>
                <c:pt idx="1043">
                  <c:v>45845</c:v>
                </c:pt>
                <c:pt idx="1044">
                  <c:v>45846</c:v>
                </c:pt>
                <c:pt idx="1045">
                  <c:v>45847</c:v>
                </c:pt>
                <c:pt idx="1046">
                  <c:v>45848</c:v>
                </c:pt>
                <c:pt idx="1047">
                  <c:v>45849</c:v>
                </c:pt>
                <c:pt idx="1048">
                  <c:v>45852</c:v>
                </c:pt>
                <c:pt idx="1049">
                  <c:v>45853</c:v>
                </c:pt>
                <c:pt idx="1050">
                  <c:v>45854</c:v>
                </c:pt>
                <c:pt idx="1051">
                  <c:v>45855</c:v>
                </c:pt>
                <c:pt idx="1052">
                  <c:v>45856</c:v>
                </c:pt>
                <c:pt idx="1053">
                  <c:v>45859</c:v>
                </c:pt>
                <c:pt idx="1054">
                  <c:v>45860</c:v>
                </c:pt>
                <c:pt idx="1055">
                  <c:v>45861</c:v>
                </c:pt>
                <c:pt idx="1056">
                  <c:v>45862</c:v>
                </c:pt>
                <c:pt idx="1057">
                  <c:v>45863</c:v>
                </c:pt>
                <c:pt idx="1058">
                  <c:v>45866</c:v>
                </c:pt>
                <c:pt idx="1059">
                  <c:v>45867</c:v>
                </c:pt>
                <c:pt idx="1060">
                  <c:v>45868</c:v>
                </c:pt>
                <c:pt idx="1061">
                  <c:v>45869</c:v>
                </c:pt>
                <c:pt idx="1062">
                  <c:v>45870</c:v>
                </c:pt>
                <c:pt idx="1063">
                  <c:v>45873</c:v>
                </c:pt>
                <c:pt idx="1064">
                  <c:v>45874</c:v>
                </c:pt>
                <c:pt idx="1065">
                  <c:v>45875</c:v>
                </c:pt>
                <c:pt idx="1066">
                  <c:v>45876</c:v>
                </c:pt>
                <c:pt idx="1067">
                  <c:v>45877</c:v>
                </c:pt>
                <c:pt idx="1068">
                  <c:v>45880</c:v>
                </c:pt>
                <c:pt idx="1069">
                  <c:v>45881</c:v>
                </c:pt>
                <c:pt idx="1070">
                  <c:v>45882</c:v>
                </c:pt>
                <c:pt idx="1071">
                  <c:v>45883</c:v>
                </c:pt>
                <c:pt idx="1072">
                  <c:v>45884</c:v>
                </c:pt>
                <c:pt idx="1073">
                  <c:v>45887</c:v>
                </c:pt>
                <c:pt idx="1074">
                  <c:v>45888</c:v>
                </c:pt>
                <c:pt idx="1075">
                  <c:v>45889</c:v>
                </c:pt>
                <c:pt idx="1076">
                  <c:v>45890</c:v>
                </c:pt>
                <c:pt idx="1077">
                  <c:v>45891</c:v>
                </c:pt>
                <c:pt idx="1078">
                  <c:v>45894</c:v>
                </c:pt>
                <c:pt idx="1079">
                  <c:v>45895</c:v>
                </c:pt>
                <c:pt idx="1080">
                  <c:v>45896</c:v>
                </c:pt>
                <c:pt idx="1081">
                  <c:v>45897</c:v>
                </c:pt>
                <c:pt idx="1082">
                  <c:v>45898</c:v>
                </c:pt>
                <c:pt idx="1083">
                  <c:v>45901</c:v>
                </c:pt>
                <c:pt idx="1084">
                  <c:v>45902</c:v>
                </c:pt>
                <c:pt idx="1085">
                  <c:v>45903</c:v>
                </c:pt>
                <c:pt idx="1086">
                  <c:v>45904</c:v>
                </c:pt>
                <c:pt idx="1087">
                  <c:v>45905</c:v>
                </c:pt>
                <c:pt idx="1088">
                  <c:v>45908</c:v>
                </c:pt>
                <c:pt idx="1089">
                  <c:v>45909</c:v>
                </c:pt>
                <c:pt idx="1090">
                  <c:v>45910</c:v>
                </c:pt>
                <c:pt idx="1091">
                  <c:v>45911</c:v>
                </c:pt>
                <c:pt idx="1092">
                  <c:v>45912</c:v>
                </c:pt>
                <c:pt idx="1093">
                  <c:v>45915</c:v>
                </c:pt>
                <c:pt idx="1094">
                  <c:v>45916</c:v>
                </c:pt>
                <c:pt idx="1095">
                  <c:v>45917</c:v>
                </c:pt>
                <c:pt idx="1096">
                  <c:v>45918</c:v>
                </c:pt>
                <c:pt idx="1097">
                  <c:v>45919</c:v>
                </c:pt>
                <c:pt idx="1098">
                  <c:v>45922</c:v>
                </c:pt>
                <c:pt idx="1099">
                  <c:v>45923</c:v>
                </c:pt>
                <c:pt idx="1100">
                  <c:v>45924</c:v>
                </c:pt>
                <c:pt idx="1101">
                  <c:v>45925</c:v>
                </c:pt>
                <c:pt idx="1102">
                  <c:v>45926</c:v>
                </c:pt>
                <c:pt idx="1103">
                  <c:v>45929</c:v>
                </c:pt>
                <c:pt idx="1104">
                  <c:v>45930</c:v>
                </c:pt>
                <c:pt idx="1105">
                  <c:v>45931</c:v>
                </c:pt>
                <c:pt idx="1106">
                  <c:v>45932</c:v>
                </c:pt>
                <c:pt idx="1107">
                  <c:v>45933</c:v>
                </c:pt>
                <c:pt idx="1108">
                  <c:v>45936</c:v>
                </c:pt>
                <c:pt idx="1109">
                  <c:v>45937</c:v>
                </c:pt>
                <c:pt idx="1110">
                  <c:v>45938</c:v>
                </c:pt>
                <c:pt idx="1111">
                  <c:v>45939</c:v>
                </c:pt>
                <c:pt idx="1112">
                  <c:v>45940</c:v>
                </c:pt>
                <c:pt idx="1113">
                  <c:v>45943</c:v>
                </c:pt>
                <c:pt idx="1114">
                  <c:v>45944</c:v>
                </c:pt>
                <c:pt idx="1115">
                  <c:v>45945</c:v>
                </c:pt>
                <c:pt idx="1116">
                  <c:v>45946</c:v>
                </c:pt>
                <c:pt idx="1117">
                  <c:v>45947</c:v>
                </c:pt>
                <c:pt idx="1118">
                  <c:v>45950</c:v>
                </c:pt>
                <c:pt idx="1119">
                  <c:v>45951</c:v>
                </c:pt>
                <c:pt idx="1120">
                  <c:v>45952</c:v>
                </c:pt>
                <c:pt idx="1121">
                  <c:v>45953</c:v>
                </c:pt>
                <c:pt idx="1122">
                  <c:v>45954</c:v>
                </c:pt>
                <c:pt idx="1123">
                  <c:v>45957</c:v>
                </c:pt>
                <c:pt idx="1124">
                  <c:v>45958</c:v>
                </c:pt>
                <c:pt idx="1125">
                  <c:v>45959</c:v>
                </c:pt>
                <c:pt idx="1126">
                  <c:v>45960</c:v>
                </c:pt>
                <c:pt idx="1127">
                  <c:v>45961</c:v>
                </c:pt>
                <c:pt idx="1128">
                  <c:v>45964</c:v>
                </c:pt>
                <c:pt idx="1129">
                  <c:v>45965</c:v>
                </c:pt>
                <c:pt idx="1130">
                  <c:v>45966</c:v>
                </c:pt>
                <c:pt idx="1131">
                  <c:v>45967</c:v>
                </c:pt>
                <c:pt idx="1132">
                  <c:v>45968</c:v>
                </c:pt>
                <c:pt idx="1133">
                  <c:v>45971</c:v>
                </c:pt>
                <c:pt idx="1134">
                  <c:v>45972</c:v>
                </c:pt>
                <c:pt idx="1135">
                  <c:v>45973</c:v>
                </c:pt>
                <c:pt idx="1136">
                  <c:v>45974</c:v>
                </c:pt>
                <c:pt idx="1137">
                  <c:v>45975</c:v>
                </c:pt>
                <c:pt idx="1138">
                  <c:v>45978</c:v>
                </c:pt>
                <c:pt idx="1139">
                  <c:v>45979</c:v>
                </c:pt>
                <c:pt idx="1140">
                  <c:v>45980</c:v>
                </c:pt>
                <c:pt idx="1141">
                  <c:v>45982</c:v>
                </c:pt>
                <c:pt idx="1142">
                  <c:v>45985</c:v>
                </c:pt>
                <c:pt idx="1143">
                  <c:v>45986</c:v>
                </c:pt>
                <c:pt idx="1144">
                  <c:v>45987</c:v>
                </c:pt>
                <c:pt idx="1145">
                  <c:v>45988</c:v>
                </c:pt>
                <c:pt idx="1146">
                  <c:v>45989</c:v>
                </c:pt>
                <c:pt idx="1147">
                  <c:v>45992</c:v>
                </c:pt>
                <c:pt idx="1148">
                  <c:v>45993</c:v>
                </c:pt>
                <c:pt idx="1149">
                  <c:v>45994</c:v>
                </c:pt>
                <c:pt idx="1150">
                  <c:v>45995</c:v>
                </c:pt>
                <c:pt idx="1151">
                  <c:v>45996</c:v>
                </c:pt>
                <c:pt idx="1152">
                  <c:v>45999</c:v>
                </c:pt>
                <c:pt idx="1153">
                  <c:v>46000</c:v>
                </c:pt>
                <c:pt idx="1154">
                  <c:v>46001</c:v>
                </c:pt>
                <c:pt idx="1155">
                  <c:v>46002</c:v>
                </c:pt>
                <c:pt idx="1156">
                  <c:v>46003</c:v>
                </c:pt>
                <c:pt idx="1157">
                  <c:v>46006</c:v>
                </c:pt>
                <c:pt idx="1158">
                  <c:v>46007</c:v>
                </c:pt>
                <c:pt idx="1159">
                  <c:v>46008</c:v>
                </c:pt>
                <c:pt idx="1160">
                  <c:v>46009</c:v>
                </c:pt>
                <c:pt idx="1161">
                  <c:v>46010</c:v>
                </c:pt>
                <c:pt idx="1162">
                  <c:v>46013</c:v>
                </c:pt>
                <c:pt idx="1163">
                  <c:v>46014</c:v>
                </c:pt>
                <c:pt idx="1164">
                  <c:v>46017</c:v>
                </c:pt>
                <c:pt idx="1165">
                  <c:v>46020</c:v>
                </c:pt>
                <c:pt idx="1166">
                  <c:v>46021</c:v>
                </c:pt>
                <c:pt idx="1167">
                  <c:v>46024</c:v>
                </c:pt>
                <c:pt idx="1168">
                  <c:v>46027</c:v>
                </c:pt>
                <c:pt idx="1169">
                  <c:v>46028</c:v>
                </c:pt>
                <c:pt idx="1170">
                  <c:v>46029</c:v>
                </c:pt>
                <c:pt idx="1171">
                  <c:v>46030</c:v>
                </c:pt>
                <c:pt idx="1172">
                  <c:v>46031</c:v>
                </c:pt>
                <c:pt idx="1173">
                  <c:v>46034</c:v>
                </c:pt>
                <c:pt idx="1174">
                  <c:v>46035</c:v>
                </c:pt>
                <c:pt idx="1175">
                  <c:v>46036</c:v>
                </c:pt>
                <c:pt idx="1176">
                  <c:v>46037</c:v>
                </c:pt>
                <c:pt idx="1177">
                  <c:v>46038</c:v>
                </c:pt>
                <c:pt idx="1178">
                  <c:v>46041</c:v>
                </c:pt>
                <c:pt idx="1179">
                  <c:v>46042</c:v>
                </c:pt>
                <c:pt idx="1180">
                  <c:v>46043</c:v>
                </c:pt>
                <c:pt idx="1181">
                  <c:v>46044</c:v>
                </c:pt>
                <c:pt idx="1182">
                  <c:v>46045</c:v>
                </c:pt>
                <c:pt idx="1183">
                  <c:v>46048</c:v>
                </c:pt>
                <c:pt idx="1184">
                  <c:v>46049</c:v>
                </c:pt>
                <c:pt idx="1185">
                  <c:v>46050</c:v>
                </c:pt>
                <c:pt idx="1186">
                  <c:v>46051</c:v>
                </c:pt>
                <c:pt idx="1187">
                  <c:v>46052</c:v>
                </c:pt>
                <c:pt idx="1188">
                  <c:v>46055</c:v>
                </c:pt>
                <c:pt idx="1189">
                  <c:v>46056</c:v>
                </c:pt>
                <c:pt idx="1190">
                  <c:v>46057</c:v>
                </c:pt>
                <c:pt idx="1191">
                  <c:v>46058</c:v>
                </c:pt>
                <c:pt idx="1192">
                  <c:v>46059</c:v>
                </c:pt>
                <c:pt idx="1193">
                  <c:v>46062</c:v>
                </c:pt>
                <c:pt idx="1194">
                  <c:v>46063</c:v>
                </c:pt>
                <c:pt idx="1195">
                  <c:v>46064</c:v>
                </c:pt>
                <c:pt idx="1196">
                  <c:v>46065</c:v>
                </c:pt>
                <c:pt idx="1197">
                  <c:v>46066</c:v>
                </c:pt>
                <c:pt idx="1198">
                  <c:v>46071</c:v>
                </c:pt>
                <c:pt idx="1199">
                  <c:v>46072</c:v>
                </c:pt>
                <c:pt idx="1200">
                  <c:v>46073</c:v>
                </c:pt>
                <c:pt idx="1201">
                  <c:v>46076</c:v>
                </c:pt>
                <c:pt idx="1202">
                  <c:v>46077</c:v>
                </c:pt>
                <c:pt idx="1203">
                  <c:v>46078</c:v>
                </c:pt>
                <c:pt idx="1204">
                  <c:v>46079</c:v>
                </c:pt>
                <c:pt idx="1205">
                  <c:v>46080</c:v>
                </c:pt>
                <c:pt idx="1206">
                  <c:v>46083</c:v>
                </c:pt>
                <c:pt idx="1207">
                  <c:v>46084</c:v>
                </c:pt>
                <c:pt idx="1208">
                  <c:v>46085</c:v>
                </c:pt>
                <c:pt idx="1209">
                  <c:v>46086</c:v>
                </c:pt>
                <c:pt idx="1210">
                  <c:v>46087</c:v>
                </c:pt>
                <c:pt idx="1211">
                  <c:v>46090</c:v>
                </c:pt>
                <c:pt idx="1212">
                  <c:v>46091</c:v>
                </c:pt>
                <c:pt idx="1213">
                  <c:v>46092</c:v>
                </c:pt>
                <c:pt idx="1214">
                  <c:v>46093</c:v>
                </c:pt>
                <c:pt idx="1215">
                  <c:v>46094</c:v>
                </c:pt>
                <c:pt idx="1216">
                  <c:v>46097</c:v>
                </c:pt>
                <c:pt idx="1217">
                  <c:v>46098</c:v>
                </c:pt>
                <c:pt idx="1218">
                  <c:v>46099</c:v>
                </c:pt>
                <c:pt idx="1219">
                  <c:v>46100</c:v>
                </c:pt>
                <c:pt idx="1220">
                  <c:v>46101</c:v>
                </c:pt>
                <c:pt idx="1221">
                  <c:v>46104</c:v>
                </c:pt>
                <c:pt idx="1222">
                  <c:v>46105</c:v>
                </c:pt>
                <c:pt idx="1223">
                  <c:v>46106</c:v>
                </c:pt>
                <c:pt idx="1224">
                  <c:v>46107</c:v>
                </c:pt>
                <c:pt idx="1225">
                  <c:v>46108</c:v>
                </c:pt>
                <c:pt idx="1226">
                  <c:v>46111</c:v>
                </c:pt>
                <c:pt idx="1227">
                  <c:v>46112</c:v>
                </c:pt>
                <c:pt idx="1228">
                  <c:v>46113</c:v>
                </c:pt>
                <c:pt idx="1229">
                  <c:v>46114</c:v>
                </c:pt>
                <c:pt idx="1230">
                  <c:v>46118</c:v>
                </c:pt>
                <c:pt idx="1231">
                  <c:v>46119</c:v>
                </c:pt>
                <c:pt idx="1232">
                  <c:v>46120</c:v>
                </c:pt>
                <c:pt idx="1233">
                  <c:v>46121</c:v>
                </c:pt>
                <c:pt idx="1234">
                  <c:v>46122</c:v>
                </c:pt>
                <c:pt idx="1235">
                  <c:v>46125</c:v>
                </c:pt>
                <c:pt idx="1236">
                  <c:v>46126</c:v>
                </c:pt>
                <c:pt idx="1237">
                  <c:v>46127</c:v>
                </c:pt>
                <c:pt idx="1238">
                  <c:v>46128</c:v>
                </c:pt>
                <c:pt idx="1239">
                  <c:v>46129</c:v>
                </c:pt>
                <c:pt idx="1240">
                  <c:v>46132</c:v>
                </c:pt>
                <c:pt idx="1241">
                  <c:v>46134</c:v>
                </c:pt>
                <c:pt idx="1242">
                  <c:v>46135</c:v>
                </c:pt>
                <c:pt idx="1243">
                  <c:v>46136</c:v>
                </c:pt>
                <c:pt idx="1244">
                  <c:v>46139</c:v>
                </c:pt>
                <c:pt idx="1245">
                  <c:v>46140</c:v>
                </c:pt>
                <c:pt idx="1246">
                  <c:v>46141</c:v>
                </c:pt>
                <c:pt idx="1247">
                  <c:v>46142</c:v>
                </c:pt>
                <c:pt idx="1248">
                  <c:v>46146</c:v>
                </c:pt>
                <c:pt idx="1249">
                  <c:v>46147</c:v>
                </c:pt>
                <c:pt idx="1250">
                  <c:v>46148</c:v>
                </c:pt>
                <c:pt idx="1251">
                  <c:v>46149</c:v>
                </c:pt>
                <c:pt idx="1252">
                  <c:v>46150</c:v>
                </c:pt>
                <c:pt idx="1253">
                  <c:v>46153</c:v>
                </c:pt>
                <c:pt idx="1254">
                  <c:v>46154</c:v>
                </c:pt>
                <c:pt idx="1255">
                  <c:v>46155</c:v>
                </c:pt>
                <c:pt idx="1256">
                  <c:v>46156</c:v>
                </c:pt>
                <c:pt idx="1257">
                  <c:v>46157</c:v>
                </c:pt>
                <c:pt idx="1258">
                  <c:v>46160</c:v>
                </c:pt>
                <c:pt idx="1259">
                  <c:v>46161</c:v>
                </c:pt>
                <c:pt idx="1260">
                  <c:v>46162</c:v>
                </c:pt>
                <c:pt idx="1261">
                  <c:v>46163</c:v>
                </c:pt>
                <c:pt idx="1262">
                  <c:v>46164</c:v>
                </c:pt>
                <c:pt idx="1263">
                  <c:v>46167</c:v>
                </c:pt>
                <c:pt idx="1264">
                  <c:v>46168</c:v>
                </c:pt>
                <c:pt idx="1265">
                  <c:v>46169</c:v>
                </c:pt>
                <c:pt idx="1266">
                  <c:v>46170</c:v>
                </c:pt>
                <c:pt idx="1267">
                  <c:v>46171</c:v>
                </c:pt>
                <c:pt idx="1268">
                  <c:v>46174</c:v>
                </c:pt>
                <c:pt idx="1269">
                  <c:v>46175</c:v>
                </c:pt>
                <c:pt idx="1270">
                  <c:v>46176</c:v>
                </c:pt>
                <c:pt idx="1271">
                  <c:v>46178</c:v>
                </c:pt>
                <c:pt idx="1272">
                  <c:v>46181</c:v>
                </c:pt>
                <c:pt idx="1273">
                  <c:v>46182</c:v>
                </c:pt>
                <c:pt idx="1274">
                  <c:v>46183</c:v>
                </c:pt>
                <c:pt idx="1275">
                  <c:v>46184</c:v>
                </c:pt>
                <c:pt idx="1276">
                  <c:v>46185</c:v>
                </c:pt>
                <c:pt idx="1277">
                  <c:v>46188</c:v>
                </c:pt>
                <c:pt idx="1278">
                  <c:v>46189</c:v>
                </c:pt>
                <c:pt idx="1279">
                  <c:v>46190</c:v>
                </c:pt>
                <c:pt idx="1280">
                  <c:v>46191</c:v>
                </c:pt>
                <c:pt idx="1281">
                  <c:v>46192</c:v>
                </c:pt>
                <c:pt idx="1282">
                  <c:v>46195</c:v>
                </c:pt>
                <c:pt idx="1283">
                  <c:v>46196</c:v>
                </c:pt>
                <c:pt idx="1284">
                  <c:v>46197</c:v>
                </c:pt>
                <c:pt idx="1285">
                  <c:v>46198</c:v>
                </c:pt>
                <c:pt idx="1286">
                  <c:v>46199</c:v>
                </c:pt>
                <c:pt idx="1287">
                  <c:v>46202</c:v>
                </c:pt>
                <c:pt idx="1288">
                  <c:v>46203</c:v>
                </c:pt>
                <c:pt idx="1289">
                  <c:v>46204</c:v>
                </c:pt>
                <c:pt idx="1290">
                  <c:v>46205</c:v>
                </c:pt>
                <c:pt idx="1291">
                  <c:v>46206</c:v>
                </c:pt>
                <c:pt idx="1292">
                  <c:v>46209</c:v>
                </c:pt>
                <c:pt idx="1293">
                  <c:v>46210</c:v>
                </c:pt>
                <c:pt idx="1294">
                  <c:v>46211</c:v>
                </c:pt>
                <c:pt idx="1295">
                  <c:v>46212</c:v>
                </c:pt>
                <c:pt idx="1296">
                  <c:v>46213</c:v>
                </c:pt>
                <c:pt idx="1297">
                  <c:v>46216</c:v>
                </c:pt>
                <c:pt idx="1298">
                  <c:v>46217</c:v>
                </c:pt>
                <c:pt idx="1299">
                  <c:v>46218</c:v>
                </c:pt>
                <c:pt idx="1300">
                  <c:v>46219</c:v>
                </c:pt>
                <c:pt idx="1301">
                  <c:v>46220</c:v>
                </c:pt>
                <c:pt idx="1302">
                  <c:v>46223</c:v>
                </c:pt>
                <c:pt idx="1303">
                  <c:v>46224</c:v>
                </c:pt>
                <c:pt idx="1304">
                  <c:v>46225</c:v>
                </c:pt>
                <c:pt idx="1305">
                  <c:v>46226</c:v>
                </c:pt>
                <c:pt idx="1306">
                  <c:v>46227</c:v>
                </c:pt>
                <c:pt idx="1307">
                  <c:v>46230</c:v>
                </c:pt>
                <c:pt idx="1308">
                  <c:v>46231</c:v>
                </c:pt>
                <c:pt idx="1309">
                  <c:v>46232</c:v>
                </c:pt>
                <c:pt idx="1310">
                  <c:v>46233</c:v>
                </c:pt>
                <c:pt idx="1311">
                  <c:v>46234</c:v>
                </c:pt>
                <c:pt idx="1312">
                  <c:v>46237</c:v>
                </c:pt>
                <c:pt idx="1313">
                  <c:v>46238</c:v>
                </c:pt>
                <c:pt idx="1314">
                  <c:v>46239</c:v>
                </c:pt>
                <c:pt idx="1315">
                  <c:v>46240</c:v>
                </c:pt>
                <c:pt idx="1316">
                  <c:v>46241</c:v>
                </c:pt>
                <c:pt idx="1317">
                  <c:v>46244</c:v>
                </c:pt>
                <c:pt idx="1318">
                  <c:v>46245</c:v>
                </c:pt>
                <c:pt idx="1319">
                  <c:v>46246</c:v>
                </c:pt>
                <c:pt idx="1320">
                  <c:v>46247</c:v>
                </c:pt>
                <c:pt idx="1321">
                  <c:v>46248</c:v>
                </c:pt>
                <c:pt idx="1322">
                  <c:v>46251</c:v>
                </c:pt>
                <c:pt idx="1323">
                  <c:v>46252</c:v>
                </c:pt>
                <c:pt idx="1324">
                  <c:v>46253</c:v>
                </c:pt>
                <c:pt idx="1325">
                  <c:v>46254</c:v>
                </c:pt>
                <c:pt idx="1326">
                  <c:v>46255</c:v>
                </c:pt>
                <c:pt idx="1327">
                  <c:v>46258</c:v>
                </c:pt>
                <c:pt idx="1328">
                  <c:v>46259</c:v>
                </c:pt>
                <c:pt idx="1329">
                  <c:v>46260</c:v>
                </c:pt>
                <c:pt idx="1330">
                  <c:v>46261</c:v>
                </c:pt>
                <c:pt idx="1331">
                  <c:v>46262</c:v>
                </c:pt>
                <c:pt idx="1332">
                  <c:v>46265</c:v>
                </c:pt>
              </c:numCache>
            </c:numRef>
          </c:cat>
          <c:val>
            <c:numRef>
              <c:f>'Charts Base 100'!$I$4:$I$10000</c:f>
              <c:numCache>
                <c:formatCode>0.0</c:formatCode>
                <c:ptCount val="1333"/>
                <c:pt idx="0">
                  <c:v>100</c:v>
                </c:pt>
                <c:pt idx="1">
                  <c:v>100.2654805</c:v>
                </c:pt>
                <c:pt idx="2">
                  <c:v>99.00597037</c:v>
                </c:pt>
                <c:pt idx="3">
                  <c:v>100.5640326</c:v>
                </c:pt>
                <c:pt idx="4">
                  <c:v>100.8636024</c:v>
                </c:pt>
                <c:pt idx="5">
                  <c:v>102.6446029</c:v>
                </c:pt>
                <c:pt idx="6">
                  <c:v>102.5360355</c:v>
                </c:pt>
                <c:pt idx="7">
                  <c:v>103.4233649</c:v>
                </c:pt>
                <c:pt idx="8">
                  <c:v>100.6864864</c:v>
                </c:pt>
                <c:pt idx="9">
                  <c:v>101.5241076</c:v>
                </c:pt>
                <c:pt idx="10">
                  <c:v>102.5123085</c:v>
                </c:pt>
                <c:pt idx="11">
                  <c:v>103.4013789</c:v>
                </c:pt>
                <c:pt idx="12">
                  <c:v>103.4367802</c:v>
                </c:pt>
                <c:pt idx="13">
                  <c:v>103.1477325</c:v>
                </c:pt>
                <c:pt idx="14">
                  <c:v>103.2019741</c:v>
                </c:pt>
                <c:pt idx="15">
                  <c:v>103.1108676</c:v>
                </c:pt>
                <c:pt idx="16">
                  <c:v>104.3213172</c:v>
                </c:pt>
                <c:pt idx="17">
                  <c:v>103.4432987</c:v>
                </c:pt>
                <c:pt idx="18">
                  <c:v>104.2856131</c:v>
                </c:pt>
                <c:pt idx="19">
                  <c:v>104.6030391</c:v>
                </c:pt>
                <c:pt idx="20">
                  <c:v>105.6079693</c:v>
                </c:pt>
                <c:pt idx="21">
                  <c:v>106.1583426</c:v>
                </c:pt>
                <c:pt idx="22">
                  <c:v>107.8836801</c:v>
                </c:pt>
                <c:pt idx="23">
                  <c:v>109.0060175</c:v>
                </c:pt>
                <c:pt idx="24">
                  <c:v>109.4470327</c:v>
                </c:pt>
                <c:pt idx="25">
                  <c:v>109.9941511</c:v>
                </c:pt>
                <c:pt idx="26">
                  <c:v>109.162182</c:v>
                </c:pt>
                <c:pt idx="27">
                  <c:v>109.2628516</c:v>
                </c:pt>
                <c:pt idx="28">
                  <c:v>109.4053064</c:v>
                </c:pt>
                <c:pt idx="29">
                  <c:v>108.8710988</c:v>
                </c:pt>
                <c:pt idx="30">
                  <c:v>109.5161532</c:v>
                </c:pt>
                <c:pt idx="31">
                  <c:v>109.417847</c:v>
                </c:pt>
                <c:pt idx="32">
                  <c:v>108.718408</c:v>
                </c:pt>
                <c:pt idx="33">
                  <c:v>107.7071949</c:v>
                </c:pt>
                <c:pt idx="34">
                  <c:v>108.0000024</c:v>
                </c:pt>
                <c:pt idx="35">
                  <c:v>108.7230087</c:v>
                </c:pt>
                <c:pt idx="36">
                  <c:v>108.3045598</c:v>
                </c:pt>
                <c:pt idx="37">
                  <c:v>108.0190361</c:v>
                </c:pt>
                <c:pt idx="38">
                  <c:v>108.9321533</c:v>
                </c:pt>
                <c:pt idx="39">
                  <c:v>107.0329716</c:v>
                </c:pt>
                <c:pt idx="40">
                  <c:v>107.1789506</c:v>
                </c:pt>
                <c:pt idx="41">
                  <c:v>107.0933868</c:v>
                </c:pt>
                <c:pt idx="42">
                  <c:v>106.6511604</c:v>
                </c:pt>
                <c:pt idx="43">
                  <c:v>105.6961319</c:v>
                </c:pt>
                <c:pt idx="44">
                  <c:v>107.3408429</c:v>
                </c:pt>
                <c:pt idx="45">
                  <c:v>106.7507366</c:v>
                </c:pt>
                <c:pt idx="46">
                  <c:v>105.2156108</c:v>
                </c:pt>
                <c:pt idx="47">
                  <c:v>106.8337182</c:v>
                </c:pt>
                <c:pt idx="48">
                  <c:v>105.4956001</c:v>
                </c:pt>
                <c:pt idx="49">
                  <c:v>107.3174439</c:v>
                </c:pt>
                <c:pt idx="50">
                  <c:v>107.8001518</c:v>
                </c:pt>
                <c:pt idx="51">
                  <c:v>108.000978</c:v>
                </c:pt>
                <c:pt idx="52">
                  <c:v>107.211509</c:v>
                </c:pt>
                <c:pt idx="53">
                  <c:v>105.9434702</c:v>
                </c:pt>
                <c:pt idx="54">
                  <c:v>104.6265896</c:v>
                </c:pt>
                <c:pt idx="55">
                  <c:v>105.473387</c:v>
                </c:pt>
                <c:pt idx="56">
                  <c:v>105.9173882</c:v>
                </c:pt>
                <c:pt idx="57">
                  <c:v>106.1002488</c:v>
                </c:pt>
                <c:pt idx="58">
                  <c:v>105.1802011</c:v>
                </c:pt>
                <c:pt idx="59">
                  <c:v>105.9801416</c:v>
                </c:pt>
                <c:pt idx="60">
                  <c:v>104.8094922</c:v>
                </c:pt>
                <c:pt idx="61">
                  <c:v>106.2171009</c:v>
                </c:pt>
                <c:pt idx="62">
                  <c:v>105.7038195</c:v>
                </c:pt>
                <c:pt idx="63">
                  <c:v>102.4449963</c:v>
                </c:pt>
                <c:pt idx="64">
                  <c:v>103.0463311</c:v>
                </c:pt>
                <c:pt idx="65">
                  <c:v>103.9385724</c:v>
                </c:pt>
                <c:pt idx="66">
                  <c:v>102.4453496</c:v>
                </c:pt>
                <c:pt idx="67">
                  <c:v>102.3038031</c:v>
                </c:pt>
                <c:pt idx="68">
                  <c:v>103.294132</c:v>
                </c:pt>
                <c:pt idx="69">
                  <c:v>103.4699359</c:v>
                </c:pt>
                <c:pt idx="70">
                  <c:v>102.7828439</c:v>
                </c:pt>
                <c:pt idx="71">
                  <c:v>102.659936</c:v>
                </c:pt>
                <c:pt idx="72">
                  <c:v>101.519961</c:v>
                </c:pt>
                <c:pt idx="73">
                  <c:v>101.9344232</c:v>
                </c:pt>
                <c:pt idx="74">
                  <c:v>100.2407105</c:v>
                </c:pt>
                <c:pt idx="75">
                  <c:v>99.16729916</c:v>
                </c:pt>
                <c:pt idx="76">
                  <c:v>98.10652932</c:v>
                </c:pt>
                <c:pt idx="77">
                  <c:v>98.54563533</c:v>
                </c:pt>
                <c:pt idx="78">
                  <c:v>99.2925874</c:v>
                </c:pt>
                <c:pt idx="79">
                  <c:v>98.80383206</c:v>
                </c:pt>
                <c:pt idx="80">
                  <c:v>101.1076352</c:v>
                </c:pt>
                <c:pt idx="81">
                  <c:v>101.618141</c:v>
                </c:pt>
                <c:pt idx="82">
                  <c:v>99.85712464</c:v>
                </c:pt>
                <c:pt idx="83">
                  <c:v>101.5002964</c:v>
                </c:pt>
                <c:pt idx="84">
                  <c:v>100.7116601</c:v>
                </c:pt>
                <c:pt idx="85">
                  <c:v>99.90511704</c:v>
                </c:pt>
                <c:pt idx="86">
                  <c:v>100.4220235</c:v>
                </c:pt>
                <c:pt idx="87">
                  <c:v>98.13551316</c:v>
                </c:pt>
                <c:pt idx="88">
                  <c:v>98.35096587</c:v>
                </c:pt>
                <c:pt idx="89">
                  <c:v>99.13770974</c:v>
                </c:pt>
                <c:pt idx="90">
                  <c:v>95.39000507</c:v>
                </c:pt>
                <c:pt idx="91">
                  <c:v>97.02845833</c:v>
                </c:pt>
                <c:pt idx="92">
                  <c:v>96.12434925</c:v>
                </c:pt>
                <c:pt idx="93">
                  <c:v>97.90559376</c:v>
                </c:pt>
                <c:pt idx="94">
                  <c:v>97.7178885</c:v>
                </c:pt>
                <c:pt idx="95">
                  <c:v>96.77754541</c:v>
                </c:pt>
                <c:pt idx="96">
                  <c:v>95.71082909</c:v>
                </c:pt>
                <c:pt idx="97">
                  <c:v>93.73014615</c:v>
                </c:pt>
                <c:pt idx="98">
                  <c:v>91.54699688</c:v>
                </c:pt>
                <c:pt idx="99">
                  <c:v>92.72955605</c:v>
                </c:pt>
                <c:pt idx="100">
                  <c:v>94.43910635</c:v>
                </c:pt>
                <c:pt idx="101">
                  <c:v>95.93798972</c:v>
                </c:pt>
                <c:pt idx="102">
                  <c:v>95.28052084</c:v>
                </c:pt>
                <c:pt idx="103">
                  <c:v>95.53313275</c:v>
                </c:pt>
                <c:pt idx="104">
                  <c:v>92.62368008</c:v>
                </c:pt>
                <c:pt idx="105">
                  <c:v>93.45045126</c:v>
                </c:pt>
                <c:pt idx="106">
                  <c:v>93.34301929</c:v>
                </c:pt>
                <c:pt idx="107">
                  <c:v>94.95835949</c:v>
                </c:pt>
                <c:pt idx="108">
                  <c:v>92.8501342</c:v>
                </c:pt>
                <c:pt idx="109">
                  <c:v>92.90442634</c:v>
                </c:pt>
                <c:pt idx="110">
                  <c:v>92.99015828</c:v>
                </c:pt>
                <c:pt idx="111">
                  <c:v>93.01190878</c:v>
                </c:pt>
                <c:pt idx="112">
                  <c:v>94.90247771</c:v>
                </c:pt>
                <c:pt idx="113">
                  <c:v>94.35348375</c:v>
                </c:pt>
                <c:pt idx="114">
                  <c:v>95.42623907</c:v>
                </c:pt>
                <c:pt idx="115">
                  <c:v>95.19877565</c:v>
                </c:pt>
                <c:pt idx="116">
                  <c:v>96.42887302</c:v>
                </c:pt>
                <c:pt idx="117">
                  <c:v>96.2439938</c:v>
                </c:pt>
                <c:pt idx="118">
                  <c:v>93.08536086</c:v>
                </c:pt>
                <c:pt idx="119">
                  <c:v>93.18096716</c:v>
                </c:pt>
                <c:pt idx="120">
                  <c:v>90.61445908</c:v>
                </c:pt>
                <c:pt idx="121">
                  <c:v>89.40427864</c:v>
                </c:pt>
                <c:pt idx="122">
                  <c:v>91.43833692</c:v>
                </c:pt>
                <c:pt idx="123">
                  <c:v>89.50802666</c:v>
                </c:pt>
                <c:pt idx="124">
                  <c:v>89.46056415</c:v>
                </c:pt>
                <c:pt idx="125">
                  <c:v>88.9070115</c:v>
                </c:pt>
                <c:pt idx="126">
                  <c:v>87.05304665</c:v>
                </c:pt>
                <c:pt idx="127">
                  <c:v>88.77740007</c:v>
                </c:pt>
                <c:pt idx="128">
                  <c:v>88.8329286</c:v>
                </c:pt>
                <c:pt idx="129">
                  <c:v>86.97850957</c:v>
                </c:pt>
                <c:pt idx="130">
                  <c:v>88.16624141</c:v>
                </c:pt>
                <c:pt idx="131">
                  <c:v>88.12999059</c:v>
                </c:pt>
                <c:pt idx="132">
                  <c:v>88.76412773</c:v>
                </c:pt>
                <c:pt idx="133">
                  <c:v>89.12783875</c:v>
                </c:pt>
                <c:pt idx="134">
                  <c:v>90.49642101</c:v>
                </c:pt>
                <c:pt idx="135">
                  <c:v>89.43654272</c:v>
                </c:pt>
                <c:pt idx="136">
                  <c:v>87.81250568</c:v>
                </c:pt>
                <c:pt idx="137">
                  <c:v>86.58854824</c:v>
                </c:pt>
                <c:pt idx="138">
                  <c:v>86.14912261</c:v>
                </c:pt>
                <c:pt idx="139">
                  <c:v>86.66136109</c:v>
                </c:pt>
                <c:pt idx="140">
                  <c:v>85.89374353</c:v>
                </c:pt>
                <c:pt idx="141">
                  <c:v>87.1818254</c:v>
                </c:pt>
                <c:pt idx="142">
                  <c:v>87.90547096</c:v>
                </c:pt>
                <c:pt idx="143">
                  <c:v>88.99641058</c:v>
                </c:pt>
                <c:pt idx="144">
                  <c:v>85.97944183</c:v>
                </c:pt>
                <c:pt idx="145">
                  <c:v>86.47548939</c:v>
                </c:pt>
                <c:pt idx="146">
                  <c:v>85.71970592</c:v>
                </c:pt>
                <c:pt idx="147">
                  <c:v>84.76012719</c:v>
                </c:pt>
                <c:pt idx="148">
                  <c:v>87.86514087</c:v>
                </c:pt>
                <c:pt idx="149">
                  <c:v>88.3726945</c:v>
                </c:pt>
                <c:pt idx="150">
                  <c:v>89.87754959</c:v>
                </c:pt>
                <c:pt idx="151">
                  <c:v>90.46530081</c:v>
                </c:pt>
                <c:pt idx="152">
                  <c:v>90.91768758</c:v>
                </c:pt>
                <c:pt idx="153">
                  <c:v>89.40012367</c:v>
                </c:pt>
                <c:pt idx="154">
                  <c:v>90.63408163</c:v>
                </c:pt>
                <c:pt idx="155">
                  <c:v>90.31865738</c:v>
                </c:pt>
                <c:pt idx="156">
                  <c:v>89.79432408</c:v>
                </c:pt>
                <c:pt idx="157">
                  <c:v>90.35891178</c:v>
                </c:pt>
                <c:pt idx="158">
                  <c:v>91.11181033</c:v>
                </c:pt>
                <c:pt idx="159">
                  <c:v>90.16494042</c:v>
                </c:pt>
                <c:pt idx="160">
                  <c:v>88.33071587</c:v>
                </c:pt>
                <c:pt idx="161">
                  <c:v>88.73452149</c:v>
                </c:pt>
                <c:pt idx="162">
                  <c:v>88.51906878</c:v>
                </c:pt>
                <c:pt idx="163">
                  <c:v>88.2226699</c:v>
                </c:pt>
                <c:pt idx="164">
                  <c:v>88.78037752</c:v>
                </c:pt>
                <c:pt idx="165">
                  <c:v>88.19983441</c:v>
                </c:pt>
                <c:pt idx="166">
                  <c:v>87.56319083</c:v>
                </c:pt>
                <c:pt idx="167">
                  <c:v>88.16473587</c:v>
                </c:pt>
                <c:pt idx="168">
                  <c:v>87.40704312</c:v>
                </c:pt>
                <c:pt idx="169">
                  <c:v>87.0639219</c:v>
                </c:pt>
                <c:pt idx="170">
                  <c:v>84.95447704</c:v>
                </c:pt>
                <c:pt idx="171">
                  <c:v>85.42162487</c:v>
                </c:pt>
                <c:pt idx="172">
                  <c:v>86.39595626</c:v>
                </c:pt>
                <c:pt idx="173">
                  <c:v>85.74472824</c:v>
                </c:pt>
                <c:pt idx="174">
                  <c:v>87.28709578</c:v>
                </c:pt>
                <c:pt idx="175">
                  <c:v>88.89077853</c:v>
                </c:pt>
                <c:pt idx="176">
                  <c:v>88.75943447</c:v>
                </c:pt>
                <c:pt idx="177">
                  <c:v>89.93551726</c:v>
                </c:pt>
                <c:pt idx="178">
                  <c:v>89.46962265</c:v>
                </c:pt>
                <c:pt idx="179">
                  <c:v>89.71672544</c:v>
                </c:pt>
                <c:pt idx="180">
                  <c:v>90.84866802</c:v>
                </c:pt>
                <c:pt idx="181">
                  <c:v>91.76420746</c:v>
                </c:pt>
                <c:pt idx="182">
                  <c:v>91.62937289</c:v>
                </c:pt>
                <c:pt idx="183">
                  <c:v>90.78444266</c:v>
                </c:pt>
                <c:pt idx="184">
                  <c:v>92.69089971</c:v>
                </c:pt>
                <c:pt idx="185">
                  <c:v>93.60382338</c:v>
                </c:pt>
                <c:pt idx="186">
                  <c:v>94.716135</c:v>
                </c:pt>
                <c:pt idx="187">
                  <c:v>94.12607079</c:v>
                </c:pt>
                <c:pt idx="188">
                  <c:v>94.32238878</c:v>
                </c:pt>
                <c:pt idx="189">
                  <c:v>95.23479938</c:v>
                </c:pt>
                <c:pt idx="190">
                  <c:v>94.11283209</c:v>
                </c:pt>
                <c:pt idx="191">
                  <c:v>93.94594371</c:v>
                </c:pt>
                <c:pt idx="192">
                  <c:v>94.40770018</c:v>
                </c:pt>
                <c:pt idx="193">
                  <c:v>94.19865655</c:v>
                </c:pt>
                <c:pt idx="194">
                  <c:v>94.39888559</c:v>
                </c:pt>
                <c:pt idx="195">
                  <c:v>94.58975335</c:v>
                </c:pt>
                <c:pt idx="196">
                  <c:v>95.3520973</c:v>
                </c:pt>
                <c:pt idx="197">
                  <c:v>95.52416677</c:v>
                </c:pt>
                <c:pt idx="198">
                  <c:v>95.79906747</c:v>
                </c:pt>
                <c:pt idx="199">
                  <c:v>96.58042839</c:v>
                </c:pt>
                <c:pt idx="200">
                  <c:v>96.87713846</c:v>
                </c:pt>
                <c:pt idx="201">
                  <c:v>95.48726831</c:v>
                </c:pt>
                <c:pt idx="202">
                  <c:v>94.94171439</c:v>
                </c:pt>
                <c:pt idx="203">
                  <c:v>93.97063801</c:v>
                </c:pt>
                <c:pt idx="204">
                  <c:v>94.95176537</c:v>
                </c:pt>
                <c:pt idx="205">
                  <c:v>94.20808513</c:v>
                </c:pt>
                <c:pt idx="206">
                  <c:v>93.85841184</c:v>
                </c:pt>
                <c:pt idx="207">
                  <c:v>95.16215474</c:v>
                </c:pt>
                <c:pt idx="208">
                  <c:v>96.87096489</c:v>
                </c:pt>
                <c:pt idx="209">
                  <c:v>96.86418573</c:v>
                </c:pt>
                <c:pt idx="210">
                  <c:v>96.28234734</c:v>
                </c:pt>
                <c:pt idx="211">
                  <c:v>93.85974917</c:v>
                </c:pt>
                <c:pt idx="212">
                  <c:v>93.53171703</c:v>
                </c:pt>
                <c:pt idx="213">
                  <c:v>95.80003472</c:v>
                </c:pt>
                <c:pt idx="214">
                  <c:v>95.6005206</c:v>
                </c:pt>
                <c:pt idx="215">
                  <c:v>93.96035152</c:v>
                </c:pt>
                <c:pt idx="216">
                  <c:v>92.45863369</c:v>
                </c:pt>
                <c:pt idx="217">
                  <c:v>91.64419284</c:v>
                </c:pt>
                <c:pt idx="218">
                  <c:v>93.45516134</c:v>
                </c:pt>
                <c:pt idx="219">
                  <c:v>95.10697106</c:v>
                </c:pt>
                <c:pt idx="220">
                  <c:v>96.98644606</c:v>
                </c:pt>
                <c:pt idx="221">
                  <c:v>97.69600343</c:v>
                </c:pt>
                <c:pt idx="222">
                  <c:v>98.6362624</c:v>
                </c:pt>
                <c:pt idx="223">
                  <c:v>98.79177929</c:v>
                </c:pt>
                <c:pt idx="224">
                  <c:v>100.1337916</c:v>
                </c:pt>
                <c:pt idx="225">
                  <c:v>100.1575271</c:v>
                </c:pt>
                <c:pt idx="226">
                  <c:v>99.86874005</c:v>
                </c:pt>
                <c:pt idx="227">
                  <c:v>100.9422944</c:v>
                </c:pt>
                <c:pt idx="228">
                  <c:v>101.1488568</c:v>
                </c:pt>
                <c:pt idx="229">
                  <c:v>100.9297286</c:v>
                </c:pt>
                <c:pt idx="230">
                  <c:v>102.2510081</c:v>
                </c:pt>
                <c:pt idx="231">
                  <c:v>102.0065548</c:v>
                </c:pt>
                <c:pt idx="232">
                  <c:v>99.99269096</c:v>
                </c:pt>
                <c:pt idx="233">
                  <c:v>99.43976071</c:v>
                </c:pt>
                <c:pt idx="234">
                  <c:v>99.97332074</c:v>
                </c:pt>
                <c:pt idx="235">
                  <c:v>99.5192518</c:v>
                </c:pt>
                <c:pt idx="236">
                  <c:v>98.36745958</c:v>
                </c:pt>
                <c:pt idx="237">
                  <c:v>97.68955229</c:v>
                </c:pt>
                <c:pt idx="238">
                  <c:v>98.22372631</c:v>
                </c:pt>
                <c:pt idx="239">
                  <c:v>97.71878005</c:v>
                </c:pt>
                <c:pt idx="240">
                  <c:v>97.30298054</c:v>
                </c:pt>
                <c:pt idx="241">
                  <c:v>96.77259983</c:v>
                </c:pt>
                <c:pt idx="242">
                  <c:v>96.1730061</c:v>
                </c:pt>
                <c:pt idx="243">
                  <c:v>93.4257906</c:v>
                </c:pt>
                <c:pt idx="244">
                  <c:v>93.0956137</c:v>
                </c:pt>
                <c:pt idx="245">
                  <c:v>91.01637225</c:v>
                </c:pt>
                <c:pt idx="246">
                  <c:v>91.97227543</c:v>
                </c:pt>
                <c:pt idx="247">
                  <c:v>92.45135829</c:v>
                </c:pt>
                <c:pt idx="248">
                  <c:v>90.73317844</c:v>
                </c:pt>
                <c:pt idx="249">
                  <c:v>89.69231711</c:v>
                </c:pt>
                <c:pt idx="250">
                  <c:v>89.599335</c:v>
                </c:pt>
                <c:pt idx="251">
                  <c:v>91.12645365</c:v>
                </c:pt>
                <c:pt idx="252">
                  <c:v>88.56992927</c:v>
                </c:pt>
                <c:pt idx="253">
                  <c:v>88.42739876</c:v>
                </c:pt>
                <c:pt idx="254">
                  <c:v>86.84219468</c:v>
                </c:pt>
                <c:pt idx="255">
                  <c:v>86.72437529</c:v>
                </c:pt>
                <c:pt idx="256">
                  <c:v>87.80681993</c:v>
                </c:pt>
                <c:pt idx="257">
                  <c:v>88.89244388</c:v>
                </c:pt>
                <c:pt idx="258">
                  <c:v>89.93248094</c:v>
                </c:pt>
                <c:pt idx="259">
                  <c:v>91.03309305</c:v>
                </c:pt>
                <c:pt idx="260">
                  <c:v>91.50123337</c:v>
                </c:pt>
                <c:pt idx="261">
                  <c:v>89.36304017</c:v>
                </c:pt>
                <c:pt idx="262">
                  <c:v>90.00064259</c:v>
                </c:pt>
                <c:pt idx="263">
                  <c:v>91.24768785</c:v>
                </c:pt>
                <c:pt idx="264">
                  <c:v>92.81037605</c:v>
                </c:pt>
                <c:pt idx="265">
                  <c:v>93.00800613</c:v>
                </c:pt>
                <c:pt idx="266">
                  <c:v>93.00718187</c:v>
                </c:pt>
                <c:pt idx="267">
                  <c:v>94.10906402</c:v>
                </c:pt>
                <c:pt idx="268">
                  <c:v>94.1526323</c:v>
                </c:pt>
                <c:pt idx="269">
                  <c:v>93.38760528</c:v>
                </c:pt>
                <c:pt idx="270">
                  <c:v>93.65540721</c:v>
                </c:pt>
                <c:pt idx="271">
                  <c:v>93.66333866</c:v>
                </c:pt>
                <c:pt idx="272">
                  <c:v>94.53215574</c:v>
                </c:pt>
                <c:pt idx="273">
                  <c:v>93.44665796</c:v>
                </c:pt>
                <c:pt idx="274">
                  <c:v>92.67587791</c:v>
                </c:pt>
                <c:pt idx="275">
                  <c:v>92.57818572</c:v>
                </c:pt>
                <c:pt idx="276">
                  <c:v>91.14658085</c:v>
                </c:pt>
                <c:pt idx="277">
                  <c:v>90.07507033</c:v>
                </c:pt>
                <c:pt idx="278">
                  <c:v>88.71883522</c:v>
                </c:pt>
                <c:pt idx="279">
                  <c:v>86.29394088</c:v>
                </c:pt>
                <c:pt idx="280">
                  <c:v>85.8440185</c:v>
                </c:pt>
                <c:pt idx="281">
                  <c:v>86.46942516</c:v>
                </c:pt>
                <c:pt idx="282">
                  <c:v>83.96140624</c:v>
                </c:pt>
                <c:pt idx="283">
                  <c:v>83.98472957</c:v>
                </c:pt>
                <c:pt idx="284">
                  <c:v>83.84328406</c:v>
                </c:pt>
                <c:pt idx="285">
                  <c:v>83.70687666</c:v>
                </c:pt>
                <c:pt idx="286">
                  <c:v>82.49404679</c:v>
                </c:pt>
                <c:pt idx="287">
                  <c:v>82.99190269</c:v>
                </c:pt>
                <c:pt idx="288">
                  <c:v>84.75090047</c:v>
                </c:pt>
                <c:pt idx="289">
                  <c:v>84.60607379</c:v>
                </c:pt>
                <c:pt idx="290">
                  <c:v>83.7903629</c:v>
                </c:pt>
                <c:pt idx="291">
                  <c:v>82.88230071</c:v>
                </c:pt>
                <c:pt idx="292">
                  <c:v>83.22878629</c:v>
                </c:pt>
                <c:pt idx="293">
                  <c:v>82.9384937</c:v>
                </c:pt>
                <c:pt idx="294">
                  <c:v>82.67429162</c:v>
                </c:pt>
                <c:pt idx="295">
                  <c:v>83.03119825</c:v>
                </c:pt>
                <c:pt idx="296">
                  <c:v>84.72240446</c:v>
                </c:pt>
                <c:pt idx="297">
                  <c:v>84.35167036</c:v>
                </c:pt>
                <c:pt idx="298">
                  <c:v>82.60517113</c:v>
                </c:pt>
                <c:pt idx="299">
                  <c:v>82.65458496</c:v>
                </c:pt>
                <c:pt idx="300">
                  <c:v>82.32651919</c:v>
                </c:pt>
                <c:pt idx="301">
                  <c:v>80.84594627</c:v>
                </c:pt>
                <c:pt idx="302">
                  <c:v>81.20773961</c:v>
                </c:pt>
                <c:pt idx="303">
                  <c:v>81.51484551</c:v>
                </c:pt>
                <c:pt idx="304">
                  <c:v>82.63237187</c:v>
                </c:pt>
                <c:pt idx="305">
                  <c:v>82.66772273</c:v>
                </c:pt>
                <c:pt idx="306">
                  <c:v>83.29545921</c:v>
                </c:pt>
                <c:pt idx="307">
                  <c:v>83.20432749</c:v>
                </c:pt>
                <c:pt idx="308">
                  <c:v>84.33561402</c:v>
                </c:pt>
                <c:pt idx="309">
                  <c:v>83.91661839</c:v>
                </c:pt>
                <c:pt idx="310">
                  <c:v>85.31809554</c:v>
                </c:pt>
                <c:pt idx="311">
                  <c:v>86.29266243</c:v>
                </c:pt>
                <c:pt idx="312">
                  <c:v>86.77042478</c:v>
                </c:pt>
                <c:pt idx="313">
                  <c:v>85.98013152</c:v>
                </c:pt>
                <c:pt idx="314">
                  <c:v>86.93612722</c:v>
                </c:pt>
                <c:pt idx="315">
                  <c:v>87.28347911</c:v>
                </c:pt>
                <c:pt idx="316">
                  <c:v>89.06451335</c:v>
                </c:pt>
                <c:pt idx="317">
                  <c:v>89.55209118</c:v>
                </c:pt>
                <c:pt idx="318">
                  <c:v>91.17568244</c:v>
                </c:pt>
                <c:pt idx="319">
                  <c:v>91.38492793</c:v>
                </c:pt>
                <c:pt idx="320">
                  <c:v>92.71780607</c:v>
                </c:pt>
                <c:pt idx="321">
                  <c:v>92.28227467</c:v>
                </c:pt>
                <c:pt idx="322">
                  <c:v>94.84449321</c:v>
                </c:pt>
                <c:pt idx="323">
                  <c:v>95.06966887</c:v>
                </c:pt>
                <c:pt idx="324">
                  <c:v>95.47372681</c:v>
                </c:pt>
                <c:pt idx="325">
                  <c:v>95.63805829</c:v>
                </c:pt>
                <c:pt idx="326">
                  <c:v>95.72646489</c:v>
                </c:pt>
                <c:pt idx="327">
                  <c:v>93.77795351</c:v>
                </c:pt>
                <c:pt idx="328">
                  <c:v>92.94050053</c:v>
                </c:pt>
                <c:pt idx="329">
                  <c:v>94.92257967</c:v>
                </c:pt>
                <c:pt idx="330">
                  <c:v>94.95684554</c:v>
                </c:pt>
                <c:pt idx="331">
                  <c:v>95.48999343</c:v>
                </c:pt>
                <c:pt idx="332">
                  <c:v>94.45305156</c:v>
                </c:pt>
                <c:pt idx="333">
                  <c:v>94.47345632</c:v>
                </c:pt>
                <c:pt idx="334">
                  <c:v>92.881717</c:v>
                </c:pt>
                <c:pt idx="335">
                  <c:v>92.11821235</c:v>
                </c:pt>
                <c:pt idx="336">
                  <c:v>92.86040387</c:v>
                </c:pt>
                <c:pt idx="337">
                  <c:v>93.24641209</c:v>
                </c:pt>
                <c:pt idx="338">
                  <c:v>94.37271939</c:v>
                </c:pt>
                <c:pt idx="339">
                  <c:v>92.32082167</c:v>
                </c:pt>
                <c:pt idx="340">
                  <c:v>92.44855747</c:v>
                </c:pt>
                <c:pt idx="341">
                  <c:v>94.45435525</c:v>
                </c:pt>
                <c:pt idx="342">
                  <c:v>95.38471463</c:v>
                </c:pt>
                <c:pt idx="343">
                  <c:v>93.18730054</c:v>
                </c:pt>
                <c:pt idx="344">
                  <c:v>92.97930826</c:v>
                </c:pt>
                <c:pt idx="345">
                  <c:v>92.48052717</c:v>
                </c:pt>
                <c:pt idx="346">
                  <c:v>91.91424047</c:v>
                </c:pt>
                <c:pt idx="347">
                  <c:v>94.05356072</c:v>
                </c:pt>
                <c:pt idx="348">
                  <c:v>94.63645047</c:v>
                </c:pt>
                <c:pt idx="349">
                  <c:v>94.14773717</c:v>
                </c:pt>
                <c:pt idx="350">
                  <c:v>95.94313717</c:v>
                </c:pt>
                <c:pt idx="351">
                  <c:v>93.9628159</c:v>
                </c:pt>
                <c:pt idx="352">
                  <c:v>91.77444349</c:v>
                </c:pt>
                <c:pt idx="353">
                  <c:v>91.15388148</c:v>
                </c:pt>
                <c:pt idx="354">
                  <c:v>91.2168368</c:v>
                </c:pt>
                <c:pt idx="355">
                  <c:v>90.55502791</c:v>
                </c:pt>
                <c:pt idx="356">
                  <c:v>92.5504551</c:v>
                </c:pt>
                <c:pt idx="357">
                  <c:v>97.67912282</c:v>
                </c:pt>
                <c:pt idx="358">
                  <c:v>97.75958115</c:v>
                </c:pt>
                <c:pt idx="359">
                  <c:v>98.57350053</c:v>
                </c:pt>
                <c:pt idx="360">
                  <c:v>98.87882333</c:v>
                </c:pt>
                <c:pt idx="361">
                  <c:v>97.88164803</c:v>
                </c:pt>
                <c:pt idx="362">
                  <c:v>97.51610344</c:v>
                </c:pt>
                <c:pt idx="363">
                  <c:v>96.57953684</c:v>
                </c:pt>
                <c:pt idx="364">
                  <c:v>96.13625904</c:v>
                </c:pt>
                <c:pt idx="365">
                  <c:v>94.26252866</c:v>
                </c:pt>
                <c:pt idx="366">
                  <c:v>95.56759206</c:v>
                </c:pt>
                <c:pt idx="367">
                  <c:v>97.34992999</c:v>
                </c:pt>
                <c:pt idx="368">
                  <c:v>97.79668989</c:v>
                </c:pt>
                <c:pt idx="369">
                  <c:v>98.55103511</c:v>
                </c:pt>
                <c:pt idx="370">
                  <c:v>100.8704824</c:v>
                </c:pt>
                <c:pt idx="371">
                  <c:v>97.57671213</c:v>
                </c:pt>
                <c:pt idx="372">
                  <c:v>96.41003268</c:v>
                </c:pt>
                <c:pt idx="373">
                  <c:v>94.84409789</c:v>
                </c:pt>
                <c:pt idx="374">
                  <c:v>96.42279196</c:v>
                </c:pt>
                <c:pt idx="375">
                  <c:v>96.33724506</c:v>
                </c:pt>
                <c:pt idx="376">
                  <c:v>97.59721782</c:v>
                </c:pt>
                <c:pt idx="377">
                  <c:v>98.34711369</c:v>
                </c:pt>
                <c:pt idx="378">
                  <c:v>98.3199466</c:v>
                </c:pt>
                <c:pt idx="379">
                  <c:v>99.37895857</c:v>
                </c:pt>
                <c:pt idx="380">
                  <c:v>97.01293187</c:v>
                </c:pt>
                <c:pt idx="381">
                  <c:v>97.70089855</c:v>
                </c:pt>
                <c:pt idx="382">
                  <c:v>95.53067678</c:v>
                </c:pt>
                <c:pt idx="383">
                  <c:v>92.33065397</c:v>
                </c:pt>
                <c:pt idx="384">
                  <c:v>94.41489147</c:v>
                </c:pt>
                <c:pt idx="385">
                  <c:v>95.17842135</c:v>
                </c:pt>
                <c:pt idx="386">
                  <c:v>92.72417309</c:v>
                </c:pt>
                <c:pt idx="387">
                  <c:v>92.2695238</c:v>
                </c:pt>
                <c:pt idx="388">
                  <c:v>91.5692268</c:v>
                </c:pt>
                <c:pt idx="389">
                  <c:v>92.30770913</c:v>
                </c:pt>
                <c:pt idx="390">
                  <c:v>91.70915836</c:v>
                </c:pt>
                <c:pt idx="391">
                  <c:v>91.54481847</c:v>
                </c:pt>
                <c:pt idx="392">
                  <c:v>94.05967542</c:v>
                </c:pt>
                <c:pt idx="393">
                  <c:v>91.65882774</c:v>
                </c:pt>
                <c:pt idx="394">
                  <c:v>91.49519437</c:v>
                </c:pt>
                <c:pt idx="395">
                  <c:v>93.28457219</c:v>
                </c:pt>
                <c:pt idx="396">
                  <c:v>94.6104609</c:v>
                </c:pt>
                <c:pt idx="397">
                  <c:v>93.29802116</c:v>
                </c:pt>
                <c:pt idx="398">
                  <c:v>94.13770301</c:v>
                </c:pt>
                <c:pt idx="399">
                  <c:v>92.01604557</c:v>
                </c:pt>
                <c:pt idx="400">
                  <c:v>92.6781152</c:v>
                </c:pt>
                <c:pt idx="401">
                  <c:v>91.73608153</c:v>
                </c:pt>
                <c:pt idx="402">
                  <c:v>90.20571629</c:v>
                </c:pt>
                <c:pt idx="403">
                  <c:v>90.433247</c:v>
                </c:pt>
                <c:pt idx="404">
                  <c:v>88.6028494</c:v>
                </c:pt>
                <c:pt idx="405">
                  <c:v>87.08581538</c:v>
                </c:pt>
                <c:pt idx="406">
                  <c:v>87.2591633</c:v>
                </c:pt>
                <c:pt idx="407">
                  <c:v>87.25236732</c:v>
                </c:pt>
                <c:pt idx="408">
                  <c:v>86.51053747</c:v>
                </c:pt>
                <c:pt idx="409">
                  <c:v>88.09518643</c:v>
                </c:pt>
                <c:pt idx="410">
                  <c:v>89.88195688</c:v>
                </c:pt>
                <c:pt idx="411">
                  <c:v>90.36056031</c:v>
                </c:pt>
                <c:pt idx="412">
                  <c:v>90.46012813</c:v>
                </c:pt>
                <c:pt idx="413">
                  <c:v>92.26514174</c:v>
                </c:pt>
                <c:pt idx="414">
                  <c:v>91.45785013</c:v>
                </c:pt>
                <c:pt idx="415">
                  <c:v>91.32365478</c:v>
                </c:pt>
                <c:pt idx="416">
                  <c:v>92.7186051</c:v>
                </c:pt>
                <c:pt idx="417">
                  <c:v>92.29628718</c:v>
                </c:pt>
                <c:pt idx="418">
                  <c:v>89.47143098</c:v>
                </c:pt>
                <c:pt idx="419">
                  <c:v>87.61239438</c:v>
                </c:pt>
                <c:pt idx="420">
                  <c:v>88.59538896</c:v>
                </c:pt>
                <c:pt idx="421">
                  <c:v>90.53565769</c:v>
                </c:pt>
                <c:pt idx="422">
                  <c:v>91.64789362</c:v>
                </c:pt>
                <c:pt idx="423">
                  <c:v>91.78740463</c:v>
                </c:pt>
                <c:pt idx="424">
                  <c:v>93.20643525</c:v>
                </c:pt>
                <c:pt idx="425">
                  <c:v>94.63659345</c:v>
                </c:pt>
                <c:pt idx="426">
                  <c:v>94.07570653</c:v>
                </c:pt>
                <c:pt idx="427">
                  <c:v>93.29001402</c:v>
                </c:pt>
                <c:pt idx="428">
                  <c:v>91.8572905</c:v>
                </c:pt>
                <c:pt idx="429">
                  <c:v>93.72993588</c:v>
                </c:pt>
                <c:pt idx="430">
                  <c:v>94.3937802</c:v>
                </c:pt>
                <c:pt idx="431">
                  <c:v>94.97706525</c:v>
                </c:pt>
                <c:pt idx="432">
                  <c:v>94.23586621</c:v>
                </c:pt>
                <c:pt idx="433">
                  <c:v>93.98071422</c:v>
                </c:pt>
                <c:pt idx="434">
                  <c:v>95.06644751</c:v>
                </c:pt>
                <c:pt idx="435">
                  <c:v>96.11100962</c:v>
                </c:pt>
                <c:pt idx="436">
                  <c:v>96.0331923</c:v>
                </c:pt>
                <c:pt idx="437">
                  <c:v>94.46760236</c:v>
                </c:pt>
                <c:pt idx="438">
                  <c:v>94.43130948</c:v>
                </c:pt>
                <c:pt idx="439">
                  <c:v>95.4048923</c:v>
                </c:pt>
                <c:pt idx="440">
                  <c:v>94.26354637</c:v>
                </c:pt>
                <c:pt idx="441">
                  <c:v>92.63780192</c:v>
                </c:pt>
                <c:pt idx="442">
                  <c:v>91.27762212</c:v>
                </c:pt>
                <c:pt idx="443">
                  <c:v>91.44424976</c:v>
                </c:pt>
                <c:pt idx="444">
                  <c:v>90.69412679</c:v>
                </c:pt>
                <c:pt idx="445">
                  <c:v>92.47871042</c:v>
                </c:pt>
                <c:pt idx="446">
                  <c:v>90.84410933</c:v>
                </c:pt>
                <c:pt idx="447">
                  <c:v>90.90317042</c:v>
                </c:pt>
                <c:pt idx="448">
                  <c:v>91.54088219</c:v>
                </c:pt>
                <c:pt idx="449">
                  <c:v>90.71017472</c:v>
                </c:pt>
                <c:pt idx="450">
                  <c:v>92.18319469</c:v>
                </c:pt>
                <c:pt idx="451">
                  <c:v>92.47027432</c:v>
                </c:pt>
                <c:pt idx="452">
                  <c:v>91.82723007</c:v>
                </c:pt>
                <c:pt idx="453">
                  <c:v>90.12413932</c:v>
                </c:pt>
                <c:pt idx="454">
                  <c:v>90.49490705</c:v>
                </c:pt>
                <c:pt idx="455">
                  <c:v>88.98562785</c:v>
                </c:pt>
                <c:pt idx="456">
                  <c:v>88.91213372</c:v>
                </c:pt>
                <c:pt idx="457">
                  <c:v>88.25682643</c:v>
                </c:pt>
                <c:pt idx="458">
                  <c:v>87.79653345</c:v>
                </c:pt>
                <c:pt idx="459">
                  <c:v>86.90577241</c:v>
                </c:pt>
                <c:pt idx="460">
                  <c:v>87.36027872</c:v>
                </c:pt>
                <c:pt idx="461">
                  <c:v>88.06202239</c:v>
                </c:pt>
                <c:pt idx="462">
                  <c:v>87.66470155</c:v>
                </c:pt>
                <c:pt idx="463">
                  <c:v>89.60962149</c:v>
                </c:pt>
                <c:pt idx="464">
                  <c:v>88.37395613</c:v>
                </c:pt>
                <c:pt idx="465">
                  <c:v>87.1518659</c:v>
                </c:pt>
                <c:pt idx="466">
                  <c:v>86.7339805</c:v>
                </c:pt>
                <c:pt idx="467">
                  <c:v>86.57503198</c:v>
                </c:pt>
                <c:pt idx="468">
                  <c:v>86.35893163</c:v>
                </c:pt>
                <c:pt idx="469">
                  <c:v>86.99749289</c:v>
                </c:pt>
                <c:pt idx="470">
                  <c:v>85.77528491</c:v>
                </c:pt>
                <c:pt idx="471">
                  <c:v>84.88487713</c:v>
                </c:pt>
                <c:pt idx="472">
                  <c:v>84.94816048</c:v>
                </c:pt>
                <c:pt idx="473">
                  <c:v>84.29421575</c:v>
                </c:pt>
                <c:pt idx="474">
                  <c:v>82.36451947</c:v>
                </c:pt>
                <c:pt idx="475">
                  <c:v>83.12396168</c:v>
                </c:pt>
                <c:pt idx="476">
                  <c:v>83.83148362</c:v>
                </c:pt>
                <c:pt idx="477">
                  <c:v>85.10541</c:v>
                </c:pt>
                <c:pt idx="478">
                  <c:v>85.61631116</c:v>
                </c:pt>
                <c:pt idx="479">
                  <c:v>87.23197939</c:v>
                </c:pt>
                <c:pt idx="480">
                  <c:v>85.69173979</c:v>
                </c:pt>
                <c:pt idx="481">
                  <c:v>85.37547446</c:v>
                </c:pt>
                <c:pt idx="482">
                  <c:v>85.68101594</c:v>
                </c:pt>
                <c:pt idx="483">
                  <c:v>84.93110324</c:v>
                </c:pt>
                <c:pt idx="484">
                  <c:v>84.79979282</c:v>
                </c:pt>
                <c:pt idx="485">
                  <c:v>85.66183076</c:v>
                </c:pt>
                <c:pt idx="486">
                  <c:v>89.33495629</c:v>
                </c:pt>
                <c:pt idx="487">
                  <c:v>89.90348869</c:v>
                </c:pt>
                <c:pt idx="488">
                  <c:v>89.54025709</c:v>
                </c:pt>
                <c:pt idx="489">
                  <c:v>89.39013998</c:v>
                </c:pt>
                <c:pt idx="490">
                  <c:v>89.16834548</c:v>
                </c:pt>
                <c:pt idx="491">
                  <c:v>89.29245619</c:v>
                </c:pt>
                <c:pt idx="492">
                  <c:v>87.39976773</c:v>
                </c:pt>
                <c:pt idx="493">
                  <c:v>87.78152005</c:v>
                </c:pt>
                <c:pt idx="494">
                  <c:v>87.42806187</c:v>
                </c:pt>
                <c:pt idx="495">
                  <c:v>86.81702097</c:v>
                </c:pt>
                <c:pt idx="496">
                  <c:v>86.05332286</c:v>
                </c:pt>
                <c:pt idx="497">
                  <c:v>86.56740332</c:v>
                </c:pt>
                <c:pt idx="498">
                  <c:v>87.83603087</c:v>
                </c:pt>
                <c:pt idx="499">
                  <c:v>85.72937841</c:v>
                </c:pt>
                <c:pt idx="500">
                  <c:v>85.62015492</c:v>
                </c:pt>
                <c:pt idx="501">
                  <c:v>85.93745479</c:v>
                </c:pt>
                <c:pt idx="502">
                  <c:v>88.4389637</c:v>
                </c:pt>
                <c:pt idx="503">
                  <c:v>89.19061744</c:v>
                </c:pt>
                <c:pt idx="504">
                  <c:v>90.09185001</c:v>
                </c:pt>
                <c:pt idx="505">
                  <c:v>90.37323548</c:v>
                </c:pt>
                <c:pt idx="506">
                  <c:v>91.05299316</c:v>
                </c:pt>
                <c:pt idx="507">
                  <c:v>91.22746813</c:v>
                </c:pt>
                <c:pt idx="508">
                  <c:v>91.70291749</c:v>
                </c:pt>
                <c:pt idx="509">
                  <c:v>91.00024021</c:v>
                </c:pt>
                <c:pt idx="510">
                  <c:v>92.06528278</c:v>
                </c:pt>
                <c:pt idx="511">
                  <c:v>92.61073576</c:v>
                </c:pt>
                <c:pt idx="512">
                  <c:v>93.14570881</c:v>
                </c:pt>
                <c:pt idx="513">
                  <c:v>92.69876387</c:v>
                </c:pt>
                <c:pt idx="514">
                  <c:v>92.45939907</c:v>
                </c:pt>
                <c:pt idx="515">
                  <c:v>91.50982086</c:v>
                </c:pt>
                <c:pt idx="516">
                  <c:v>92.56524981</c:v>
                </c:pt>
                <c:pt idx="517">
                  <c:v>93.28112373</c:v>
                </c:pt>
                <c:pt idx="518">
                  <c:v>92.79992975</c:v>
                </c:pt>
                <c:pt idx="519">
                  <c:v>91.65069443</c:v>
                </c:pt>
                <c:pt idx="520">
                  <c:v>91.11916143</c:v>
                </c:pt>
                <c:pt idx="521">
                  <c:v>92.99443941</c:v>
                </c:pt>
                <c:pt idx="522">
                  <c:v>94.67113687</c:v>
                </c:pt>
                <c:pt idx="523">
                  <c:v>94.78734979</c:v>
                </c:pt>
                <c:pt idx="524">
                  <c:v>96.39700425</c:v>
                </c:pt>
                <c:pt idx="525">
                  <c:v>97.13552864</c:v>
                </c:pt>
                <c:pt idx="526">
                  <c:v>98.42350117</c:v>
                </c:pt>
                <c:pt idx="527">
                  <c:v>98.69000783</c:v>
                </c:pt>
                <c:pt idx="528">
                  <c:v>98.19071367</c:v>
                </c:pt>
                <c:pt idx="529">
                  <c:v>100.1471313</c:v>
                </c:pt>
                <c:pt idx="530">
                  <c:v>100.2751698</c:v>
                </c:pt>
                <c:pt idx="531">
                  <c:v>99.88610007</c:v>
                </c:pt>
                <c:pt idx="532">
                  <c:v>100.8107401</c:v>
                </c:pt>
                <c:pt idx="533">
                  <c:v>100.612782</c:v>
                </c:pt>
                <c:pt idx="534">
                  <c:v>101.2838512</c:v>
                </c:pt>
                <c:pt idx="535">
                  <c:v>100.0339462</c:v>
                </c:pt>
                <c:pt idx="536">
                  <c:v>100.0700289</c:v>
                </c:pt>
                <c:pt idx="537">
                  <c:v>99.45254523</c:v>
                </c:pt>
                <c:pt idx="538">
                  <c:v>98.84689568</c:v>
                </c:pt>
                <c:pt idx="539">
                  <c:v>98.13907937</c:v>
                </c:pt>
                <c:pt idx="540">
                  <c:v>99.57004501</c:v>
                </c:pt>
                <c:pt idx="541">
                  <c:v>99.32137779</c:v>
                </c:pt>
                <c:pt idx="542">
                  <c:v>100.6551559</c:v>
                </c:pt>
                <c:pt idx="543">
                  <c:v>100.1535235</c:v>
                </c:pt>
                <c:pt idx="544">
                  <c:v>100.5512228</c:v>
                </c:pt>
                <c:pt idx="545">
                  <c:v>98.76516731</c:v>
                </c:pt>
                <c:pt idx="546">
                  <c:v>100.0034905</c:v>
                </c:pt>
                <c:pt idx="547">
                  <c:v>99.19979033</c:v>
                </c:pt>
                <c:pt idx="548">
                  <c:v>98.87435716</c:v>
                </c:pt>
                <c:pt idx="549">
                  <c:v>98.96769252</c:v>
                </c:pt>
                <c:pt idx="550">
                  <c:v>100.311244</c:v>
                </c:pt>
                <c:pt idx="551">
                  <c:v>99.00474238</c:v>
                </c:pt>
                <c:pt idx="552">
                  <c:v>99.43278811</c:v>
                </c:pt>
                <c:pt idx="553">
                  <c:v>99.11463033</c:v>
                </c:pt>
                <c:pt idx="554">
                  <c:v>98.87145541</c:v>
                </c:pt>
                <c:pt idx="555">
                  <c:v>99.31792934</c:v>
                </c:pt>
                <c:pt idx="556">
                  <c:v>101.1126985</c:v>
                </c:pt>
                <c:pt idx="557">
                  <c:v>102.0588535</c:v>
                </c:pt>
                <c:pt idx="558">
                  <c:v>102.6190844</c:v>
                </c:pt>
                <c:pt idx="559">
                  <c:v>103.0838772</c:v>
                </c:pt>
                <c:pt idx="560">
                  <c:v>100.9216626</c:v>
                </c:pt>
                <c:pt idx="561">
                  <c:v>101.0877519</c:v>
                </c:pt>
                <c:pt idx="562">
                  <c:v>102.5645904</c:v>
                </c:pt>
                <c:pt idx="563">
                  <c:v>101.9803801</c:v>
                </c:pt>
                <c:pt idx="564">
                  <c:v>101.652634</c:v>
                </c:pt>
                <c:pt idx="565">
                  <c:v>101.4230594</c:v>
                </c:pt>
                <c:pt idx="566">
                  <c:v>100.5162925</c:v>
                </c:pt>
                <c:pt idx="567">
                  <c:v>100.4084821</c:v>
                </c:pt>
                <c:pt idx="568">
                  <c:v>100.1651894</c:v>
                </c:pt>
                <c:pt idx="569">
                  <c:v>99.59201419</c:v>
                </c:pt>
                <c:pt idx="570">
                  <c:v>99.5422471</c:v>
                </c:pt>
                <c:pt idx="571">
                  <c:v>99.30299164</c:v>
                </c:pt>
                <c:pt idx="572">
                  <c:v>98.24693188</c:v>
                </c:pt>
                <c:pt idx="573">
                  <c:v>97.71020938</c:v>
                </c:pt>
                <c:pt idx="574">
                  <c:v>97.22246333</c:v>
                </c:pt>
                <c:pt idx="575">
                  <c:v>96.71005664</c:v>
                </c:pt>
                <c:pt idx="576">
                  <c:v>97.06854451</c:v>
                </c:pt>
                <c:pt idx="577">
                  <c:v>96.24497787</c:v>
                </c:pt>
                <c:pt idx="578">
                  <c:v>97.69724823</c:v>
                </c:pt>
                <c:pt idx="579">
                  <c:v>99.3614051</c:v>
                </c:pt>
                <c:pt idx="580">
                  <c:v>98.42864862</c:v>
                </c:pt>
                <c:pt idx="581">
                  <c:v>97.42910146</c:v>
                </c:pt>
                <c:pt idx="582">
                  <c:v>98.50887144</c:v>
                </c:pt>
                <c:pt idx="583">
                  <c:v>99.58767418</c:v>
                </c:pt>
                <c:pt idx="584">
                  <c:v>98.85718217</c:v>
                </c:pt>
                <c:pt idx="585">
                  <c:v>97.34887022</c:v>
                </c:pt>
                <c:pt idx="586">
                  <c:v>99.15817338</c:v>
                </c:pt>
                <c:pt idx="587">
                  <c:v>99.06032138</c:v>
                </c:pt>
                <c:pt idx="588">
                  <c:v>98.68576875</c:v>
                </c:pt>
                <c:pt idx="589">
                  <c:v>97.55370001</c:v>
                </c:pt>
                <c:pt idx="590">
                  <c:v>96.98854037</c:v>
                </c:pt>
                <c:pt idx="591">
                  <c:v>98.30899566</c:v>
                </c:pt>
                <c:pt idx="592">
                  <c:v>99.22138943</c:v>
                </c:pt>
                <c:pt idx="593">
                  <c:v>99.39620926</c:v>
                </c:pt>
                <c:pt idx="594">
                  <c:v>100.4186171</c:v>
                </c:pt>
                <c:pt idx="595">
                  <c:v>99.8853515</c:v>
                </c:pt>
                <c:pt idx="596">
                  <c:v>99.4906128</c:v>
                </c:pt>
                <c:pt idx="597">
                  <c:v>99.11849092</c:v>
                </c:pt>
                <c:pt idx="598">
                  <c:v>99.83302751</c:v>
                </c:pt>
                <c:pt idx="599">
                  <c:v>97.68802993</c:v>
                </c:pt>
                <c:pt idx="600">
                  <c:v>97.57329732</c:v>
                </c:pt>
                <c:pt idx="601">
                  <c:v>97.50262083</c:v>
                </c:pt>
                <c:pt idx="602">
                  <c:v>96.04654875</c:v>
                </c:pt>
                <c:pt idx="603">
                  <c:v>96.15893473</c:v>
                </c:pt>
                <c:pt idx="604">
                  <c:v>97.33957621</c:v>
                </c:pt>
                <c:pt idx="605">
                  <c:v>98.04138717</c:v>
                </c:pt>
                <c:pt idx="606">
                  <c:v>96.77276804</c:v>
                </c:pt>
                <c:pt idx="607">
                  <c:v>95.3952198</c:v>
                </c:pt>
                <c:pt idx="608">
                  <c:v>95.5536889</c:v>
                </c:pt>
                <c:pt idx="609">
                  <c:v>95.28170677</c:v>
                </c:pt>
                <c:pt idx="610">
                  <c:v>96.0265309</c:v>
                </c:pt>
                <c:pt idx="611">
                  <c:v>96.85621223</c:v>
                </c:pt>
                <c:pt idx="612">
                  <c:v>98.18586901</c:v>
                </c:pt>
                <c:pt idx="613">
                  <c:v>98.44979353</c:v>
                </c:pt>
                <c:pt idx="614">
                  <c:v>97.35919035</c:v>
                </c:pt>
                <c:pt idx="615">
                  <c:v>98.01504435</c:v>
                </c:pt>
                <c:pt idx="616">
                  <c:v>97.48901205</c:v>
                </c:pt>
                <c:pt idx="617">
                  <c:v>95.93401979</c:v>
                </c:pt>
                <c:pt idx="618">
                  <c:v>95.88747407</c:v>
                </c:pt>
                <c:pt idx="619">
                  <c:v>95.17337484</c:v>
                </c:pt>
                <c:pt idx="620">
                  <c:v>94.86153362</c:v>
                </c:pt>
                <c:pt idx="621">
                  <c:v>95.68359471</c:v>
                </c:pt>
                <c:pt idx="622">
                  <c:v>94.899761</c:v>
                </c:pt>
                <c:pt idx="623">
                  <c:v>96.53726383</c:v>
                </c:pt>
                <c:pt idx="624">
                  <c:v>95.29623234</c:v>
                </c:pt>
                <c:pt idx="625">
                  <c:v>94.64873874</c:v>
                </c:pt>
                <c:pt idx="626">
                  <c:v>95.16360982</c:v>
                </c:pt>
                <c:pt idx="627">
                  <c:v>96.76948781</c:v>
                </c:pt>
                <c:pt idx="628">
                  <c:v>99.38275187</c:v>
                </c:pt>
                <c:pt idx="629">
                  <c:v>99.61092181</c:v>
                </c:pt>
                <c:pt idx="630">
                  <c:v>100.3147514</c:v>
                </c:pt>
                <c:pt idx="631">
                  <c:v>100.2378845</c:v>
                </c:pt>
                <c:pt idx="632">
                  <c:v>100.1180044</c:v>
                </c:pt>
                <c:pt idx="633">
                  <c:v>101.4082311</c:v>
                </c:pt>
                <c:pt idx="634">
                  <c:v>101.2753646</c:v>
                </c:pt>
                <c:pt idx="635">
                  <c:v>103.5930541</c:v>
                </c:pt>
                <c:pt idx="636">
                  <c:v>104.8323782</c:v>
                </c:pt>
                <c:pt idx="637">
                  <c:v>104.9450585</c:v>
                </c:pt>
                <c:pt idx="638">
                  <c:v>105.9407788</c:v>
                </c:pt>
                <c:pt idx="639">
                  <c:v>105.6623539</c:v>
                </c:pt>
                <c:pt idx="640">
                  <c:v>106.0065854</c:v>
                </c:pt>
                <c:pt idx="641">
                  <c:v>106.4611506</c:v>
                </c:pt>
                <c:pt idx="642">
                  <c:v>105.5708773</c:v>
                </c:pt>
                <c:pt idx="643">
                  <c:v>105.7510212</c:v>
                </c:pt>
                <c:pt idx="644">
                  <c:v>106.4296687</c:v>
                </c:pt>
                <c:pt idx="645">
                  <c:v>106.1162126</c:v>
                </c:pt>
                <c:pt idx="646">
                  <c:v>107.096482</c:v>
                </c:pt>
                <c:pt idx="647">
                  <c:v>107.8145933</c:v>
                </c:pt>
                <c:pt idx="648">
                  <c:v>106.6521108</c:v>
                </c:pt>
                <c:pt idx="649">
                  <c:v>106.7366064</c:v>
                </c:pt>
                <c:pt idx="650">
                  <c:v>105.659511</c:v>
                </c:pt>
                <c:pt idx="651">
                  <c:v>105.9849442</c:v>
                </c:pt>
                <c:pt idx="652">
                  <c:v>106.8966819</c:v>
                </c:pt>
                <c:pt idx="653">
                  <c:v>106.7476751</c:v>
                </c:pt>
                <c:pt idx="654">
                  <c:v>106.3158781</c:v>
                </c:pt>
                <c:pt idx="655">
                  <c:v>108.8913269</c:v>
                </c:pt>
                <c:pt idx="656">
                  <c:v>110.0495114</c:v>
                </c:pt>
                <c:pt idx="657">
                  <c:v>109.507019</c:v>
                </c:pt>
                <c:pt idx="658">
                  <c:v>110.2528272</c:v>
                </c:pt>
                <c:pt idx="659">
                  <c:v>110.8980078</c:v>
                </c:pt>
                <c:pt idx="660">
                  <c:v>110.0176174</c:v>
                </c:pt>
                <c:pt idx="661">
                  <c:v>111.1765</c:v>
                </c:pt>
                <c:pt idx="662">
                  <c:v>111.6566931</c:v>
                </c:pt>
                <c:pt idx="663">
                  <c:v>112.3127321</c:v>
                </c:pt>
                <c:pt idx="664">
                  <c:v>112.868522</c:v>
                </c:pt>
                <c:pt idx="665">
                  <c:v>112.8613896</c:v>
                </c:pt>
                <c:pt idx="666">
                  <c:v>111.6093399</c:v>
                </c:pt>
                <c:pt idx="667">
                  <c:v>111.7248379</c:v>
                </c:pt>
                <c:pt idx="668">
                  <c:v>110.3723372</c:v>
                </c:pt>
                <c:pt idx="669">
                  <c:v>111.0426915</c:v>
                </c:pt>
                <c:pt idx="670">
                  <c:v>111.3821709</c:v>
                </c:pt>
                <c:pt idx="671">
                  <c:v>110.5579482</c:v>
                </c:pt>
                <c:pt idx="672">
                  <c:v>110.0486703</c:v>
                </c:pt>
                <c:pt idx="673">
                  <c:v>109.8868957</c:v>
                </c:pt>
                <c:pt idx="674">
                  <c:v>110.1719568</c:v>
                </c:pt>
                <c:pt idx="675">
                  <c:v>110.6204577</c:v>
                </c:pt>
                <c:pt idx="676">
                  <c:v>108.7474675</c:v>
                </c:pt>
                <c:pt idx="677">
                  <c:v>108.0996543</c:v>
                </c:pt>
                <c:pt idx="678">
                  <c:v>107.0835461</c:v>
                </c:pt>
                <c:pt idx="679">
                  <c:v>107.3526181</c:v>
                </c:pt>
                <c:pt idx="680">
                  <c:v>106.4828506</c:v>
                </c:pt>
                <c:pt idx="681">
                  <c:v>107.87987</c:v>
                </c:pt>
                <c:pt idx="682">
                  <c:v>107.5040557</c:v>
                </c:pt>
                <c:pt idx="683">
                  <c:v>107.8009845</c:v>
                </c:pt>
                <c:pt idx="684">
                  <c:v>108.4726677</c:v>
                </c:pt>
                <c:pt idx="685">
                  <c:v>108.0818485</c:v>
                </c:pt>
                <c:pt idx="686">
                  <c:v>107.1559384</c:v>
                </c:pt>
                <c:pt idx="687">
                  <c:v>107.450714</c:v>
                </c:pt>
                <c:pt idx="688">
                  <c:v>108.0636474</c:v>
                </c:pt>
                <c:pt idx="689">
                  <c:v>106.9712695</c:v>
                </c:pt>
                <c:pt idx="690">
                  <c:v>107.3171579</c:v>
                </c:pt>
                <c:pt idx="691">
                  <c:v>109.6913936</c:v>
                </c:pt>
                <c:pt idx="692">
                  <c:v>109.2991025</c:v>
                </c:pt>
                <c:pt idx="693">
                  <c:v>107.8415164</c:v>
                </c:pt>
                <c:pt idx="694">
                  <c:v>107.6806839</c:v>
                </c:pt>
                <c:pt idx="695">
                  <c:v>106.833365</c:v>
                </c:pt>
                <c:pt idx="696">
                  <c:v>107.4943243</c:v>
                </c:pt>
                <c:pt idx="697">
                  <c:v>108.2695958</c:v>
                </c:pt>
                <c:pt idx="698">
                  <c:v>108.5302149</c:v>
                </c:pt>
                <c:pt idx="699">
                  <c:v>109.2706821</c:v>
                </c:pt>
                <c:pt idx="700">
                  <c:v>109.3678024</c:v>
                </c:pt>
                <c:pt idx="701">
                  <c:v>109.5435642</c:v>
                </c:pt>
                <c:pt idx="702">
                  <c:v>108.8523426</c:v>
                </c:pt>
                <c:pt idx="703">
                  <c:v>109.0124181</c:v>
                </c:pt>
                <c:pt idx="704">
                  <c:v>110.7621471</c:v>
                </c:pt>
                <c:pt idx="705">
                  <c:v>109.471971</c:v>
                </c:pt>
                <c:pt idx="706">
                  <c:v>108.516993</c:v>
                </c:pt>
                <c:pt idx="707">
                  <c:v>108.6518612</c:v>
                </c:pt>
                <c:pt idx="708">
                  <c:v>107.9454915</c:v>
                </c:pt>
                <c:pt idx="709">
                  <c:v>107.7415869</c:v>
                </c:pt>
                <c:pt idx="710">
                  <c:v>108.4078284</c:v>
                </c:pt>
                <c:pt idx="711">
                  <c:v>107.9448355</c:v>
                </c:pt>
                <c:pt idx="712">
                  <c:v>106.877522</c:v>
                </c:pt>
                <c:pt idx="713">
                  <c:v>106.0808197</c:v>
                </c:pt>
                <c:pt idx="714">
                  <c:v>107.3796927</c:v>
                </c:pt>
                <c:pt idx="715">
                  <c:v>107.6641565</c:v>
                </c:pt>
                <c:pt idx="716">
                  <c:v>107.3983059</c:v>
                </c:pt>
                <c:pt idx="717">
                  <c:v>106.6008214</c:v>
                </c:pt>
                <c:pt idx="718">
                  <c:v>106.7794429</c:v>
                </c:pt>
                <c:pt idx="719">
                  <c:v>107.2627901</c:v>
                </c:pt>
                <c:pt idx="720">
                  <c:v>108.6051472</c:v>
                </c:pt>
                <c:pt idx="721">
                  <c:v>107.792439</c:v>
                </c:pt>
                <c:pt idx="722">
                  <c:v>106.8407749</c:v>
                </c:pt>
                <c:pt idx="723">
                  <c:v>106.7603418</c:v>
                </c:pt>
                <c:pt idx="724">
                  <c:v>106.7027695</c:v>
                </c:pt>
                <c:pt idx="725">
                  <c:v>107.3988526</c:v>
                </c:pt>
                <c:pt idx="726">
                  <c:v>107.7483072</c:v>
                </c:pt>
                <c:pt idx="727">
                  <c:v>106.8099491</c:v>
                </c:pt>
                <c:pt idx="728">
                  <c:v>107.2793342</c:v>
                </c:pt>
                <c:pt idx="729">
                  <c:v>107.085775</c:v>
                </c:pt>
                <c:pt idx="730">
                  <c:v>107.1775712</c:v>
                </c:pt>
                <c:pt idx="731">
                  <c:v>106.6459036</c:v>
                </c:pt>
                <c:pt idx="732">
                  <c:v>108.3800136</c:v>
                </c:pt>
                <c:pt idx="733">
                  <c:v>109.2490326</c:v>
                </c:pt>
                <c:pt idx="734">
                  <c:v>107.7042679</c:v>
                </c:pt>
                <c:pt idx="735">
                  <c:v>107.1513461</c:v>
                </c:pt>
                <c:pt idx="736">
                  <c:v>105.931552</c:v>
                </c:pt>
                <c:pt idx="737">
                  <c:v>105.4166389</c:v>
                </c:pt>
                <c:pt idx="738">
                  <c:v>104.6215851</c:v>
                </c:pt>
                <c:pt idx="739">
                  <c:v>104.438674</c:v>
                </c:pt>
                <c:pt idx="740">
                  <c:v>104.4597264</c:v>
                </c:pt>
                <c:pt idx="741">
                  <c:v>105.2403556</c:v>
                </c:pt>
                <c:pt idx="742">
                  <c:v>105.6178857</c:v>
                </c:pt>
                <c:pt idx="743">
                  <c:v>105.2603482</c:v>
                </c:pt>
                <c:pt idx="744">
                  <c:v>104.9177064</c:v>
                </c:pt>
                <c:pt idx="745">
                  <c:v>104.8377107</c:v>
                </c:pt>
                <c:pt idx="746">
                  <c:v>106.4195336</c:v>
                </c:pt>
                <c:pt idx="747">
                  <c:v>107.1138673</c:v>
                </c:pt>
                <c:pt idx="748">
                  <c:v>105.9131323</c:v>
                </c:pt>
                <c:pt idx="749">
                  <c:v>106.9208043</c:v>
                </c:pt>
                <c:pt idx="750">
                  <c:v>108.0869034</c:v>
                </c:pt>
                <c:pt idx="751">
                  <c:v>108.0507535</c:v>
                </c:pt>
                <c:pt idx="752">
                  <c:v>108.6771863</c:v>
                </c:pt>
                <c:pt idx="753">
                  <c:v>108.9046245</c:v>
                </c:pt>
                <c:pt idx="754">
                  <c:v>107.8174782</c:v>
                </c:pt>
                <c:pt idx="755">
                  <c:v>107.3222717</c:v>
                </c:pt>
                <c:pt idx="756">
                  <c:v>107.7892597</c:v>
                </c:pt>
                <c:pt idx="757">
                  <c:v>108.0926396</c:v>
                </c:pt>
                <c:pt idx="758">
                  <c:v>107.6822735</c:v>
                </c:pt>
                <c:pt idx="759">
                  <c:v>107.8976169</c:v>
                </c:pt>
                <c:pt idx="760">
                  <c:v>107.7858281</c:v>
                </c:pt>
                <c:pt idx="761">
                  <c:v>107.4495701</c:v>
                </c:pt>
                <c:pt idx="762">
                  <c:v>107.1641306</c:v>
                </c:pt>
                <c:pt idx="763">
                  <c:v>105.68254</c:v>
                </c:pt>
                <c:pt idx="764">
                  <c:v>104.9082106</c:v>
                </c:pt>
                <c:pt idx="765">
                  <c:v>104.5517329</c:v>
                </c:pt>
                <c:pt idx="766">
                  <c:v>104.7116318</c:v>
                </c:pt>
                <c:pt idx="767">
                  <c:v>104.1092962</c:v>
                </c:pt>
                <c:pt idx="768">
                  <c:v>103.2074328</c:v>
                </c:pt>
                <c:pt idx="769">
                  <c:v>102.6950513</c:v>
                </c:pt>
                <c:pt idx="770">
                  <c:v>102.6391107</c:v>
                </c:pt>
                <c:pt idx="771">
                  <c:v>102.4460645</c:v>
                </c:pt>
                <c:pt idx="772">
                  <c:v>102.1140624</c:v>
                </c:pt>
                <c:pt idx="773">
                  <c:v>103.3685177</c:v>
                </c:pt>
                <c:pt idx="774">
                  <c:v>101.5756493</c:v>
                </c:pt>
                <c:pt idx="775">
                  <c:v>101.5691898</c:v>
                </c:pt>
                <c:pt idx="776">
                  <c:v>102.305603</c:v>
                </c:pt>
                <c:pt idx="777">
                  <c:v>100.8765635</c:v>
                </c:pt>
                <c:pt idx="778">
                  <c:v>100.5666315</c:v>
                </c:pt>
                <c:pt idx="779">
                  <c:v>100.6464086</c:v>
                </c:pt>
                <c:pt idx="780">
                  <c:v>100.2052419</c:v>
                </c:pt>
                <c:pt idx="781">
                  <c:v>100.6195443</c:v>
                </c:pt>
                <c:pt idx="782">
                  <c:v>101.1501857</c:v>
                </c:pt>
                <c:pt idx="783">
                  <c:v>101.3054251</c:v>
                </c:pt>
                <c:pt idx="784">
                  <c:v>102.0583825</c:v>
                </c:pt>
                <c:pt idx="785">
                  <c:v>103.1482876</c:v>
                </c:pt>
                <c:pt idx="786">
                  <c:v>102.8912768</c:v>
                </c:pt>
                <c:pt idx="787">
                  <c:v>103.1519379</c:v>
                </c:pt>
                <c:pt idx="788">
                  <c:v>104.5536337</c:v>
                </c:pt>
                <c:pt idx="789">
                  <c:v>104.2161226</c:v>
                </c:pt>
                <c:pt idx="790">
                  <c:v>104.898681</c:v>
                </c:pt>
                <c:pt idx="791">
                  <c:v>104.9567244</c:v>
                </c:pt>
                <c:pt idx="792">
                  <c:v>105.6925153</c:v>
                </c:pt>
                <c:pt idx="793">
                  <c:v>106.1148164</c:v>
                </c:pt>
                <c:pt idx="794">
                  <c:v>106.2015072</c:v>
                </c:pt>
                <c:pt idx="795">
                  <c:v>106.4380964</c:v>
                </c:pt>
                <c:pt idx="796">
                  <c:v>106.9090039</c:v>
                </c:pt>
                <c:pt idx="797">
                  <c:v>107.0015402</c:v>
                </c:pt>
                <c:pt idx="798">
                  <c:v>107.9060194</c:v>
                </c:pt>
                <c:pt idx="799">
                  <c:v>108.4135057</c:v>
                </c:pt>
                <c:pt idx="800">
                  <c:v>108.7701095</c:v>
                </c:pt>
                <c:pt idx="801">
                  <c:v>108.5929935</c:v>
                </c:pt>
                <c:pt idx="802">
                  <c:v>108.8789125</c:v>
                </c:pt>
                <c:pt idx="803">
                  <c:v>107.3664203</c:v>
                </c:pt>
                <c:pt idx="804">
                  <c:v>107.3364777</c:v>
                </c:pt>
                <c:pt idx="805">
                  <c:v>107.5410046</c:v>
                </c:pt>
                <c:pt idx="806">
                  <c:v>106.4730015</c:v>
                </c:pt>
                <c:pt idx="807">
                  <c:v>106.3324475</c:v>
                </c:pt>
                <c:pt idx="808">
                  <c:v>105.9382807</c:v>
                </c:pt>
                <c:pt idx="809">
                  <c:v>107.2322082</c:v>
                </c:pt>
                <c:pt idx="810">
                  <c:v>106.7791738</c:v>
                </c:pt>
                <c:pt idx="811">
                  <c:v>106.0939827</c:v>
                </c:pt>
                <c:pt idx="812">
                  <c:v>107.3662101</c:v>
                </c:pt>
                <c:pt idx="813">
                  <c:v>107.1502948</c:v>
                </c:pt>
                <c:pt idx="814">
                  <c:v>105.8541721</c:v>
                </c:pt>
                <c:pt idx="815">
                  <c:v>105.362515</c:v>
                </c:pt>
                <c:pt idx="816">
                  <c:v>106.2012128</c:v>
                </c:pt>
                <c:pt idx="817">
                  <c:v>107.250199</c:v>
                </c:pt>
                <c:pt idx="818">
                  <c:v>108.2149252</c:v>
                </c:pt>
                <c:pt idx="819">
                  <c:v>109.8581642</c:v>
                </c:pt>
                <c:pt idx="820">
                  <c:v>110.2798093</c:v>
                </c:pt>
                <c:pt idx="821">
                  <c:v>111.358141</c:v>
                </c:pt>
                <c:pt idx="822">
                  <c:v>112.1316798</c:v>
                </c:pt>
                <c:pt idx="823">
                  <c:v>112.8346263</c:v>
                </c:pt>
                <c:pt idx="824">
                  <c:v>112.666266</c:v>
                </c:pt>
                <c:pt idx="825">
                  <c:v>114.2010217</c:v>
                </c:pt>
                <c:pt idx="826">
                  <c:v>114.4612791</c:v>
                </c:pt>
                <c:pt idx="827">
                  <c:v>114.7777294</c:v>
                </c:pt>
                <c:pt idx="828">
                  <c:v>113.6925092</c:v>
                </c:pt>
                <c:pt idx="829">
                  <c:v>114.0584491</c:v>
                </c:pt>
                <c:pt idx="830">
                  <c:v>115.1352417</c:v>
                </c:pt>
                <c:pt idx="831">
                  <c:v>115.0403671</c:v>
                </c:pt>
                <c:pt idx="832">
                  <c:v>115.5181463</c:v>
                </c:pt>
                <c:pt idx="833">
                  <c:v>114.4225386</c:v>
                </c:pt>
                <c:pt idx="834">
                  <c:v>114.3911325</c:v>
                </c:pt>
                <c:pt idx="835">
                  <c:v>113.46767</c:v>
                </c:pt>
                <c:pt idx="836">
                  <c:v>113.002894</c:v>
                </c:pt>
                <c:pt idx="837">
                  <c:v>114.4808932</c:v>
                </c:pt>
                <c:pt idx="838">
                  <c:v>114.8103972</c:v>
                </c:pt>
                <c:pt idx="839">
                  <c:v>113.1870667</c:v>
                </c:pt>
                <c:pt idx="840">
                  <c:v>113.3256441</c:v>
                </c:pt>
                <c:pt idx="841">
                  <c:v>112.9743812</c:v>
                </c:pt>
                <c:pt idx="842">
                  <c:v>113.274792</c:v>
                </c:pt>
                <c:pt idx="843">
                  <c:v>112.7303399</c:v>
                </c:pt>
                <c:pt idx="844">
                  <c:v>113.447383</c:v>
                </c:pt>
                <c:pt idx="845">
                  <c:v>113.6461065</c:v>
                </c:pt>
                <c:pt idx="846">
                  <c:v>113.5131896</c:v>
                </c:pt>
                <c:pt idx="847">
                  <c:v>112.4933722</c:v>
                </c:pt>
                <c:pt idx="848">
                  <c:v>111.9676764</c:v>
                </c:pt>
                <c:pt idx="849">
                  <c:v>110.2373681</c:v>
                </c:pt>
                <c:pt idx="850">
                  <c:v>109.8192892</c:v>
                </c:pt>
                <c:pt idx="851">
                  <c:v>111.1544215</c:v>
                </c:pt>
                <c:pt idx="852">
                  <c:v>110.6755825</c:v>
                </c:pt>
                <c:pt idx="853">
                  <c:v>111.8727261</c:v>
                </c:pt>
                <c:pt idx="854">
                  <c:v>111.6377097</c:v>
                </c:pt>
                <c:pt idx="855">
                  <c:v>110.869024</c:v>
                </c:pt>
                <c:pt idx="856">
                  <c:v>111.4398862</c:v>
                </c:pt>
                <c:pt idx="857">
                  <c:v>112.2976094</c:v>
                </c:pt>
                <c:pt idx="858">
                  <c:v>110.7471253</c:v>
                </c:pt>
                <c:pt idx="859">
                  <c:v>110.8480894</c:v>
                </c:pt>
                <c:pt idx="860">
                  <c:v>111.0384188</c:v>
                </c:pt>
                <c:pt idx="861">
                  <c:v>110.6127365</c:v>
                </c:pt>
                <c:pt idx="862">
                  <c:v>109.3093301</c:v>
                </c:pt>
                <c:pt idx="863">
                  <c:v>109.6380267</c:v>
                </c:pt>
                <c:pt idx="864">
                  <c:v>109.3347561</c:v>
                </c:pt>
                <c:pt idx="865">
                  <c:v>110.1867431</c:v>
                </c:pt>
                <c:pt idx="866">
                  <c:v>110.2187212</c:v>
                </c:pt>
                <c:pt idx="867">
                  <c:v>110.8129067</c:v>
                </c:pt>
                <c:pt idx="868">
                  <c:v>110.0085673</c:v>
                </c:pt>
                <c:pt idx="869">
                  <c:v>109.7611617</c:v>
                </c:pt>
                <c:pt idx="870">
                  <c:v>109.6453441</c:v>
                </c:pt>
                <c:pt idx="871">
                  <c:v>109.3003389</c:v>
                </c:pt>
                <c:pt idx="872">
                  <c:v>108.6962201</c:v>
                </c:pt>
                <c:pt idx="873">
                  <c:v>109.3975516</c:v>
                </c:pt>
                <c:pt idx="874">
                  <c:v>109.2515138</c:v>
                </c:pt>
                <c:pt idx="875">
                  <c:v>110.3611255</c:v>
                </c:pt>
                <c:pt idx="876">
                  <c:v>109.9551751</c:v>
                </c:pt>
                <c:pt idx="877">
                  <c:v>109.8789727</c:v>
                </c:pt>
                <c:pt idx="878">
                  <c:v>109.1001266</c:v>
                </c:pt>
                <c:pt idx="879">
                  <c:v>107.7606291</c:v>
                </c:pt>
                <c:pt idx="880">
                  <c:v>109.7742238</c:v>
                </c:pt>
                <c:pt idx="881">
                  <c:v>109.8969888</c:v>
                </c:pt>
                <c:pt idx="882">
                  <c:v>109.6279841</c:v>
                </c:pt>
                <c:pt idx="883">
                  <c:v>109.0735231</c:v>
                </c:pt>
                <c:pt idx="884">
                  <c:v>107.515915</c:v>
                </c:pt>
                <c:pt idx="885">
                  <c:v>107.5528387</c:v>
                </c:pt>
                <c:pt idx="886">
                  <c:v>107.405329</c:v>
                </c:pt>
                <c:pt idx="887">
                  <c:v>107.435238</c:v>
                </c:pt>
                <c:pt idx="888">
                  <c:v>107.4837855</c:v>
                </c:pt>
                <c:pt idx="889">
                  <c:v>107.4640957</c:v>
                </c:pt>
                <c:pt idx="890">
                  <c:v>107.8249723</c:v>
                </c:pt>
                <c:pt idx="891">
                  <c:v>106.7524693</c:v>
                </c:pt>
                <c:pt idx="892">
                  <c:v>108.6057192</c:v>
                </c:pt>
                <c:pt idx="893">
                  <c:v>108.5305176</c:v>
                </c:pt>
                <c:pt idx="894">
                  <c:v>109.2759558</c:v>
                </c:pt>
                <c:pt idx="895">
                  <c:v>107.3803403</c:v>
                </c:pt>
                <c:pt idx="896">
                  <c:v>104.8081297</c:v>
                </c:pt>
                <c:pt idx="897">
                  <c:v>105.6975113</c:v>
                </c:pt>
                <c:pt idx="898">
                  <c:v>105.3339181</c:v>
                </c:pt>
                <c:pt idx="899">
                  <c:v>106.0939743</c:v>
                </c:pt>
                <c:pt idx="900">
                  <c:v>106.0500864</c:v>
                </c:pt>
                <c:pt idx="901">
                  <c:v>107.5392804</c:v>
                </c:pt>
                <c:pt idx="902">
                  <c:v>105.9311988</c:v>
                </c:pt>
                <c:pt idx="903">
                  <c:v>106.9947695</c:v>
                </c:pt>
                <c:pt idx="904">
                  <c:v>107.8512478</c:v>
                </c:pt>
                <c:pt idx="905">
                  <c:v>108.9991794</c:v>
                </c:pt>
                <c:pt idx="906">
                  <c:v>106.0123973</c:v>
                </c:pt>
                <c:pt idx="907">
                  <c:v>104.809652</c:v>
                </c:pt>
                <c:pt idx="908">
                  <c:v>103.9246945</c:v>
                </c:pt>
                <c:pt idx="909">
                  <c:v>104.8818341</c:v>
                </c:pt>
                <c:pt idx="910">
                  <c:v>101.579594</c:v>
                </c:pt>
                <c:pt idx="911">
                  <c:v>101.9295112</c:v>
                </c:pt>
                <c:pt idx="912">
                  <c:v>102.6984661</c:v>
                </c:pt>
                <c:pt idx="913">
                  <c:v>101.5751279</c:v>
                </c:pt>
                <c:pt idx="914">
                  <c:v>101.8366469</c:v>
                </c:pt>
                <c:pt idx="915">
                  <c:v>101.1568892</c:v>
                </c:pt>
                <c:pt idx="916">
                  <c:v>101.1687401</c:v>
                </c:pt>
                <c:pt idx="917">
                  <c:v>101.03584</c:v>
                </c:pt>
                <c:pt idx="918">
                  <c:v>99.69623321</c:v>
                </c:pt>
                <c:pt idx="919">
                  <c:v>100.9484764</c:v>
                </c:pt>
                <c:pt idx="920">
                  <c:v>101.9082738</c:v>
                </c:pt>
                <c:pt idx="921">
                  <c:v>100.6145566</c:v>
                </c:pt>
                <c:pt idx="922">
                  <c:v>100.7458082</c:v>
                </c:pt>
                <c:pt idx="923">
                  <c:v>99.96857701</c:v>
                </c:pt>
                <c:pt idx="924">
                  <c:v>100.0951185</c:v>
                </c:pt>
                <c:pt idx="925">
                  <c:v>100.340497</c:v>
                </c:pt>
                <c:pt idx="926">
                  <c:v>103.1594236</c:v>
                </c:pt>
                <c:pt idx="927">
                  <c:v>101.9683947</c:v>
                </c:pt>
                <c:pt idx="928">
                  <c:v>102.907249</c:v>
                </c:pt>
                <c:pt idx="929">
                  <c:v>103.3318042</c:v>
                </c:pt>
                <c:pt idx="930">
                  <c:v>103.7382088</c:v>
                </c:pt>
                <c:pt idx="931">
                  <c:v>103.4298917</c:v>
                </c:pt>
                <c:pt idx="932">
                  <c:v>103.0190631</c:v>
                </c:pt>
                <c:pt idx="933">
                  <c:v>102.9884643</c:v>
                </c:pt>
                <c:pt idx="934">
                  <c:v>105.0193181</c:v>
                </c:pt>
                <c:pt idx="935">
                  <c:v>104.3414024</c:v>
                </c:pt>
                <c:pt idx="936">
                  <c:v>103.8170859</c:v>
                </c:pt>
                <c:pt idx="937">
                  <c:v>106.7446219</c:v>
                </c:pt>
                <c:pt idx="938">
                  <c:v>106.0903912</c:v>
                </c:pt>
                <c:pt idx="939">
                  <c:v>105.9520493</c:v>
                </c:pt>
                <c:pt idx="940">
                  <c:v>105.2598015</c:v>
                </c:pt>
                <c:pt idx="941">
                  <c:v>105.5850076</c:v>
                </c:pt>
                <c:pt idx="942">
                  <c:v>106.1659208</c:v>
                </c:pt>
                <c:pt idx="943">
                  <c:v>104.815691</c:v>
                </c:pt>
                <c:pt idx="944">
                  <c:v>105.6167502</c:v>
                </c:pt>
                <c:pt idx="945">
                  <c:v>106.4156562</c:v>
                </c:pt>
                <c:pt idx="946">
                  <c:v>104.6145116</c:v>
                </c:pt>
                <c:pt idx="947">
                  <c:v>105.009797</c:v>
                </c:pt>
                <c:pt idx="948">
                  <c:v>107.842921</c:v>
                </c:pt>
                <c:pt idx="949">
                  <c:v>108.123457</c:v>
                </c:pt>
                <c:pt idx="950">
                  <c:v>108.106282</c:v>
                </c:pt>
                <c:pt idx="951">
                  <c:v>107.077709</c:v>
                </c:pt>
                <c:pt idx="952">
                  <c:v>107.3231212</c:v>
                </c:pt>
                <c:pt idx="953">
                  <c:v>106.925691</c:v>
                </c:pt>
                <c:pt idx="954">
                  <c:v>105.4734038</c:v>
                </c:pt>
                <c:pt idx="955">
                  <c:v>105.9596527</c:v>
                </c:pt>
                <c:pt idx="956">
                  <c:v>104.9412737</c:v>
                </c:pt>
                <c:pt idx="957">
                  <c:v>104.9667165</c:v>
                </c:pt>
                <c:pt idx="958">
                  <c:v>103.2846529</c:v>
                </c:pt>
                <c:pt idx="959">
                  <c:v>103.4930405</c:v>
                </c:pt>
                <c:pt idx="960">
                  <c:v>103.7543661</c:v>
                </c:pt>
                <c:pt idx="961">
                  <c:v>105.1649354</c:v>
                </c:pt>
                <c:pt idx="962">
                  <c:v>104.7315656</c:v>
                </c:pt>
                <c:pt idx="963">
                  <c:v>103.8803608</c:v>
                </c:pt>
                <c:pt idx="964">
                  <c:v>104.1799138</c:v>
                </c:pt>
                <c:pt idx="965">
                  <c:v>105.6716731</c:v>
                </c:pt>
                <c:pt idx="966">
                  <c:v>108.4640634</c:v>
                </c:pt>
                <c:pt idx="967">
                  <c:v>110.0426734</c:v>
                </c:pt>
                <c:pt idx="968">
                  <c:v>110.5816163</c:v>
                </c:pt>
                <c:pt idx="969">
                  <c:v>111.4510642</c:v>
                </c:pt>
                <c:pt idx="970">
                  <c:v>110.9854808</c:v>
                </c:pt>
                <c:pt idx="971">
                  <c:v>111.3134877</c:v>
                </c:pt>
                <c:pt idx="972">
                  <c:v>110.4526862</c:v>
                </c:pt>
                <c:pt idx="973">
                  <c:v>111.080347</c:v>
                </c:pt>
                <c:pt idx="974">
                  <c:v>111.4604676</c:v>
                </c:pt>
                <c:pt idx="975">
                  <c:v>111.9896119</c:v>
                </c:pt>
                <c:pt idx="976">
                  <c:v>110.9411388</c:v>
                </c:pt>
                <c:pt idx="977">
                  <c:v>109.5595365</c:v>
                </c:pt>
                <c:pt idx="978">
                  <c:v>110.306211</c:v>
                </c:pt>
                <c:pt idx="979">
                  <c:v>110.3424198</c:v>
                </c:pt>
                <c:pt idx="980">
                  <c:v>110.3006262</c:v>
                </c:pt>
                <c:pt idx="981">
                  <c:v>107.0332996</c:v>
                </c:pt>
                <c:pt idx="982">
                  <c:v>105.6304431</c:v>
                </c:pt>
                <c:pt idx="983">
                  <c:v>104.2374357</c:v>
                </c:pt>
                <c:pt idx="984">
                  <c:v>107.4874274</c:v>
                </c:pt>
                <c:pt idx="985">
                  <c:v>106.2752704</c:v>
                </c:pt>
                <c:pt idx="986">
                  <c:v>107.3919389</c:v>
                </c:pt>
                <c:pt idx="987">
                  <c:v>108.881932</c:v>
                </c:pt>
                <c:pt idx="988">
                  <c:v>108.7065486</c:v>
                </c:pt>
                <c:pt idx="989">
                  <c:v>107.9255998</c:v>
                </c:pt>
                <c:pt idx="990">
                  <c:v>109.0468859</c:v>
                </c:pt>
                <c:pt idx="991">
                  <c:v>109.7318246</c:v>
                </c:pt>
                <c:pt idx="992">
                  <c:v>111.2051474</c:v>
                </c:pt>
                <c:pt idx="993">
                  <c:v>113.1937786</c:v>
                </c:pt>
                <c:pt idx="994">
                  <c:v>113.3273852</c:v>
                </c:pt>
                <c:pt idx="995">
                  <c:v>113.5600381</c:v>
                </c:pt>
                <c:pt idx="996">
                  <c:v>113.6248859</c:v>
                </c:pt>
                <c:pt idx="997">
                  <c:v>113.6030008</c:v>
                </c:pt>
                <c:pt idx="998">
                  <c:v>113.6592779</c:v>
                </c:pt>
                <c:pt idx="999">
                  <c:v>112.2776672</c:v>
                </c:pt>
                <c:pt idx="1000">
                  <c:v>112.2983495</c:v>
                </c:pt>
                <c:pt idx="1001">
                  <c:v>112.198849</c:v>
                </c:pt>
                <c:pt idx="1002">
                  <c:v>114.5828077</c:v>
                </c:pt>
                <c:pt idx="1003">
                  <c:v>114.818295</c:v>
                </c:pt>
                <c:pt idx="1004">
                  <c:v>114.8614428</c:v>
                </c:pt>
                <c:pt idx="1005">
                  <c:v>116.8799914</c:v>
                </c:pt>
                <c:pt idx="1006">
                  <c:v>116.4255776</c:v>
                </c:pt>
                <c:pt idx="1007">
                  <c:v>117.1922616</c:v>
                </c:pt>
                <c:pt idx="1008">
                  <c:v>117.0686303</c:v>
                </c:pt>
                <c:pt idx="1009">
                  <c:v>117.4462949</c:v>
                </c:pt>
                <c:pt idx="1010">
                  <c:v>117.8443139</c:v>
                </c:pt>
                <c:pt idx="1011">
                  <c:v>115.9700704</c:v>
                </c:pt>
                <c:pt idx="1012">
                  <c:v>115.4581179</c:v>
                </c:pt>
                <c:pt idx="1013">
                  <c:v>115.9221453</c:v>
                </c:pt>
                <c:pt idx="1014">
                  <c:v>116.1844382</c:v>
                </c:pt>
                <c:pt idx="1015">
                  <c:v>117.3662403</c:v>
                </c:pt>
                <c:pt idx="1016">
                  <c:v>116.8166576</c:v>
                </c:pt>
                <c:pt idx="1017">
                  <c:v>116.5188205</c:v>
                </c:pt>
                <c:pt idx="1018">
                  <c:v>115.2512359</c:v>
                </c:pt>
                <c:pt idx="1019">
                  <c:v>115.0494004</c:v>
                </c:pt>
                <c:pt idx="1020">
                  <c:v>115.6882981</c:v>
                </c:pt>
                <c:pt idx="1021">
                  <c:v>115.2301751</c:v>
                </c:pt>
                <c:pt idx="1022">
                  <c:v>114.5865673</c:v>
                </c:pt>
                <c:pt idx="1023">
                  <c:v>114.4736346</c:v>
                </c:pt>
                <c:pt idx="1024">
                  <c:v>114.1349123</c:v>
                </c:pt>
                <c:pt idx="1025">
                  <c:v>114.7545323</c:v>
                </c:pt>
                <c:pt idx="1026">
                  <c:v>115.3365389</c:v>
                </c:pt>
                <c:pt idx="1027">
                  <c:v>115.9014967</c:v>
                </c:pt>
                <c:pt idx="1028">
                  <c:v>115.4076864</c:v>
                </c:pt>
                <c:pt idx="1029">
                  <c:v>117.1262615</c:v>
                </c:pt>
                <c:pt idx="1030">
                  <c:v>116.7764621</c:v>
                </c:pt>
                <c:pt idx="1031">
                  <c:v>116.6726888</c:v>
                </c:pt>
                <c:pt idx="1032">
                  <c:v>115.3262692</c:v>
                </c:pt>
                <c:pt idx="1033">
                  <c:v>114.8507778</c:v>
                </c:pt>
                <c:pt idx="1034">
                  <c:v>115.3672974</c:v>
                </c:pt>
                <c:pt idx="1035">
                  <c:v>114.1920305</c:v>
                </c:pt>
                <c:pt idx="1036">
                  <c:v>115.3246375</c:v>
                </c:pt>
                <c:pt idx="1037">
                  <c:v>115.115964</c:v>
                </c:pt>
                <c:pt idx="1038">
                  <c:v>116.7887251</c:v>
                </c:pt>
                <c:pt idx="1039">
                  <c:v>117.3731372</c:v>
                </c:pt>
                <c:pt idx="1040">
                  <c:v>116.9538556</c:v>
                </c:pt>
                <c:pt idx="1041">
                  <c:v>118.5325161</c:v>
                </c:pt>
                <c:pt idx="1042">
                  <c:v>118.8148688</c:v>
                </c:pt>
                <c:pt idx="1043">
                  <c:v>117.3228992</c:v>
                </c:pt>
                <c:pt idx="1044">
                  <c:v>117.1657421</c:v>
                </c:pt>
                <c:pt idx="1045">
                  <c:v>115.6332321</c:v>
                </c:pt>
                <c:pt idx="1046">
                  <c:v>115.0129056</c:v>
                </c:pt>
                <c:pt idx="1047">
                  <c:v>114.5453036</c:v>
                </c:pt>
                <c:pt idx="1048">
                  <c:v>113.7981497</c:v>
                </c:pt>
                <c:pt idx="1049">
                  <c:v>113.757029</c:v>
                </c:pt>
                <c:pt idx="1050">
                  <c:v>113.97646</c:v>
                </c:pt>
                <c:pt idx="1051">
                  <c:v>114.0216684</c:v>
                </c:pt>
                <c:pt idx="1052">
                  <c:v>112.1854421</c:v>
                </c:pt>
                <c:pt idx="1053">
                  <c:v>112.8458127</c:v>
                </c:pt>
                <c:pt idx="1054">
                  <c:v>112.7356304</c:v>
                </c:pt>
                <c:pt idx="1055">
                  <c:v>113.8564201</c:v>
                </c:pt>
                <c:pt idx="1056">
                  <c:v>112.5437533</c:v>
                </c:pt>
                <c:pt idx="1057">
                  <c:v>112.305381</c:v>
                </c:pt>
                <c:pt idx="1058">
                  <c:v>111.1321327</c:v>
                </c:pt>
                <c:pt idx="1059">
                  <c:v>111.6337735</c:v>
                </c:pt>
                <c:pt idx="1060">
                  <c:v>112.6969572</c:v>
                </c:pt>
                <c:pt idx="1061">
                  <c:v>111.9242595</c:v>
                </c:pt>
                <c:pt idx="1062">
                  <c:v>111.3912966</c:v>
                </c:pt>
                <c:pt idx="1063">
                  <c:v>111.840277</c:v>
                </c:pt>
                <c:pt idx="1064">
                  <c:v>111.9917567</c:v>
                </c:pt>
                <c:pt idx="1065">
                  <c:v>113.1577717</c:v>
                </c:pt>
                <c:pt idx="1066">
                  <c:v>114.8315253</c:v>
                </c:pt>
                <c:pt idx="1067">
                  <c:v>114.3147955</c:v>
                </c:pt>
                <c:pt idx="1068">
                  <c:v>114.0707963</c:v>
                </c:pt>
                <c:pt idx="1069">
                  <c:v>115.9973301</c:v>
                </c:pt>
                <c:pt idx="1070">
                  <c:v>114.9658553</c:v>
                </c:pt>
                <c:pt idx="1071">
                  <c:v>114.6870014</c:v>
                </c:pt>
                <c:pt idx="1072">
                  <c:v>114.6743767</c:v>
                </c:pt>
                <c:pt idx="1073">
                  <c:v>115.4993732</c:v>
                </c:pt>
                <c:pt idx="1074">
                  <c:v>113.0691548</c:v>
                </c:pt>
                <c:pt idx="1075">
                  <c:v>113.2661373</c:v>
                </c:pt>
                <c:pt idx="1076">
                  <c:v>113.1352558</c:v>
                </c:pt>
                <c:pt idx="1077">
                  <c:v>116.043144</c:v>
                </c:pt>
                <c:pt idx="1078">
                  <c:v>116.0911028</c:v>
                </c:pt>
                <c:pt idx="1079">
                  <c:v>115.8776519</c:v>
                </c:pt>
                <c:pt idx="1080">
                  <c:v>117.0841231</c:v>
                </c:pt>
                <c:pt idx="1081">
                  <c:v>118.6345735</c:v>
                </c:pt>
                <c:pt idx="1082">
                  <c:v>118.9483492</c:v>
                </c:pt>
                <c:pt idx="1083">
                  <c:v>118.8312279</c:v>
                </c:pt>
                <c:pt idx="1084">
                  <c:v>118.0340041</c:v>
                </c:pt>
                <c:pt idx="1085">
                  <c:v>117.6374066</c:v>
                </c:pt>
                <c:pt idx="1086">
                  <c:v>118.5875147</c:v>
                </c:pt>
                <c:pt idx="1087">
                  <c:v>119.9726916</c:v>
                </c:pt>
                <c:pt idx="1088">
                  <c:v>119.2589793</c:v>
                </c:pt>
                <c:pt idx="1089">
                  <c:v>119.1132274</c:v>
                </c:pt>
                <c:pt idx="1090">
                  <c:v>119.7275654</c:v>
                </c:pt>
                <c:pt idx="1091">
                  <c:v>120.4022345</c:v>
                </c:pt>
                <c:pt idx="1092">
                  <c:v>119.6627008</c:v>
                </c:pt>
                <c:pt idx="1093">
                  <c:v>120.735086</c:v>
                </c:pt>
                <c:pt idx="1094">
                  <c:v>121.1683801</c:v>
                </c:pt>
                <c:pt idx="1095">
                  <c:v>122.4568321</c:v>
                </c:pt>
                <c:pt idx="1096">
                  <c:v>122.3776522</c:v>
                </c:pt>
                <c:pt idx="1097">
                  <c:v>122.6851702</c:v>
                </c:pt>
                <c:pt idx="1098">
                  <c:v>122.0494266</c:v>
                </c:pt>
                <c:pt idx="1099">
                  <c:v>123.1560357</c:v>
                </c:pt>
                <c:pt idx="1100">
                  <c:v>123.2122287</c:v>
                </c:pt>
                <c:pt idx="1101">
                  <c:v>122.2151038</c:v>
                </c:pt>
                <c:pt idx="1102">
                  <c:v>122.3332176</c:v>
                </c:pt>
                <c:pt idx="1103">
                  <c:v>123.0819023</c:v>
                </c:pt>
                <c:pt idx="1104">
                  <c:v>122.9979787</c:v>
                </c:pt>
                <c:pt idx="1105">
                  <c:v>122.392674</c:v>
                </c:pt>
                <c:pt idx="1106">
                  <c:v>121.0740943</c:v>
                </c:pt>
                <c:pt idx="1107">
                  <c:v>121.2852154</c:v>
                </c:pt>
                <c:pt idx="1108">
                  <c:v>120.7868128</c:v>
                </c:pt>
                <c:pt idx="1109">
                  <c:v>118.8929805</c:v>
                </c:pt>
                <c:pt idx="1110">
                  <c:v>119.5565557</c:v>
                </c:pt>
                <c:pt idx="1111">
                  <c:v>119.1888411</c:v>
                </c:pt>
                <c:pt idx="1112">
                  <c:v>118.3243303</c:v>
                </c:pt>
                <c:pt idx="1113">
                  <c:v>119.2520655</c:v>
                </c:pt>
                <c:pt idx="1114">
                  <c:v>119.1676457</c:v>
                </c:pt>
                <c:pt idx="1115">
                  <c:v>119.9420088</c:v>
                </c:pt>
                <c:pt idx="1116">
                  <c:v>119.6025126</c:v>
                </c:pt>
                <c:pt idx="1117">
                  <c:v>120.6106473</c:v>
                </c:pt>
                <c:pt idx="1118">
                  <c:v>121.5448336</c:v>
                </c:pt>
                <c:pt idx="1119">
                  <c:v>121.18807</c:v>
                </c:pt>
                <c:pt idx="1120">
                  <c:v>121.8505433</c:v>
                </c:pt>
                <c:pt idx="1121">
                  <c:v>122.5639444</c:v>
                </c:pt>
                <c:pt idx="1122">
                  <c:v>122.9434679</c:v>
                </c:pt>
                <c:pt idx="1123">
                  <c:v>123.6137213</c:v>
                </c:pt>
                <c:pt idx="1124">
                  <c:v>124.0004528</c:v>
                </c:pt>
                <c:pt idx="1125">
                  <c:v>125.0131462</c:v>
                </c:pt>
                <c:pt idx="1126">
                  <c:v>125.1370298</c:v>
                </c:pt>
                <c:pt idx="1127">
                  <c:v>125.7764322</c:v>
                </c:pt>
                <c:pt idx="1128">
                  <c:v>126.5450254</c:v>
                </c:pt>
                <c:pt idx="1129">
                  <c:v>126.7552634</c:v>
                </c:pt>
                <c:pt idx="1130">
                  <c:v>128.9338792</c:v>
                </c:pt>
                <c:pt idx="1131">
                  <c:v>128.9710468</c:v>
                </c:pt>
                <c:pt idx="1132">
                  <c:v>129.5807504</c:v>
                </c:pt>
                <c:pt idx="1133">
                  <c:v>130.5848226</c:v>
                </c:pt>
                <c:pt idx="1134">
                  <c:v>132.6802129</c:v>
                </c:pt>
                <c:pt idx="1135">
                  <c:v>132.5828992</c:v>
                </c:pt>
                <c:pt idx="1136">
                  <c:v>132.1871932</c:v>
                </c:pt>
                <c:pt idx="1137">
                  <c:v>132.6718777</c:v>
                </c:pt>
                <c:pt idx="1138">
                  <c:v>132.0446291</c:v>
                </c:pt>
                <c:pt idx="1139">
                  <c:v>131.6486455</c:v>
                </c:pt>
                <c:pt idx="1140">
                  <c:v>130.6885706</c:v>
                </c:pt>
                <c:pt idx="1141">
                  <c:v>130.1750368</c:v>
                </c:pt>
                <c:pt idx="1142">
                  <c:v>130.6018546</c:v>
                </c:pt>
                <c:pt idx="1143">
                  <c:v>131.1339427</c:v>
                </c:pt>
                <c:pt idx="1144">
                  <c:v>133.3584145</c:v>
                </c:pt>
                <c:pt idx="1145">
                  <c:v>133.1942513</c:v>
                </c:pt>
                <c:pt idx="1146">
                  <c:v>133.793416</c:v>
                </c:pt>
                <c:pt idx="1147">
                  <c:v>133.4055743</c:v>
                </c:pt>
                <c:pt idx="1148">
                  <c:v>135.4925116</c:v>
                </c:pt>
                <c:pt idx="1149">
                  <c:v>136.0500931</c:v>
                </c:pt>
                <c:pt idx="1150">
                  <c:v>138.3213882</c:v>
                </c:pt>
                <c:pt idx="1151">
                  <c:v>132.3612392</c:v>
                </c:pt>
                <c:pt idx="1152">
                  <c:v>133.0493068</c:v>
                </c:pt>
                <c:pt idx="1153">
                  <c:v>132.8757907</c:v>
                </c:pt>
                <c:pt idx="1154">
                  <c:v>133.7958047</c:v>
                </c:pt>
                <c:pt idx="1155">
                  <c:v>133.8917979</c:v>
                </c:pt>
                <c:pt idx="1156">
                  <c:v>135.2184184</c:v>
                </c:pt>
                <c:pt idx="1157">
                  <c:v>136.6611929</c:v>
                </c:pt>
                <c:pt idx="1158">
                  <c:v>133.3777091</c:v>
                </c:pt>
                <c:pt idx="1159">
                  <c:v>132.3258295</c:v>
                </c:pt>
                <c:pt idx="1160">
                  <c:v>132.8271843</c:v>
                </c:pt>
                <c:pt idx="1161">
                  <c:v>133.2895127</c:v>
                </c:pt>
                <c:pt idx="1162">
                  <c:v>133.0108019</c:v>
                </c:pt>
                <c:pt idx="1163">
                  <c:v>134.9572274</c:v>
                </c:pt>
                <c:pt idx="1164">
                  <c:v>135.3279867</c:v>
                </c:pt>
                <c:pt idx="1165">
                  <c:v>134.9862196</c:v>
                </c:pt>
                <c:pt idx="1166">
                  <c:v>135.5203684</c:v>
                </c:pt>
                <c:pt idx="1167">
                  <c:v>135.0269198</c:v>
                </c:pt>
                <c:pt idx="1168">
                  <c:v>136.1464648</c:v>
                </c:pt>
                <c:pt idx="1169">
                  <c:v>137.6554748</c:v>
                </c:pt>
                <c:pt idx="1170">
                  <c:v>136.2351826</c:v>
                </c:pt>
                <c:pt idx="1171">
                  <c:v>137.0436685</c:v>
                </c:pt>
                <c:pt idx="1172">
                  <c:v>137.4085571</c:v>
                </c:pt>
                <c:pt idx="1173">
                  <c:v>137.2235517</c:v>
                </c:pt>
                <c:pt idx="1174">
                  <c:v>136.2333406</c:v>
                </c:pt>
                <c:pt idx="1175">
                  <c:v>138.9020491</c:v>
                </c:pt>
                <c:pt idx="1176">
                  <c:v>139.2572735</c:v>
                </c:pt>
                <c:pt idx="1177">
                  <c:v>138.6110332</c:v>
                </c:pt>
                <c:pt idx="1178">
                  <c:v>138.6524903</c:v>
                </c:pt>
                <c:pt idx="1179">
                  <c:v>139.8532506</c:v>
                </c:pt>
                <c:pt idx="1180">
                  <c:v>144.5126762</c:v>
                </c:pt>
                <c:pt idx="1181">
                  <c:v>147.6858263</c:v>
                </c:pt>
                <c:pt idx="1182">
                  <c:v>150.4354978</c:v>
                </c:pt>
                <c:pt idx="1183">
                  <c:v>150.3195456</c:v>
                </c:pt>
                <c:pt idx="1184">
                  <c:v>153.0097186</c:v>
                </c:pt>
                <c:pt idx="1185">
                  <c:v>155.341143</c:v>
                </c:pt>
                <c:pt idx="1186">
                  <c:v>154.031319</c:v>
                </c:pt>
                <c:pt idx="1187">
                  <c:v>152.5427221</c:v>
                </c:pt>
                <c:pt idx="1188">
                  <c:v>153.7450553</c:v>
                </c:pt>
                <c:pt idx="1189">
                  <c:v>156.1682506</c:v>
                </c:pt>
                <c:pt idx="1190">
                  <c:v>152.8323334</c:v>
                </c:pt>
                <c:pt idx="1191">
                  <c:v>153.1847655</c:v>
                </c:pt>
                <c:pt idx="1192">
                  <c:v>153.8765844</c:v>
                </c:pt>
                <c:pt idx="1193">
                  <c:v>156.6449111</c:v>
                </c:pt>
                <c:pt idx="1194">
                  <c:v>156.3826435</c:v>
                </c:pt>
                <c:pt idx="1195">
                  <c:v>159.5533629</c:v>
                </c:pt>
                <c:pt idx="1196">
                  <c:v>157.9277951</c:v>
                </c:pt>
                <c:pt idx="1197">
                  <c:v>156.8325996</c:v>
                </c:pt>
                <c:pt idx="1198">
                  <c:v>156.4558012</c:v>
                </c:pt>
                <c:pt idx="1199">
                  <c:v>158.5737495</c:v>
                </c:pt>
                <c:pt idx="1200">
                  <c:v>160.2559224</c:v>
                </c:pt>
                <c:pt idx="1201">
                  <c:v>158.8421149</c:v>
                </c:pt>
                <c:pt idx="1202">
                  <c:v>161.0599843</c:v>
                </c:pt>
                <c:pt idx="1203">
                  <c:v>160.8556507</c:v>
                </c:pt>
                <c:pt idx="1204">
                  <c:v>160.6517377</c:v>
                </c:pt>
                <c:pt idx="1205">
                  <c:v>158.7861743</c:v>
                </c:pt>
                <c:pt idx="1206">
                  <c:v>159.2235729</c:v>
                </c:pt>
                <c:pt idx="1207">
                  <c:v>154.0070285</c:v>
                </c:pt>
                <c:pt idx="1208">
                  <c:v>155.9092044</c:v>
                </c:pt>
                <c:pt idx="1209">
                  <c:v>151.7856939</c:v>
                </c:pt>
                <c:pt idx="1210">
                  <c:v>150.861323</c:v>
                </c:pt>
                <c:pt idx="1211">
                  <c:v>152.1654612</c:v>
                </c:pt>
                <c:pt idx="1212">
                  <c:v>154.2947894</c:v>
                </c:pt>
                <c:pt idx="1213">
                  <c:v>154.7341309</c:v>
                </c:pt>
                <c:pt idx="1214">
                  <c:v>150.7937585</c:v>
                </c:pt>
                <c:pt idx="1215">
                  <c:v>149.4217951</c:v>
                </c:pt>
                <c:pt idx="1216">
                  <c:v>151.2907986</c:v>
                </c:pt>
                <c:pt idx="1217">
                  <c:v>151.7401827</c:v>
                </c:pt>
                <c:pt idx="1218">
                  <c:v>151.0926975</c:v>
                </c:pt>
                <c:pt idx="1219">
                  <c:v>151.6231791</c:v>
                </c:pt>
                <c:pt idx="1220">
                  <c:v>148.2157528</c:v>
                </c:pt>
                <c:pt idx="1221">
                  <c:v>153.0204845</c:v>
                </c:pt>
                <c:pt idx="1222">
                  <c:v>153.505968</c:v>
                </c:pt>
                <c:pt idx="1223">
                  <c:v>155.9578528</c:v>
                </c:pt>
                <c:pt idx="1224">
                  <c:v>153.6939761</c:v>
                </c:pt>
                <c:pt idx="1225">
                  <c:v>152.7049341</c:v>
                </c:pt>
                <c:pt idx="1226">
                  <c:v>153.5102239</c:v>
                </c:pt>
                <c:pt idx="1227">
                  <c:v>157.671617</c:v>
                </c:pt>
                <c:pt idx="1228">
                  <c:v>158.0846493</c:v>
                </c:pt>
                <c:pt idx="1229">
                  <c:v>158.1680094</c:v>
                </c:pt>
                <c:pt idx="1230">
                  <c:v>158.2604868</c:v>
                </c:pt>
                <c:pt idx="1231">
                  <c:v>158.3420218</c:v>
                </c:pt>
                <c:pt idx="1232">
                  <c:v>161.6577949</c:v>
                </c:pt>
                <c:pt idx="1233">
                  <c:v>164.1205718</c:v>
                </c:pt>
                <c:pt idx="1234">
                  <c:v>165.9664369</c:v>
                </c:pt>
                <c:pt idx="1235">
                  <c:v>166.5357179</c:v>
                </c:pt>
                <c:pt idx="1236">
                  <c:v>167.0879921</c:v>
                </c:pt>
                <c:pt idx="1237">
                  <c:v>166.3144281</c:v>
                </c:pt>
                <c:pt idx="1238">
                  <c:v>165.5414528</c:v>
                </c:pt>
                <c:pt idx="1239">
                  <c:v>164.6288067</c:v>
                </c:pt>
                <c:pt idx="1240">
                  <c:v>164.9640217</c:v>
                </c:pt>
                <c:pt idx="1241">
                  <c:v>162.2362942</c:v>
                </c:pt>
                <c:pt idx="1242">
                  <c:v>160.9658078</c:v>
                </c:pt>
                <c:pt idx="1243">
                  <c:v>160.4330552</c:v>
                </c:pt>
                <c:pt idx="1244">
                  <c:v>159.452155</c:v>
                </c:pt>
                <c:pt idx="1245">
                  <c:v>158.6446278</c:v>
                </c:pt>
                <c:pt idx="1246">
                  <c:v>155.3910783</c:v>
                </c:pt>
                <c:pt idx="1247">
                  <c:v>157.5503323</c:v>
                </c:pt>
                <c:pt idx="1248">
                  <c:v>156.1057495</c:v>
                </c:pt>
                <c:pt idx="1249">
                  <c:v>157.0761109</c:v>
                </c:pt>
                <c:pt idx="1250">
                  <c:v>157.8642426</c:v>
                </c:pt>
                <c:pt idx="1251">
                  <c:v>154.1023992</c:v>
                </c:pt>
                <c:pt idx="1252">
                  <c:v>154.8509914</c:v>
                </c:pt>
                <c:pt idx="1253">
                  <c:v>153.001089</c:v>
                </c:pt>
                <c:pt idx="1254">
                  <c:v>151.6834934</c:v>
                </c:pt>
                <c:pt idx="1255">
                  <c:v>148.9549753</c:v>
                </c:pt>
                <c:pt idx="1256">
                  <c:v>150.0211113</c:v>
                </c:pt>
                <c:pt idx="1257">
                  <c:v>149.1110305</c:v>
                </c:pt>
                <c:pt idx="1258">
                  <c:v>148.8519674</c:v>
                </c:pt>
                <c:pt idx="1259">
                  <c:v>146.5835909</c:v>
                </c:pt>
                <c:pt idx="1260">
                  <c:v>149.1715046</c:v>
                </c:pt>
                <c:pt idx="1261">
                  <c:v>149.4188934</c:v>
                </c:pt>
                <c:pt idx="1262">
                  <c:v>148.2075186</c:v>
                </c:pt>
                <c:pt idx="1263">
                  <c:v>149.558396</c:v>
                </c:pt>
                <c:pt idx="1264">
                  <c:v>148.5266436</c:v>
                </c:pt>
                <c:pt idx="1265">
                  <c:v>147.8162115</c:v>
                </c:pt>
                <c:pt idx="1266">
                  <c:v>147.2434653</c:v>
                </c:pt>
                <c:pt idx="1267">
                  <c:v>146.1703062</c:v>
                </c:pt>
                <c:pt idx="1268">
                  <c:v>144.8329535</c:v>
                </c:pt>
                <c:pt idx="1269">
                  <c:v>146.5152778</c:v>
                </c:pt>
                <c:pt idx="1270">
                  <c:v>143.262788</c:v>
                </c:pt>
                <c:pt idx="1271">
                  <c:v>142.1596947</c:v>
                </c:pt>
                <c:pt idx="1272">
                  <c:v>141.864978</c:v>
                </c:pt>
                <c:pt idx="1273">
                  <c:v>142.8275426</c:v>
                </c:pt>
                <c:pt idx="1274">
                  <c:v>141.8233779</c:v>
                </c:pt>
                <c:pt idx="1275">
                  <c:v>144.2440079</c:v>
                </c:pt>
                <c:pt idx="1276">
                  <c:v>143.9373646</c:v>
                </c:pt>
                <c:pt idx="1277">
                  <c:v>143.3338599</c:v>
                </c:pt>
                <c:pt idx="1278">
                  <c:v>142.6890325</c:v>
                </c:pt>
                <c:pt idx="1279">
                  <c:v>141.6843211</c:v>
                </c:pt>
                <c:pt idx="1280">
                  <c:v>141.5359702</c:v>
                </c:pt>
                <c:pt idx="1281">
                  <c:v>141.5831215</c:v>
                </c:pt>
                <c:pt idx="1282">
                  <c:v>143.2962212</c:v>
                </c:pt>
                <c:pt idx="1283">
                  <c:v>144.0435182</c:v>
                </c:pt>
                <c:pt idx="1284">
                  <c:v>143.4108445</c:v>
                </c:pt>
                <c:pt idx="1285">
                  <c:v>144.6586299</c:v>
                </c:pt>
                <c:pt idx="1286">
                  <c:v>145.7561973</c:v>
                </c:pt>
                <c:pt idx="1287">
                  <c:v>145.6806761</c:v>
                </c:pt>
                <c:pt idx="1288">
                  <c:v>144.6871596</c:v>
                </c:pt>
                <c:pt idx="1289">
                  <c:v>144.4049666</c:v>
                </c:pt>
                <c:pt idx="1290">
                  <c:v>145.3293291</c:v>
                </c:pt>
                <c:pt idx="1291">
                  <c:v>146.4081486</c:v>
                </c:pt>
                <c:pt idx="1292">
                  <c:v>145.043326</c:v>
                </c:pt>
                <c:pt idx="1293">
                  <c:v>144.6842662</c:v>
                </c:pt>
                <c:pt idx="1294">
                  <c:v>143.5343076</c:v>
                </c:pt>
                <c:pt idx="1295">
                  <c:v>145.2910597</c:v>
                </c:pt>
                <c:pt idx="1296">
                  <c:v>149.600997</c:v>
                </c:pt>
                <c:pt idx="1297">
                  <c:v>147.8117622</c:v>
                </c:pt>
                <c:pt idx="1298">
                  <c:v>148.570439</c:v>
                </c:pt>
                <c:pt idx="1299">
                  <c:v>148.0403863</c:v>
                </c:pt>
                <c:pt idx="1300">
                  <c:v>146.2020825</c:v>
                </c:pt>
                <c:pt idx="1301">
                  <c:v>146.1085621</c:v>
                </c:pt>
                <c:pt idx="1302">
                  <c:v>145.8202965</c:v>
                </c:pt>
                <c:pt idx="1303">
                  <c:v>145.7818588</c:v>
                </c:pt>
                <c:pt idx="1304">
                  <c:v>149.3328586</c:v>
                </c:pt>
                <c:pt idx="1305">
                  <c:v>148.6398454</c:v>
                </c:pt>
                <c:pt idx="1306">
                  <c:v>146.3843291</c:v>
                </c:pt>
                <c:pt idx="1307">
                  <c:v>147.4714418</c:v>
                </c:pt>
                <c:pt idx="1308">
                  <c:v>148.506222</c:v>
                </c:pt>
                <c:pt idx="1309">
                  <c:v>146.2526065</c:v>
                </c:pt>
                <c:pt idx="1310">
                  <c:v>149.0059199</c:v>
                </c:pt>
                <c:pt idx="1311">
                  <c:v>149.7125503</c:v>
                </c:pt>
                <c:pt idx="1312">
                  <c:v>149.7135932</c:v>
                </c:pt>
                <c:pt idx="1313">
                  <c:v>149.6250521</c:v>
                </c:pt>
                <c:pt idx="1314">
                  <c:v>149.4830767</c:v>
                </c:pt>
                <c:pt idx="1315">
                  <c:v>147.649668</c:v>
                </c:pt>
                <c:pt idx="1316">
                  <c:v>145.0987032</c:v>
                </c:pt>
                <c:pt idx="1317">
                  <c:v>144.8182093</c:v>
                </c:pt>
                <c:pt idx="1318">
                  <c:v>141.1970881</c:v>
                </c:pt>
                <c:pt idx="1319">
                  <c:v>140.8744726</c:v>
                </c:pt>
                <c:pt idx="1320">
                  <c:v>140.5463479</c:v>
                </c:pt>
                <c:pt idx="1321">
                  <c:v>140.4060967</c:v>
                </c:pt>
                <c:pt idx="1322">
                  <c:v>140.2794039</c:v>
                </c:pt>
                <c:pt idx="1323">
                  <c:v>139.902</c:v>
                </c:pt>
                <c:pt idx="1324">
                  <c:v>141.1597691</c:v>
                </c:pt>
                <c:pt idx="1325">
                  <c:v>141.2412535</c:v>
                </c:pt>
                <c:pt idx="1326">
                  <c:v>143.8524738</c:v>
                </c:pt>
                <c:pt idx="1327">
                  <c:v>144.588416</c:v>
                </c:pt>
                <c:pt idx="1328">
                  <c:v>146.8341842</c:v>
                </c:pt>
                <c:pt idx="1329">
                  <c:v>146.8421409</c:v>
                </c:pt>
                <c:pt idx="1330">
                  <c:v>147.3040235</c:v>
                </c:pt>
                <c:pt idx="1331">
                  <c:v>147.7491349</c:v>
                </c:pt>
                <c:pt idx="1332">
                  <c:v>149.2245351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85-4BBE-BDD7-7162AF2F8E94}"/>
            </c:ext>
          </c:extLst>
        </c:ser>
        <c:ser>
          <c:idx val="2"/>
          <c:order val="2"/>
          <c:tx>
            <c:v>Índice SMLL</c:v>
          </c:tx>
          <c:spPr>
            <a:ln w="22225" cap="rnd">
              <a:solidFill>
                <a:srgbClr val="595959"/>
              </a:solidFill>
              <a:round/>
            </a:ln>
            <a:effectLst/>
          </c:spPr>
          <c:marker>
            <c:symbol val="none"/>
          </c:marker>
          <c:cat>
            <c:numRef>
              <c:f>'Charts Base 100'!$G$4:$G$10000</c:f>
              <c:numCache>
                <c:formatCode>m/d/yyyy</c:formatCode>
                <c:ptCount val="1333"/>
                <c:pt idx="0">
                  <c:v>44316</c:v>
                </c:pt>
                <c:pt idx="1">
                  <c:v>44319</c:v>
                </c:pt>
                <c:pt idx="2">
                  <c:v>44320</c:v>
                </c:pt>
                <c:pt idx="3">
                  <c:v>44321</c:v>
                </c:pt>
                <c:pt idx="4">
                  <c:v>44322</c:v>
                </c:pt>
                <c:pt idx="5">
                  <c:v>44323</c:v>
                </c:pt>
                <c:pt idx="6">
                  <c:v>44326</c:v>
                </c:pt>
                <c:pt idx="7">
                  <c:v>44327</c:v>
                </c:pt>
                <c:pt idx="8">
                  <c:v>44328</c:v>
                </c:pt>
                <c:pt idx="9">
                  <c:v>44329</c:v>
                </c:pt>
                <c:pt idx="10">
                  <c:v>44330</c:v>
                </c:pt>
                <c:pt idx="11">
                  <c:v>44333</c:v>
                </c:pt>
                <c:pt idx="12">
                  <c:v>44334</c:v>
                </c:pt>
                <c:pt idx="13">
                  <c:v>44335</c:v>
                </c:pt>
                <c:pt idx="14">
                  <c:v>44336</c:v>
                </c:pt>
                <c:pt idx="15">
                  <c:v>44337</c:v>
                </c:pt>
                <c:pt idx="16">
                  <c:v>44340</c:v>
                </c:pt>
                <c:pt idx="17">
                  <c:v>44341</c:v>
                </c:pt>
                <c:pt idx="18">
                  <c:v>44342</c:v>
                </c:pt>
                <c:pt idx="19">
                  <c:v>44343</c:v>
                </c:pt>
                <c:pt idx="20">
                  <c:v>44344</c:v>
                </c:pt>
                <c:pt idx="21">
                  <c:v>44347</c:v>
                </c:pt>
                <c:pt idx="22">
                  <c:v>44348</c:v>
                </c:pt>
                <c:pt idx="23">
                  <c:v>44349</c:v>
                </c:pt>
                <c:pt idx="24">
                  <c:v>44351</c:v>
                </c:pt>
                <c:pt idx="25">
                  <c:v>44354</c:v>
                </c:pt>
                <c:pt idx="26">
                  <c:v>44355</c:v>
                </c:pt>
                <c:pt idx="27">
                  <c:v>44356</c:v>
                </c:pt>
                <c:pt idx="28">
                  <c:v>44357</c:v>
                </c:pt>
                <c:pt idx="29">
                  <c:v>44358</c:v>
                </c:pt>
                <c:pt idx="30">
                  <c:v>44361</c:v>
                </c:pt>
                <c:pt idx="31">
                  <c:v>44362</c:v>
                </c:pt>
                <c:pt idx="32">
                  <c:v>44363</c:v>
                </c:pt>
                <c:pt idx="33">
                  <c:v>44364</c:v>
                </c:pt>
                <c:pt idx="34">
                  <c:v>44365</c:v>
                </c:pt>
                <c:pt idx="35">
                  <c:v>44368</c:v>
                </c:pt>
                <c:pt idx="36">
                  <c:v>44369</c:v>
                </c:pt>
                <c:pt idx="37">
                  <c:v>44370</c:v>
                </c:pt>
                <c:pt idx="38">
                  <c:v>44371</c:v>
                </c:pt>
                <c:pt idx="39">
                  <c:v>44372</c:v>
                </c:pt>
                <c:pt idx="40">
                  <c:v>44375</c:v>
                </c:pt>
                <c:pt idx="41">
                  <c:v>44376</c:v>
                </c:pt>
                <c:pt idx="42">
                  <c:v>44377</c:v>
                </c:pt>
                <c:pt idx="43">
                  <c:v>44378</c:v>
                </c:pt>
                <c:pt idx="44">
                  <c:v>44379</c:v>
                </c:pt>
                <c:pt idx="45">
                  <c:v>44382</c:v>
                </c:pt>
                <c:pt idx="46">
                  <c:v>44383</c:v>
                </c:pt>
                <c:pt idx="47">
                  <c:v>44384</c:v>
                </c:pt>
                <c:pt idx="48">
                  <c:v>44385</c:v>
                </c:pt>
                <c:pt idx="49">
                  <c:v>44389</c:v>
                </c:pt>
                <c:pt idx="50">
                  <c:v>44390</c:v>
                </c:pt>
                <c:pt idx="51">
                  <c:v>44391</c:v>
                </c:pt>
                <c:pt idx="52">
                  <c:v>44392</c:v>
                </c:pt>
                <c:pt idx="53">
                  <c:v>44393</c:v>
                </c:pt>
                <c:pt idx="54">
                  <c:v>44396</c:v>
                </c:pt>
                <c:pt idx="55">
                  <c:v>44397</c:v>
                </c:pt>
                <c:pt idx="56">
                  <c:v>44398</c:v>
                </c:pt>
                <c:pt idx="57">
                  <c:v>44399</c:v>
                </c:pt>
                <c:pt idx="58">
                  <c:v>44400</c:v>
                </c:pt>
                <c:pt idx="59">
                  <c:v>44403</c:v>
                </c:pt>
                <c:pt idx="60">
                  <c:v>44404</c:v>
                </c:pt>
                <c:pt idx="61">
                  <c:v>44405</c:v>
                </c:pt>
                <c:pt idx="62">
                  <c:v>44406</c:v>
                </c:pt>
                <c:pt idx="63">
                  <c:v>44407</c:v>
                </c:pt>
                <c:pt idx="64">
                  <c:v>44410</c:v>
                </c:pt>
                <c:pt idx="65">
                  <c:v>44411</c:v>
                </c:pt>
                <c:pt idx="66">
                  <c:v>44412</c:v>
                </c:pt>
                <c:pt idx="67">
                  <c:v>44413</c:v>
                </c:pt>
                <c:pt idx="68">
                  <c:v>44414</c:v>
                </c:pt>
                <c:pt idx="69">
                  <c:v>44417</c:v>
                </c:pt>
                <c:pt idx="70">
                  <c:v>44418</c:v>
                </c:pt>
                <c:pt idx="71">
                  <c:v>44419</c:v>
                </c:pt>
                <c:pt idx="72">
                  <c:v>44420</c:v>
                </c:pt>
                <c:pt idx="73">
                  <c:v>44421</c:v>
                </c:pt>
                <c:pt idx="74">
                  <c:v>44424</c:v>
                </c:pt>
                <c:pt idx="75">
                  <c:v>44425</c:v>
                </c:pt>
                <c:pt idx="76">
                  <c:v>44426</c:v>
                </c:pt>
                <c:pt idx="77">
                  <c:v>44427</c:v>
                </c:pt>
                <c:pt idx="78">
                  <c:v>44428</c:v>
                </c:pt>
                <c:pt idx="79">
                  <c:v>44431</c:v>
                </c:pt>
                <c:pt idx="80">
                  <c:v>44432</c:v>
                </c:pt>
                <c:pt idx="81">
                  <c:v>44433</c:v>
                </c:pt>
                <c:pt idx="82">
                  <c:v>44434</c:v>
                </c:pt>
                <c:pt idx="83">
                  <c:v>44435</c:v>
                </c:pt>
                <c:pt idx="84">
                  <c:v>44438</c:v>
                </c:pt>
                <c:pt idx="85">
                  <c:v>44439</c:v>
                </c:pt>
                <c:pt idx="86">
                  <c:v>44440</c:v>
                </c:pt>
                <c:pt idx="87">
                  <c:v>44441</c:v>
                </c:pt>
                <c:pt idx="88">
                  <c:v>44442</c:v>
                </c:pt>
                <c:pt idx="89">
                  <c:v>44445</c:v>
                </c:pt>
                <c:pt idx="90">
                  <c:v>44447</c:v>
                </c:pt>
                <c:pt idx="91">
                  <c:v>44448</c:v>
                </c:pt>
                <c:pt idx="92">
                  <c:v>44449</c:v>
                </c:pt>
                <c:pt idx="93">
                  <c:v>44452</c:v>
                </c:pt>
                <c:pt idx="94">
                  <c:v>44453</c:v>
                </c:pt>
                <c:pt idx="95">
                  <c:v>44454</c:v>
                </c:pt>
                <c:pt idx="96">
                  <c:v>44455</c:v>
                </c:pt>
                <c:pt idx="97">
                  <c:v>44456</c:v>
                </c:pt>
                <c:pt idx="98">
                  <c:v>44459</c:v>
                </c:pt>
                <c:pt idx="99">
                  <c:v>44460</c:v>
                </c:pt>
                <c:pt idx="100">
                  <c:v>44461</c:v>
                </c:pt>
                <c:pt idx="101">
                  <c:v>44462</c:v>
                </c:pt>
                <c:pt idx="102">
                  <c:v>44463</c:v>
                </c:pt>
                <c:pt idx="103">
                  <c:v>44466</c:v>
                </c:pt>
                <c:pt idx="104">
                  <c:v>44467</c:v>
                </c:pt>
                <c:pt idx="105">
                  <c:v>44468</c:v>
                </c:pt>
                <c:pt idx="106">
                  <c:v>44469</c:v>
                </c:pt>
                <c:pt idx="107">
                  <c:v>44470</c:v>
                </c:pt>
                <c:pt idx="108">
                  <c:v>44473</c:v>
                </c:pt>
                <c:pt idx="109">
                  <c:v>44474</c:v>
                </c:pt>
                <c:pt idx="110">
                  <c:v>44475</c:v>
                </c:pt>
                <c:pt idx="111">
                  <c:v>44476</c:v>
                </c:pt>
                <c:pt idx="112">
                  <c:v>44477</c:v>
                </c:pt>
                <c:pt idx="113">
                  <c:v>44480</c:v>
                </c:pt>
                <c:pt idx="114">
                  <c:v>44482</c:v>
                </c:pt>
                <c:pt idx="115">
                  <c:v>44483</c:v>
                </c:pt>
                <c:pt idx="116">
                  <c:v>44484</c:v>
                </c:pt>
                <c:pt idx="117">
                  <c:v>44487</c:v>
                </c:pt>
                <c:pt idx="118">
                  <c:v>44488</c:v>
                </c:pt>
                <c:pt idx="119">
                  <c:v>44489</c:v>
                </c:pt>
                <c:pt idx="120">
                  <c:v>44490</c:v>
                </c:pt>
                <c:pt idx="121">
                  <c:v>44491</c:v>
                </c:pt>
                <c:pt idx="122">
                  <c:v>44494</c:v>
                </c:pt>
                <c:pt idx="123">
                  <c:v>44495</c:v>
                </c:pt>
                <c:pt idx="124">
                  <c:v>44496</c:v>
                </c:pt>
                <c:pt idx="125">
                  <c:v>44497</c:v>
                </c:pt>
                <c:pt idx="126">
                  <c:v>44498</c:v>
                </c:pt>
                <c:pt idx="127">
                  <c:v>44501</c:v>
                </c:pt>
                <c:pt idx="128">
                  <c:v>44503</c:v>
                </c:pt>
                <c:pt idx="129">
                  <c:v>44504</c:v>
                </c:pt>
                <c:pt idx="130">
                  <c:v>44505</c:v>
                </c:pt>
                <c:pt idx="131">
                  <c:v>44508</c:v>
                </c:pt>
                <c:pt idx="132">
                  <c:v>44509</c:v>
                </c:pt>
                <c:pt idx="133">
                  <c:v>44510</c:v>
                </c:pt>
                <c:pt idx="134">
                  <c:v>44511</c:v>
                </c:pt>
                <c:pt idx="135">
                  <c:v>44512</c:v>
                </c:pt>
                <c:pt idx="136">
                  <c:v>44516</c:v>
                </c:pt>
                <c:pt idx="137">
                  <c:v>44517</c:v>
                </c:pt>
                <c:pt idx="138">
                  <c:v>44518</c:v>
                </c:pt>
                <c:pt idx="139">
                  <c:v>44519</c:v>
                </c:pt>
                <c:pt idx="140">
                  <c:v>44522</c:v>
                </c:pt>
                <c:pt idx="141">
                  <c:v>44523</c:v>
                </c:pt>
                <c:pt idx="142">
                  <c:v>44524</c:v>
                </c:pt>
                <c:pt idx="143">
                  <c:v>44525</c:v>
                </c:pt>
                <c:pt idx="144">
                  <c:v>44526</c:v>
                </c:pt>
                <c:pt idx="145">
                  <c:v>44529</c:v>
                </c:pt>
                <c:pt idx="146">
                  <c:v>44530</c:v>
                </c:pt>
                <c:pt idx="147">
                  <c:v>44531</c:v>
                </c:pt>
                <c:pt idx="148">
                  <c:v>44532</c:v>
                </c:pt>
                <c:pt idx="149">
                  <c:v>44533</c:v>
                </c:pt>
                <c:pt idx="150">
                  <c:v>44536</c:v>
                </c:pt>
                <c:pt idx="151">
                  <c:v>44537</c:v>
                </c:pt>
                <c:pt idx="152">
                  <c:v>44538</c:v>
                </c:pt>
                <c:pt idx="153">
                  <c:v>44539</c:v>
                </c:pt>
                <c:pt idx="154">
                  <c:v>44540</c:v>
                </c:pt>
                <c:pt idx="155">
                  <c:v>44543</c:v>
                </c:pt>
                <c:pt idx="156">
                  <c:v>44544</c:v>
                </c:pt>
                <c:pt idx="157">
                  <c:v>44545</c:v>
                </c:pt>
                <c:pt idx="158">
                  <c:v>44546</c:v>
                </c:pt>
                <c:pt idx="159">
                  <c:v>44547</c:v>
                </c:pt>
                <c:pt idx="160">
                  <c:v>44550</c:v>
                </c:pt>
                <c:pt idx="161">
                  <c:v>44551</c:v>
                </c:pt>
                <c:pt idx="162">
                  <c:v>44552</c:v>
                </c:pt>
                <c:pt idx="163">
                  <c:v>44553</c:v>
                </c:pt>
                <c:pt idx="164">
                  <c:v>44557</c:v>
                </c:pt>
                <c:pt idx="165">
                  <c:v>44558</c:v>
                </c:pt>
                <c:pt idx="166">
                  <c:v>44559</c:v>
                </c:pt>
                <c:pt idx="167">
                  <c:v>44560</c:v>
                </c:pt>
                <c:pt idx="168">
                  <c:v>44564</c:v>
                </c:pt>
                <c:pt idx="169">
                  <c:v>44565</c:v>
                </c:pt>
                <c:pt idx="170">
                  <c:v>44566</c:v>
                </c:pt>
                <c:pt idx="171">
                  <c:v>44567</c:v>
                </c:pt>
                <c:pt idx="172">
                  <c:v>44568</c:v>
                </c:pt>
                <c:pt idx="173">
                  <c:v>44571</c:v>
                </c:pt>
                <c:pt idx="174">
                  <c:v>44572</c:v>
                </c:pt>
                <c:pt idx="175">
                  <c:v>44573</c:v>
                </c:pt>
                <c:pt idx="176">
                  <c:v>44574</c:v>
                </c:pt>
                <c:pt idx="177">
                  <c:v>44575</c:v>
                </c:pt>
                <c:pt idx="178">
                  <c:v>44578</c:v>
                </c:pt>
                <c:pt idx="179">
                  <c:v>44579</c:v>
                </c:pt>
                <c:pt idx="180">
                  <c:v>44580</c:v>
                </c:pt>
                <c:pt idx="181">
                  <c:v>44581</c:v>
                </c:pt>
                <c:pt idx="182">
                  <c:v>44582</c:v>
                </c:pt>
                <c:pt idx="183">
                  <c:v>44585</c:v>
                </c:pt>
                <c:pt idx="184">
                  <c:v>44586</c:v>
                </c:pt>
                <c:pt idx="185">
                  <c:v>44587</c:v>
                </c:pt>
                <c:pt idx="186">
                  <c:v>44588</c:v>
                </c:pt>
                <c:pt idx="187">
                  <c:v>44589</c:v>
                </c:pt>
                <c:pt idx="188">
                  <c:v>44592</c:v>
                </c:pt>
                <c:pt idx="189">
                  <c:v>44593</c:v>
                </c:pt>
                <c:pt idx="190">
                  <c:v>44594</c:v>
                </c:pt>
                <c:pt idx="191">
                  <c:v>44595</c:v>
                </c:pt>
                <c:pt idx="192">
                  <c:v>44596</c:v>
                </c:pt>
                <c:pt idx="193">
                  <c:v>44599</c:v>
                </c:pt>
                <c:pt idx="194">
                  <c:v>44600</c:v>
                </c:pt>
                <c:pt idx="195">
                  <c:v>44601</c:v>
                </c:pt>
                <c:pt idx="196">
                  <c:v>44602</c:v>
                </c:pt>
                <c:pt idx="197">
                  <c:v>44603</c:v>
                </c:pt>
                <c:pt idx="198">
                  <c:v>44606</c:v>
                </c:pt>
                <c:pt idx="199">
                  <c:v>44607</c:v>
                </c:pt>
                <c:pt idx="200">
                  <c:v>44608</c:v>
                </c:pt>
                <c:pt idx="201">
                  <c:v>44609</c:v>
                </c:pt>
                <c:pt idx="202">
                  <c:v>44610</c:v>
                </c:pt>
                <c:pt idx="203">
                  <c:v>44613</c:v>
                </c:pt>
                <c:pt idx="204">
                  <c:v>44614</c:v>
                </c:pt>
                <c:pt idx="205">
                  <c:v>44615</c:v>
                </c:pt>
                <c:pt idx="206">
                  <c:v>44616</c:v>
                </c:pt>
                <c:pt idx="207">
                  <c:v>44617</c:v>
                </c:pt>
                <c:pt idx="208">
                  <c:v>44622</c:v>
                </c:pt>
                <c:pt idx="209">
                  <c:v>44623</c:v>
                </c:pt>
                <c:pt idx="210">
                  <c:v>44624</c:v>
                </c:pt>
                <c:pt idx="211">
                  <c:v>44627</c:v>
                </c:pt>
                <c:pt idx="212">
                  <c:v>44628</c:v>
                </c:pt>
                <c:pt idx="213">
                  <c:v>44629</c:v>
                </c:pt>
                <c:pt idx="214">
                  <c:v>44630</c:v>
                </c:pt>
                <c:pt idx="215">
                  <c:v>44631</c:v>
                </c:pt>
                <c:pt idx="216">
                  <c:v>44634</c:v>
                </c:pt>
                <c:pt idx="217">
                  <c:v>44635</c:v>
                </c:pt>
                <c:pt idx="218">
                  <c:v>44636</c:v>
                </c:pt>
                <c:pt idx="219">
                  <c:v>44637</c:v>
                </c:pt>
                <c:pt idx="220">
                  <c:v>44638</c:v>
                </c:pt>
                <c:pt idx="221">
                  <c:v>44641</c:v>
                </c:pt>
                <c:pt idx="222">
                  <c:v>44642</c:v>
                </c:pt>
                <c:pt idx="223">
                  <c:v>44643</c:v>
                </c:pt>
                <c:pt idx="224">
                  <c:v>44644</c:v>
                </c:pt>
                <c:pt idx="225">
                  <c:v>44645</c:v>
                </c:pt>
                <c:pt idx="226">
                  <c:v>44648</c:v>
                </c:pt>
                <c:pt idx="227">
                  <c:v>44649</c:v>
                </c:pt>
                <c:pt idx="228">
                  <c:v>44650</c:v>
                </c:pt>
                <c:pt idx="229">
                  <c:v>44651</c:v>
                </c:pt>
                <c:pt idx="230">
                  <c:v>44652</c:v>
                </c:pt>
                <c:pt idx="231">
                  <c:v>44655</c:v>
                </c:pt>
                <c:pt idx="232">
                  <c:v>44656</c:v>
                </c:pt>
                <c:pt idx="233">
                  <c:v>44657</c:v>
                </c:pt>
                <c:pt idx="234">
                  <c:v>44658</c:v>
                </c:pt>
                <c:pt idx="235">
                  <c:v>44659</c:v>
                </c:pt>
                <c:pt idx="236">
                  <c:v>44662</c:v>
                </c:pt>
                <c:pt idx="237">
                  <c:v>44663</c:v>
                </c:pt>
                <c:pt idx="238">
                  <c:v>44664</c:v>
                </c:pt>
                <c:pt idx="239">
                  <c:v>44665</c:v>
                </c:pt>
                <c:pt idx="240">
                  <c:v>44669</c:v>
                </c:pt>
                <c:pt idx="241">
                  <c:v>44670</c:v>
                </c:pt>
                <c:pt idx="242">
                  <c:v>44671</c:v>
                </c:pt>
                <c:pt idx="243">
                  <c:v>44673</c:v>
                </c:pt>
                <c:pt idx="244">
                  <c:v>44676</c:v>
                </c:pt>
                <c:pt idx="245">
                  <c:v>44677</c:v>
                </c:pt>
                <c:pt idx="246">
                  <c:v>44678</c:v>
                </c:pt>
                <c:pt idx="247">
                  <c:v>44679</c:v>
                </c:pt>
                <c:pt idx="248">
                  <c:v>44680</c:v>
                </c:pt>
                <c:pt idx="249">
                  <c:v>44683</c:v>
                </c:pt>
                <c:pt idx="250">
                  <c:v>44684</c:v>
                </c:pt>
                <c:pt idx="251">
                  <c:v>44685</c:v>
                </c:pt>
                <c:pt idx="252">
                  <c:v>44686</c:v>
                </c:pt>
                <c:pt idx="253">
                  <c:v>44687</c:v>
                </c:pt>
                <c:pt idx="254">
                  <c:v>44690</c:v>
                </c:pt>
                <c:pt idx="255">
                  <c:v>44691</c:v>
                </c:pt>
                <c:pt idx="256">
                  <c:v>44692</c:v>
                </c:pt>
                <c:pt idx="257">
                  <c:v>44693</c:v>
                </c:pt>
                <c:pt idx="258">
                  <c:v>44694</c:v>
                </c:pt>
                <c:pt idx="259">
                  <c:v>44697</c:v>
                </c:pt>
                <c:pt idx="260">
                  <c:v>44698</c:v>
                </c:pt>
                <c:pt idx="261">
                  <c:v>44699</c:v>
                </c:pt>
                <c:pt idx="262">
                  <c:v>44700</c:v>
                </c:pt>
                <c:pt idx="263">
                  <c:v>44701</c:v>
                </c:pt>
                <c:pt idx="264">
                  <c:v>44704</c:v>
                </c:pt>
                <c:pt idx="265">
                  <c:v>44705</c:v>
                </c:pt>
                <c:pt idx="266">
                  <c:v>44706</c:v>
                </c:pt>
                <c:pt idx="267">
                  <c:v>44707</c:v>
                </c:pt>
                <c:pt idx="268">
                  <c:v>44708</c:v>
                </c:pt>
                <c:pt idx="269">
                  <c:v>44711</c:v>
                </c:pt>
                <c:pt idx="270">
                  <c:v>44712</c:v>
                </c:pt>
                <c:pt idx="271">
                  <c:v>44713</c:v>
                </c:pt>
                <c:pt idx="272">
                  <c:v>44714</c:v>
                </c:pt>
                <c:pt idx="273">
                  <c:v>44715</c:v>
                </c:pt>
                <c:pt idx="274">
                  <c:v>44718</c:v>
                </c:pt>
                <c:pt idx="275">
                  <c:v>44719</c:v>
                </c:pt>
                <c:pt idx="276">
                  <c:v>44720</c:v>
                </c:pt>
                <c:pt idx="277">
                  <c:v>44721</c:v>
                </c:pt>
                <c:pt idx="278">
                  <c:v>44722</c:v>
                </c:pt>
                <c:pt idx="279">
                  <c:v>44725</c:v>
                </c:pt>
                <c:pt idx="280">
                  <c:v>44726</c:v>
                </c:pt>
                <c:pt idx="281">
                  <c:v>44727</c:v>
                </c:pt>
                <c:pt idx="282">
                  <c:v>44729</c:v>
                </c:pt>
                <c:pt idx="283">
                  <c:v>44732</c:v>
                </c:pt>
                <c:pt idx="284">
                  <c:v>44733</c:v>
                </c:pt>
                <c:pt idx="285">
                  <c:v>44734</c:v>
                </c:pt>
                <c:pt idx="286">
                  <c:v>44735</c:v>
                </c:pt>
                <c:pt idx="287">
                  <c:v>44736</c:v>
                </c:pt>
                <c:pt idx="288">
                  <c:v>44739</c:v>
                </c:pt>
                <c:pt idx="289">
                  <c:v>44740</c:v>
                </c:pt>
                <c:pt idx="290">
                  <c:v>44741</c:v>
                </c:pt>
                <c:pt idx="291">
                  <c:v>44742</c:v>
                </c:pt>
                <c:pt idx="292">
                  <c:v>44743</c:v>
                </c:pt>
                <c:pt idx="293">
                  <c:v>44746</c:v>
                </c:pt>
                <c:pt idx="294">
                  <c:v>44747</c:v>
                </c:pt>
                <c:pt idx="295">
                  <c:v>44748</c:v>
                </c:pt>
                <c:pt idx="296">
                  <c:v>44749</c:v>
                </c:pt>
                <c:pt idx="297">
                  <c:v>44750</c:v>
                </c:pt>
                <c:pt idx="298">
                  <c:v>44753</c:v>
                </c:pt>
                <c:pt idx="299">
                  <c:v>44754</c:v>
                </c:pt>
                <c:pt idx="300">
                  <c:v>44755</c:v>
                </c:pt>
                <c:pt idx="301">
                  <c:v>44756</c:v>
                </c:pt>
                <c:pt idx="302">
                  <c:v>44757</c:v>
                </c:pt>
                <c:pt idx="303">
                  <c:v>44760</c:v>
                </c:pt>
                <c:pt idx="304">
                  <c:v>44761</c:v>
                </c:pt>
                <c:pt idx="305">
                  <c:v>44762</c:v>
                </c:pt>
                <c:pt idx="306">
                  <c:v>44763</c:v>
                </c:pt>
                <c:pt idx="307">
                  <c:v>44764</c:v>
                </c:pt>
                <c:pt idx="308">
                  <c:v>44767</c:v>
                </c:pt>
                <c:pt idx="309">
                  <c:v>44768</c:v>
                </c:pt>
                <c:pt idx="310">
                  <c:v>44769</c:v>
                </c:pt>
                <c:pt idx="311">
                  <c:v>44770</c:v>
                </c:pt>
                <c:pt idx="312">
                  <c:v>44771</c:v>
                </c:pt>
                <c:pt idx="313">
                  <c:v>44774</c:v>
                </c:pt>
                <c:pt idx="314">
                  <c:v>44775</c:v>
                </c:pt>
                <c:pt idx="315">
                  <c:v>44776</c:v>
                </c:pt>
                <c:pt idx="316">
                  <c:v>44777</c:v>
                </c:pt>
                <c:pt idx="317">
                  <c:v>44778</c:v>
                </c:pt>
                <c:pt idx="318">
                  <c:v>44781</c:v>
                </c:pt>
                <c:pt idx="319">
                  <c:v>44782</c:v>
                </c:pt>
                <c:pt idx="320">
                  <c:v>44783</c:v>
                </c:pt>
                <c:pt idx="321">
                  <c:v>44784</c:v>
                </c:pt>
                <c:pt idx="322">
                  <c:v>44785</c:v>
                </c:pt>
                <c:pt idx="323">
                  <c:v>44788</c:v>
                </c:pt>
                <c:pt idx="324">
                  <c:v>44789</c:v>
                </c:pt>
                <c:pt idx="325">
                  <c:v>44790</c:v>
                </c:pt>
                <c:pt idx="326">
                  <c:v>44791</c:v>
                </c:pt>
                <c:pt idx="327">
                  <c:v>44792</c:v>
                </c:pt>
                <c:pt idx="328">
                  <c:v>44795</c:v>
                </c:pt>
                <c:pt idx="329">
                  <c:v>44796</c:v>
                </c:pt>
                <c:pt idx="330">
                  <c:v>44797</c:v>
                </c:pt>
                <c:pt idx="331">
                  <c:v>44798</c:v>
                </c:pt>
                <c:pt idx="332">
                  <c:v>44799</c:v>
                </c:pt>
                <c:pt idx="333">
                  <c:v>44802</c:v>
                </c:pt>
                <c:pt idx="334">
                  <c:v>44803</c:v>
                </c:pt>
                <c:pt idx="335">
                  <c:v>44804</c:v>
                </c:pt>
                <c:pt idx="336">
                  <c:v>44805</c:v>
                </c:pt>
                <c:pt idx="337">
                  <c:v>44806</c:v>
                </c:pt>
                <c:pt idx="338">
                  <c:v>44809</c:v>
                </c:pt>
                <c:pt idx="339">
                  <c:v>44810</c:v>
                </c:pt>
                <c:pt idx="340">
                  <c:v>44812</c:v>
                </c:pt>
                <c:pt idx="341">
                  <c:v>44813</c:v>
                </c:pt>
                <c:pt idx="342">
                  <c:v>44816</c:v>
                </c:pt>
                <c:pt idx="343">
                  <c:v>44817</c:v>
                </c:pt>
                <c:pt idx="344">
                  <c:v>44818</c:v>
                </c:pt>
                <c:pt idx="345">
                  <c:v>44819</c:v>
                </c:pt>
                <c:pt idx="346">
                  <c:v>44820</c:v>
                </c:pt>
                <c:pt idx="347">
                  <c:v>44823</c:v>
                </c:pt>
                <c:pt idx="348">
                  <c:v>44824</c:v>
                </c:pt>
                <c:pt idx="349">
                  <c:v>44825</c:v>
                </c:pt>
                <c:pt idx="350">
                  <c:v>44826</c:v>
                </c:pt>
                <c:pt idx="351">
                  <c:v>44827</c:v>
                </c:pt>
                <c:pt idx="352">
                  <c:v>44830</c:v>
                </c:pt>
                <c:pt idx="353">
                  <c:v>44831</c:v>
                </c:pt>
                <c:pt idx="354">
                  <c:v>44832</c:v>
                </c:pt>
                <c:pt idx="355">
                  <c:v>44833</c:v>
                </c:pt>
                <c:pt idx="356">
                  <c:v>44834</c:v>
                </c:pt>
                <c:pt idx="357">
                  <c:v>44837</c:v>
                </c:pt>
                <c:pt idx="358">
                  <c:v>44838</c:v>
                </c:pt>
                <c:pt idx="359">
                  <c:v>44839</c:v>
                </c:pt>
                <c:pt idx="360">
                  <c:v>44840</c:v>
                </c:pt>
                <c:pt idx="361">
                  <c:v>44841</c:v>
                </c:pt>
                <c:pt idx="362">
                  <c:v>44844</c:v>
                </c:pt>
                <c:pt idx="363">
                  <c:v>44845</c:v>
                </c:pt>
                <c:pt idx="364">
                  <c:v>44847</c:v>
                </c:pt>
                <c:pt idx="365">
                  <c:v>44848</c:v>
                </c:pt>
                <c:pt idx="366">
                  <c:v>44851</c:v>
                </c:pt>
                <c:pt idx="367">
                  <c:v>44852</c:v>
                </c:pt>
                <c:pt idx="368">
                  <c:v>44853</c:v>
                </c:pt>
                <c:pt idx="369">
                  <c:v>44854</c:v>
                </c:pt>
                <c:pt idx="370">
                  <c:v>44855</c:v>
                </c:pt>
                <c:pt idx="371">
                  <c:v>44858</c:v>
                </c:pt>
                <c:pt idx="372">
                  <c:v>44859</c:v>
                </c:pt>
                <c:pt idx="373">
                  <c:v>44860</c:v>
                </c:pt>
                <c:pt idx="374">
                  <c:v>44861</c:v>
                </c:pt>
                <c:pt idx="375">
                  <c:v>44862</c:v>
                </c:pt>
                <c:pt idx="376">
                  <c:v>44865</c:v>
                </c:pt>
                <c:pt idx="377">
                  <c:v>44866</c:v>
                </c:pt>
                <c:pt idx="378">
                  <c:v>44868</c:v>
                </c:pt>
                <c:pt idx="379">
                  <c:v>44869</c:v>
                </c:pt>
                <c:pt idx="380">
                  <c:v>44872</c:v>
                </c:pt>
                <c:pt idx="381">
                  <c:v>44873</c:v>
                </c:pt>
                <c:pt idx="382">
                  <c:v>44874</c:v>
                </c:pt>
                <c:pt idx="383">
                  <c:v>44875</c:v>
                </c:pt>
                <c:pt idx="384">
                  <c:v>44876</c:v>
                </c:pt>
                <c:pt idx="385">
                  <c:v>44879</c:v>
                </c:pt>
                <c:pt idx="386">
                  <c:v>44881</c:v>
                </c:pt>
                <c:pt idx="387">
                  <c:v>44882</c:v>
                </c:pt>
                <c:pt idx="388">
                  <c:v>44883</c:v>
                </c:pt>
                <c:pt idx="389">
                  <c:v>44886</c:v>
                </c:pt>
                <c:pt idx="390">
                  <c:v>44887</c:v>
                </c:pt>
                <c:pt idx="391">
                  <c:v>44888</c:v>
                </c:pt>
                <c:pt idx="392">
                  <c:v>44889</c:v>
                </c:pt>
                <c:pt idx="393">
                  <c:v>44890</c:v>
                </c:pt>
                <c:pt idx="394">
                  <c:v>44893</c:v>
                </c:pt>
                <c:pt idx="395">
                  <c:v>44894</c:v>
                </c:pt>
                <c:pt idx="396">
                  <c:v>44895</c:v>
                </c:pt>
                <c:pt idx="397">
                  <c:v>44896</c:v>
                </c:pt>
                <c:pt idx="398">
                  <c:v>44897</c:v>
                </c:pt>
                <c:pt idx="399">
                  <c:v>44900</c:v>
                </c:pt>
                <c:pt idx="400">
                  <c:v>44901</c:v>
                </c:pt>
                <c:pt idx="401">
                  <c:v>44902</c:v>
                </c:pt>
                <c:pt idx="402">
                  <c:v>44903</c:v>
                </c:pt>
                <c:pt idx="403">
                  <c:v>44904</c:v>
                </c:pt>
                <c:pt idx="404">
                  <c:v>44907</c:v>
                </c:pt>
                <c:pt idx="405">
                  <c:v>44908</c:v>
                </c:pt>
                <c:pt idx="406">
                  <c:v>44909</c:v>
                </c:pt>
                <c:pt idx="407">
                  <c:v>44910</c:v>
                </c:pt>
                <c:pt idx="408">
                  <c:v>44911</c:v>
                </c:pt>
                <c:pt idx="409">
                  <c:v>44914</c:v>
                </c:pt>
                <c:pt idx="410">
                  <c:v>44915</c:v>
                </c:pt>
                <c:pt idx="411">
                  <c:v>44916</c:v>
                </c:pt>
                <c:pt idx="412">
                  <c:v>44917</c:v>
                </c:pt>
                <c:pt idx="413">
                  <c:v>44918</c:v>
                </c:pt>
                <c:pt idx="414">
                  <c:v>44921</c:v>
                </c:pt>
                <c:pt idx="415">
                  <c:v>44922</c:v>
                </c:pt>
                <c:pt idx="416">
                  <c:v>44923</c:v>
                </c:pt>
                <c:pt idx="417">
                  <c:v>44924</c:v>
                </c:pt>
                <c:pt idx="418">
                  <c:v>44928</c:v>
                </c:pt>
                <c:pt idx="419">
                  <c:v>44929</c:v>
                </c:pt>
                <c:pt idx="420">
                  <c:v>44930</c:v>
                </c:pt>
                <c:pt idx="421">
                  <c:v>44931</c:v>
                </c:pt>
                <c:pt idx="422">
                  <c:v>44932</c:v>
                </c:pt>
                <c:pt idx="423">
                  <c:v>44935</c:v>
                </c:pt>
                <c:pt idx="424">
                  <c:v>44936</c:v>
                </c:pt>
                <c:pt idx="425">
                  <c:v>44937</c:v>
                </c:pt>
                <c:pt idx="426">
                  <c:v>44938</c:v>
                </c:pt>
                <c:pt idx="427">
                  <c:v>44939</c:v>
                </c:pt>
                <c:pt idx="428">
                  <c:v>44942</c:v>
                </c:pt>
                <c:pt idx="429">
                  <c:v>44943</c:v>
                </c:pt>
                <c:pt idx="430">
                  <c:v>44944</c:v>
                </c:pt>
                <c:pt idx="431">
                  <c:v>44945</c:v>
                </c:pt>
                <c:pt idx="432">
                  <c:v>44946</c:v>
                </c:pt>
                <c:pt idx="433">
                  <c:v>44949</c:v>
                </c:pt>
                <c:pt idx="434">
                  <c:v>44950</c:v>
                </c:pt>
                <c:pt idx="435">
                  <c:v>44951</c:v>
                </c:pt>
                <c:pt idx="436">
                  <c:v>44952</c:v>
                </c:pt>
                <c:pt idx="437">
                  <c:v>44953</c:v>
                </c:pt>
                <c:pt idx="438">
                  <c:v>44956</c:v>
                </c:pt>
                <c:pt idx="439">
                  <c:v>44957</c:v>
                </c:pt>
                <c:pt idx="440">
                  <c:v>44958</c:v>
                </c:pt>
                <c:pt idx="441">
                  <c:v>44959</c:v>
                </c:pt>
                <c:pt idx="442">
                  <c:v>44960</c:v>
                </c:pt>
                <c:pt idx="443">
                  <c:v>44963</c:v>
                </c:pt>
                <c:pt idx="444">
                  <c:v>44964</c:v>
                </c:pt>
                <c:pt idx="445">
                  <c:v>44965</c:v>
                </c:pt>
                <c:pt idx="446">
                  <c:v>44966</c:v>
                </c:pt>
                <c:pt idx="447">
                  <c:v>44967</c:v>
                </c:pt>
                <c:pt idx="448">
                  <c:v>44970</c:v>
                </c:pt>
                <c:pt idx="449">
                  <c:v>44971</c:v>
                </c:pt>
                <c:pt idx="450">
                  <c:v>44972</c:v>
                </c:pt>
                <c:pt idx="451">
                  <c:v>44973</c:v>
                </c:pt>
                <c:pt idx="452">
                  <c:v>44974</c:v>
                </c:pt>
                <c:pt idx="453">
                  <c:v>44979</c:v>
                </c:pt>
                <c:pt idx="454">
                  <c:v>44980</c:v>
                </c:pt>
                <c:pt idx="455">
                  <c:v>44981</c:v>
                </c:pt>
                <c:pt idx="456">
                  <c:v>44984</c:v>
                </c:pt>
                <c:pt idx="457">
                  <c:v>44985</c:v>
                </c:pt>
                <c:pt idx="458">
                  <c:v>44986</c:v>
                </c:pt>
                <c:pt idx="459">
                  <c:v>44987</c:v>
                </c:pt>
                <c:pt idx="460">
                  <c:v>44988</c:v>
                </c:pt>
                <c:pt idx="461">
                  <c:v>44991</c:v>
                </c:pt>
                <c:pt idx="462">
                  <c:v>44992</c:v>
                </c:pt>
                <c:pt idx="463">
                  <c:v>44993</c:v>
                </c:pt>
                <c:pt idx="464">
                  <c:v>44994</c:v>
                </c:pt>
                <c:pt idx="465">
                  <c:v>44995</c:v>
                </c:pt>
                <c:pt idx="466">
                  <c:v>44998</c:v>
                </c:pt>
                <c:pt idx="467">
                  <c:v>44999</c:v>
                </c:pt>
                <c:pt idx="468">
                  <c:v>45000</c:v>
                </c:pt>
                <c:pt idx="469">
                  <c:v>45001</c:v>
                </c:pt>
                <c:pt idx="470">
                  <c:v>45002</c:v>
                </c:pt>
                <c:pt idx="471">
                  <c:v>45005</c:v>
                </c:pt>
                <c:pt idx="472">
                  <c:v>45006</c:v>
                </c:pt>
                <c:pt idx="473">
                  <c:v>45007</c:v>
                </c:pt>
                <c:pt idx="474">
                  <c:v>45008</c:v>
                </c:pt>
                <c:pt idx="475">
                  <c:v>45009</c:v>
                </c:pt>
                <c:pt idx="476">
                  <c:v>45012</c:v>
                </c:pt>
                <c:pt idx="477">
                  <c:v>45013</c:v>
                </c:pt>
                <c:pt idx="478">
                  <c:v>45014</c:v>
                </c:pt>
                <c:pt idx="479">
                  <c:v>45015</c:v>
                </c:pt>
                <c:pt idx="480">
                  <c:v>45016</c:v>
                </c:pt>
                <c:pt idx="481">
                  <c:v>45019</c:v>
                </c:pt>
                <c:pt idx="482">
                  <c:v>45020</c:v>
                </c:pt>
                <c:pt idx="483">
                  <c:v>45021</c:v>
                </c:pt>
                <c:pt idx="484">
                  <c:v>45022</c:v>
                </c:pt>
                <c:pt idx="485">
                  <c:v>45026</c:v>
                </c:pt>
                <c:pt idx="486">
                  <c:v>45027</c:v>
                </c:pt>
                <c:pt idx="487">
                  <c:v>45028</c:v>
                </c:pt>
                <c:pt idx="488">
                  <c:v>45029</c:v>
                </c:pt>
                <c:pt idx="489">
                  <c:v>45030</c:v>
                </c:pt>
                <c:pt idx="490">
                  <c:v>45033</c:v>
                </c:pt>
                <c:pt idx="491">
                  <c:v>45034</c:v>
                </c:pt>
                <c:pt idx="492">
                  <c:v>45035</c:v>
                </c:pt>
                <c:pt idx="493">
                  <c:v>45036</c:v>
                </c:pt>
                <c:pt idx="494">
                  <c:v>45040</c:v>
                </c:pt>
                <c:pt idx="495">
                  <c:v>45041</c:v>
                </c:pt>
                <c:pt idx="496">
                  <c:v>45042</c:v>
                </c:pt>
                <c:pt idx="497">
                  <c:v>45043</c:v>
                </c:pt>
                <c:pt idx="498">
                  <c:v>45044</c:v>
                </c:pt>
                <c:pt idx="499">
                  <c:v>45048</c:v>
                </c:pt>
                <c:pt idx="500">
                  <c:v>45049</c:v>
                </c:pt>
                <c:pt idx="501">
                  <c:v>45050</c:v>
                </c:pt>
                <c:pt idx="502">
                  <c:v>45051</c:v>
                </c:pt>
                <c:pt idx="503">
                  <c:v>45054</c:v>
                </c:pt>
                <c:pt idx="504">
                  <c:v>45055</c:v>
                </c:pt>
                <c:pt idx="505">
                  <c:v>45056</c:v>
                </c:pt>
                <c:pt idx="506">
                  <c:v>45057</c:v>
                </c:pt>
                <c:pt idx="507">
                  <c:v>45058</c:v>
                </c:pt>
                <c:pt idx="508">
                  <c:v>45061</c:v>
                </c:pt>
                <c:pt idx="509">
                  <c:v>45062</c:v>
                </c:pt>
                <c:pt idx="510">
                  <c:v>45063</c:v>
                </c:pt>
                <c:pt idx="511">
                  <c:v>45064</c:v>
                </c:pt>
                <c:pt idx="512">
                  <c:v>45065</c:v>
                </c:pt>
                <c:pt idx="513">
                  <c:v>45068</c:v>
                </c:pt>
                <c:pt idx="514">
                  <c:v>45069</c:v>
                </c:pt>
                <c:pt idx="515">
                  <c:v>45070</c:v>
                </c:pt>
                <c:pt idx="516">
                  <c:v>45071</c:v>
                </c:pt>
                <c:pt idx="517">
                  <c:v>45072</c:v>
                </c:pt>
                <c:pt idx="518">
                  <c:v>45075</c:v>
                </c:pt>
                <c:pt idx="519">
                  <c:v>45076</c:v>
                </c:pt>
                <c:pt idx="520">
                  <c:v>45077</c:v>
                </c:pt>
                <c:pt idx="521">
                  <c:v>45078</c:v>
                </c:pt>
                <c:pt idx="522">
                  <c:v>45079</c:v>
                </c:pt>
                <c:pt idx="523">
                  <c:v>45082</c:v>
                </c:pt>
                <c:pt idx="524">
                  <c:v>45083</c:v>
                </c:pt>
                <c:pt idx="525">
                  <c:v>45084</c:v>
                </c:pt>
                <c:pt idx="526">
                  <c:v>45086</c:v>
                </c:pt>
                <c:pt idx="527">
                  <c:v>45089</c:v>
                </c:pt>
                <c:pt idx="528">
                  <c:v>45090</c:v>
                </c:pt>
                <c:pt idx="529">
                  <c:v>45091</c:v>
                </c:pt>
                <c:pt idx="530">
                  <c:v>45092</c:v>
                </c:pt>
                <c:pt idx="531">
                  <c:v>45093</c:v>
                </c:pt>
                <c:pt idx="532">
                  <c:v>45096</c:v>
                </c:pt>
                <c:pt idx="533">
                  <c:v>45097</c:v>
                </c:pt>
                <c:pt idx="534">
                  <c:v>45098</c:v>
                </c:pt>
                <c:pt idx="535">
                  <c:v>45099</c:v>
                </c:pt>
                <c:pt idx="536">
                  <c:v>45100</c:v>
                </c:pt>
                <c:pt idx="537">
                  <c:v>45103</c:v>
                </c:pt>
                <c:pt idx="538">
                  <c:v>45104</c:v>
                </c:pt>
                <c:pt idx="539">
                  <c:v>45105</c:v>
                </c:pt>
                <c:pt idx="540">
                  <c:v>45106</c:v>
                </c:pt>
                <c:pt idx="541">
                  <c:v>45107</c:v>
                </c:pt>
                <c:pt idx="542">
                  <c:v>45110</c:v>
                </c:pt>
                <c:pt idx="543">
                  <c:v>45111</c:v>
                </c:pt>
                <c:pt idx="544">
                  <c:v>45112</c:v>
                </c:pt>
                <c:pt idx="545">
                  <c:v>45113</c:v>
                </c:pt>
                <c:pt idx="546">
                  <c:v>45114</c:v>
                </c:pt>
                <c:pt idx="547">
                  <c:v>45117</c:v>
                </c:pt>
                <c:pt idx="548">
                  <c:v>45118</c:v>
                </c:pt>
                <c:pt idx="549">
                  <c:v>45119</c:v>
                </c:pt>
                <c:pt idx="550">
                  <c:v>45120</c:v>
                </c:pt>
                <c:pt idx="551">
                  <c:v>45121</c:v>
                </c:pt>
                <c:pt idx="552">
                  <c:v>45124</c:v>
                </c:pt>
                <c:pt idx="553">
                  <c:v>45125</c:v>
                </c:pt>
                <c:pt idx="554">
                  <c:v>45126</c:v>
                </c:pt>
                <c:pt idx="555">
                  <c:v>45127</c:v>
                </c:pt>
                <c:pt idx="556">
                  <c:v>45128</c:v>
                </c:pt>
                <c:pt idx="557">
                  <c:v>45131</c:v>
                </c:pt>
                <c:pt idx="558">
                  <c:v>45132</c:v>
                </c:pt>
                <c:pt idx="559">
                  <c:v>45133</c:v>
                </c:pt>
                <c:pt idx="560">
                  <c:v>45134</c:v>
                </c:pt>
                <c:pt idx="561">
                  <c:v>45135</c:v>
                </c:pt>
                <c:pt idx="562">
                  <c:v>45138</c:v>
                </c:pt>
                <c:pt idx="563">
                  <c:v>45139</c:v>
                </c:pt>
                <c:pt idx="564">
                  <c:v>45140</c:v>
                </c:pt>
                <c:pt idx="565">
                  <c:v>45141</c:v>
                </c:pt>
                <c:pt idx="566">
                  <c:v>45142</c:v>
                </c:pt>
                <c:pt idx="567">
                  <c:v>45145</c:v>
                </c:pt>
                <c:pt idx="568">
                  <c:v>45146</c:v>
                </c:pt>
                <c:pt idx="569">
                  <c:v>45147</c:v>
                </c:pt>
                <c:pt idx="570">
                  <c:v>45148</c:v>
                </c:pt>
                <c:pt idx="571">
                  <c:v>45149</c:v>
                </c:pt>
                <c:pt idx="572">
                  <c:v>45152</c:v>
                </c:pt>
                <c:pt idx="573">
                  <c:v>45153</c:v>
                </c:pt>
                <c:pt idx="574">
                  <c:v>45154</c:v>
                </c:pt>
                <c:pt idx="575">
                  <c:v>45155</c:v>
                </c:pt>
                <c:pt idx="576">
                  <c:v>45156</c:v>
                </c:pt>
                <c:pt idx="577">
                  <c:v>45159</c:v>
                </c:pt>
                <c:pt idx="578">
                  <c:v>45160</c:v>
                </c:pt>
                <c:pt idx="579">
                  <c:v>45161</c:v>
                </c:pt>
                <c:pt idx="580">
                  <c:v>45162</c:v>
                </c:pt>
                <c:pt idx="581">
                  <c:v>45163</c:v>
                </c:pt>
                <c:pt idx="582">
                  <c:v>45166</c:v>
                </c:pt>
                <c:pt idx="583">
                  <c:v>45167</c:v>
                </c:pt>
                <c:pt idx="584">
                  <c:v>45168</c:v>
                </c:pt>
                <c:pt idx="585">
                  <c:v>45169</c:v>
                </c:pt>
                <c:pt idx="586">
                  <c:v>45170</c:v>
                </c:pt>
                <c:pt idx="587">
                  <c:v>45173</c:v>
                </c:pt>
                <c:pt idx="588">
                  <c:v>45174</c:v>
                </c:pt>
                <c:pt idx="589">
                  <c:v>45175</c:v>
                </c:pt>
                <c:pt idx="590">
                  <c:v>45177</c:v>
                </c:pt>
                <c:pt idx="591">
                  <c:v>45180</c:v>
                </c:pt>
                <c:pt idx="592">
                  <c:v>45181</c:v>
                </c:pt>
                <c:pt idx="593">
                  <c:v>45182</c:v>
                </c:pt>
                <c:pt idx="594">
                  <c:v>45183</c:v>
                </c:pt>
                <c:pt idx="595">
                  <c:v>45184</c:v>
                </c:pt>
                <c:pt idx="596">
                  <c:v>45187</c:v>
                </c:pt>
                <c:pt idx="597">
                  <c:v>45188</c:v>
                </c:pt>
                <c:pt idx="598">
                  <c:v>45189</c:v>
                </c:pt>
                <c:pt idx="599">
                  <c:v>45190</c:v>
                </c:pt>
                <c:pt idx="600">
                  <c:v>45191</c:v>
                </c:pt>
                <c:pt idx="601">
                  <c:v>45194</c:v>
                </c:pt>
                <c:pt idx="602">
                  <c:v>45195</c:v>
                </c:pt>
                <c:pt idx="603">
                  <c:v>45196</c:v>
                </c:pt>
                <c:pt idx="604">
                  <c:v>45197</c:v>
                </c:pt>
                <c:pt idx="605">
                  <c:v>45198</c:v>
                </c:pt>
                <c:pt idx="606">
                  <c:v>45201</c:v>
                </c:pt>
                <c:pt idx="607">
                  <c:v>45202</c:v>
                </c:pt>
                <c:pt idx="608">
                  <c:v>45203</c:v>
                </c:pt>
                <c:pt idx="609">
                  <c:v>45204</c:v>
                </c:pt>
                <c:pt idx="610">
                  <c:v>45205</c:v>
                </c:pt>
                <c:pt idx="611">
                  <c:v>45208</c:v>
                </c:pt>
                <c:pt idx="612">
                  <c:v>45209</c:v>
                </c:pt>
                <c:pt idx="613">
                  <c:v>45210</c:v>
                </c:pt>
                <c:pt idx="614">
                  <c:v>45212</c:v>
                </c:pt>
                <c:pt idx="615">
                  <c:v>45215</c:v>
                </c:pt>
                <c:pt idx="616">
                  <c:v>45216</c:v>
                </c:pt>
                <c:pt idx="617">
                  <c:v>45217</c:v>
                </c:pt>
                <c:pt idx="618">
                  <c:v>45218</c:v>
                </c:pt>
                <c:pt idx="619">
                  <c:v>45219</c:v>
                </c:pt>
                <c:pt idx="620">
                  <c:v>45222</c:v>
                </c:pt>
                <c:pt idx="621">
                  <c:v>45223</c:v>
                </c:pt>
                <c:pt idx="622">
                  <c:v>45224</c:v>
                </c:pt>
                <c:pt idx="623">
                  <c:v>45225</c:v>
                </c:pt>
                <c:pt idx="624">
                  <c:v>45226</c:v>
                </c:pt>
                <c:pt idx="625">
                  <c:v>45229</c:v>
                </c:pt>
                <c:pt idx="626">
                  <c:v>45230</c:v>
                </c:pt>
                <c:pt idx="627">
                  <c:v>45231</c:v>
                </c:pt>
                <c:pt idx="628">
                  <c:v>45233</c:v>
                </c:pt>
                <c:pt idx="629">
                  <c:v>45236</c:v>
                </c:pt>
                <c:pt idx="630">
                  <c:v>45237</c:v>
                </c:pt>
                <c:pt idx="631">
                  <c:v>45238</c:v>
                </c:pt>
                <c:pt idx="632">
                  <c:v>45239</c:v>
                </c:pt>
                <c:pt idx="633">
                  <c:v>45240</c:v>
                </c:pt>
                <c:pt idx="634">
                  <c:v>45243</c:v>
                </c:pt>
                <c:pt idx="635">
                  <c:v>45244</c:v>
                </c:pt>
                <c:pt idx="636">
                  <c:v>45246</c:v>
                </c:pt>
                <c:pt idx="637">
                  <c:v>45247</c:v>
                </c:pt>
                <c:pt idx="638">
                  <c:v>45250</c:v>
                </c:pt>
                <c:pt idx="639">
                  <c:v>45251</c:v>
                </c:pt>
                <c:pt idx="640">
                  <c:v>45252</c:v>
                </c:pt>
                <c:pt idx="641">
                  <c:v>45253</c:v>
                </c:pt>
                <c:pt idx="642">
                  <c:v>45254</c:v>
                </c:pt>
                <c:pt idx="643">
                  <c:v>45257</c:v>
                </c:pt>
                <c:pt idx="644">
                  <c:v>45258</c:v>
                </c:pt>
                <c:pt idx="645">
                  <c:v>45259</c:v>
                </c:pt>
                <c:pt idx="646">
                  <c:v>45260</c:v>
                </c:pt>
                <c:pt idx="647">
                  <c:v>45261</c:v>
                </c:pt>
                <c:pt idx="648">
                  <c:v>45264</c:v>
                </c:pt>
                <c:pt idx="649">
                  <c:v>45265</c:v>
                </c:pt>
                <c:pt idx="650">
                  <c:v>45266</c:v>
                </c:pt>
                <c:pt idx="651">
                  <c:v>45267</c:v>
                </c:pt>
                <c:pt idx="652">
                  <c:v>45268</c:v>
                </c:pt>
                <c:pt idx="653">
                  <c:v>45271</c:v>
                </c:pt>
                <c:pt idx="654">
                  <c:v>45272</c:v>
                </c:pt>
                <c:pt idx="655">
                  <c:v>45273</c:v>
                </c:pt>
                <c:pt idx="656">
                  <c:v>45274</c:v>
                </c:pt>
                <c:pt idx="657">
                  <c:v>45275</c:v>
                </c:pt>
                <c:pt idx="658">
                  <c:v>45278</c:v>
                </c:pt>
                <c:pt idx="659">
                  <c:v>45279</c:v>
                </c:pt>
                <c:pt idx="660">
                  <c:v>45280</c:v>
                </c:pt>
                <c:pt idx="661">
                  <c:v>45281</c:v>
                </c:pt>
                <c:pt idx="662">
                  <c:v>45282</c:v>
                </c:pt>
                <c:pt idx="663">
                  <c:v>45286</c:v>
                </c:pt>
                <c:pt idx="664">
                  <c:v>45287</c:v>
                </c:pt>
                <c:pt idx="665">
                  <c:v>45288</c:v>
                </c:pt>
                <c:pt idx="666">
                  <c:v>45293</c:v>
                </c:pt>
                <c:pt idx="667">
                  <c:v>45294</c:v>
                </c:pt>
                <c:pt idx="668">
                  <c:v>45295</c:v>
                </c:pt>
                <c:pt idx="669">
                  <c:v>45296</c:v>
                </c:pt>
                <c:pt idx="670">
                  <c:v>45299</c:v>
                </c:pt>
                <c:pt idx="671">
                  <c:v>45300</c:v>
                </c:pt>
                <c:pt idx="672">
                  <c:v>45301</c:v>
                </c:pt>
                <c:pt idx="673">
                  <c:v>45302</c:v>
                </c:pt>
                <c:pt idx="674">
                  <c:v>45303</c:v>
                </c:pt>
                <c:pt idx="675">
                  <c:v>45306</c:v>
                </c:pt>
                <c:pt idx="676">
                  <c:v>45307</c:v>
                </c:pt>
                <c:pt idx="677">
                  <c:v>45308</c:v>
                </c:pt>
                <c:pt idx="678">
                  <c:v>45309</c:v>
                </c:pt>
                <c:pt idx="679">
                  <c:v>45310</c:v>
                </c:pt>
                <c:pt idx="680">
                  <c:v>45313</c:v>
                </c:pt>
                <c:pt idx="681">
                  <c:v>45314</c:v>
                </c:pt>
                <c:pt idx="682">
                  <c:v>45315</c:v>
                </c:pt>
                <c:pt idx="683">
                  <c:v>45316</c:v>
                </c:pt>
                <c:pt idx="684">
                  <c:v>45317</c:v>
                </c:pt>
                <c:pt idx="685">
                  <c:v>45320</c:v>
                </c:pt>
                <c:pt idx="686">
                  <c:v>45321</c:v>
                </c:pt>
                <c:pt idx="687">
                  <c:v>45322</c:v>
                </c:pt>
                <c:pt idx="688">
                  <c:v>45323</c:v>
                </c:pt>
                <c:pt idx="689">
                  <c:v>45324</c:v>
                </c:pt>
                <c:pt idx="690">
                  <c:v>45327</c:v>
                </c:pt>
                <c:pt idx="691">
                  <c:v>45328</c:v>
                </c:pt>
                <c:pt idx="692">
                  <c:v>45329</c:v>
                </c:pt>
                <c:pt idx="693">
                  <c:v>45330</c:v>
                </c:pt>
                <c:pt idx="694">
                  <c:v>45331</c:v>
                </c:pt>
                <c:pt idx="695">
                  <c:v>45336</c:v>
                </c:pt>
                <c:pt idx="696">
                  <c:v>45337</c:v>
                </c:pt>
                <c:pt idx="697">
                  <c:v>45338</c:v>
                </c:pt>
                <c:pt idx="698">
                  <c:v>45341</c:v>
                </c:pt>
                <c:pt idx="699">
                  <c:v>45342</c:v>
                </c:pt>
                <c:pt idx="700">
                  <c:v>45343</c:v>
                </c:pt>
                <c:pt idx="701">
                  <c:v>45344</c:v>
                </c:pt>
                <c:pt idx="702">
                  <c:v>45345</c:v>
                </c:pt>
                <c:pt idx="703">
                  <c:v>45348</c:v>
                </c:pt>
                <c:pt idx="704">
                  <c:v>45349</c:v>
                </c:pt>
                <c:pt idx="705">
                  <c:v>45350</c:v>
                </c:pt>
                <c:pt idx="706">
                  <c:v>45351</c:v>
                </c:pt>
                <c:pt idx="707">
                  <c:v>45352</c:v>
                </c:pt>
                <c:pt idx="708">
                  <c:v>45355</c:v>
                </c:pt>
                <c:pt idx="709">
                  <c:v>45356</c:v>
                </c:pt>
                <c:pt idx="710">
                  <c:v>45357</c:v>
                </c:pt>
                <c:pt idx="711">
                  <c:v>45358</c:v>
                </c:pt>
                <c:pt idx="712">
                  <c:v>45359</c:v>
                </c:pt>
                <c:pt idx="713">
                  <c:v>45362</c:v>
                </c:pt>
                <c:pt idx="714">
                  <c:v>45363</c:v>
                </c:pt>
                <c:pt idx="715">
                  <c:v>45364</c:v>
                </c:pt>
                <c:pt idx="716">
                  <c:v>45365</c:v>
                </c:pt>
                <c:pt idx="717">
                  <c:v>45366</c:v>
                </c:pt>
                <c:pt idx="718">
                  <c:v>45369</c:v>
                </c:pt>
                <c:pt idx="719">
                  <c:v>45370</c:v>
                </c:pt>
                <c:pt idx="720">
                  <c:v>45371</c:v>
                </c:pt>
                <c:pt idx="721">
                  <c:v>45372</c:v>
                </c:pt>
                <c:pt idx="722">
                  <c:v>45373</c:v>
                </c:pt>
                <c:pt idx="723">
                  <c:v>45376</c:v>
                </c:pt>
                <c:pt idx="724">
                  <c:v>45377</c:v>
                </c:pt>
                <c:pt idx="725">
                  <c:v>45378</c:v>
                </c:pt>
                <c:pt idx="726">
                  <c:v>45379</c:v>
                </c:pt>
                <c:pt idx="727">
                  <c:v>45383</c:v>
                </c:pt>
                <c:pt idx="728">
                  <c:v>45384</c:v>
                </c:pt>
                <c:pt idx="729">
                  <c:v>45385</c:v>
                </c:pt>
                <c:pt idx="730">
                  <c:v>45386</c:v>
                </c:pt>
                <c:pt idx="731">
                  <c:v>45387</c:v>
                </c:pt>
                <c:pt idx="732">
                  <c:v>45390</c:v>
                </c:pt>
                <c:pt idx="733">
                  <c:v>45391</c:v>
                </c:pt>
                <c:pt idx="734">
                  <c:v>45392</c:v>
                </c:pt>
                <c:pt idx="735">
                  <c:v>45393</c:v>
                </c:pt>
                <c:pt idx="736">
                  <c:v>45394</c:v>
                </c:pt>
                <c:pt idx="737">
                  <c:v>45397</c:v>
                </c:pt>
                <c:pt idx="738">
                  <c:v>45398</c:v>
                </c:pt>
                <c:pt idx="739">
                  <c:v>45399</c:v>
                </c:pt>
                <c:pt idx="740">
                  <c:v>45400</c:v>
                </c:pt>
                <c:pt idx="741">
                  <c:v>45401</c:v>
                </c:pt>
                <c:pt idx="742">
                  <c:v>45404</c:v>
                </c:pt>
                <c:pt idx="743">
                  <c:v>45405</c:v>
                </c:pt>
                <c:pt idx="744">
                  <c:v>45406</c:v>
                </c:pt>
                <c:pt idx="745">
                  <c:v>45407</c:v>
                </c:pt>
                <c:pt idx="746">
                  <c:v>45408</c:v>
                </c:pt>
                <c:pt idx="747">
                  <c:v>45411</c:v>
                </c:pt>
                <c:pt idx="748">
                  <c:v>45412</c:v>
                </c:pt>
                <c:pt idx="749">
                  <c:v>45414</c:v>
                </c:pt>
                <c:pt idx="750">
                  <c:v>45415</c:v>
                </c:pt>
                <c:pt idx="751">
                  <c:v>45418</c:v>
                </c:pt>
                <c:pt idx="752">
                  <c:v>45419</c:v>
                </c:pt>
                <c:pt idx="753">
                  <c:v>45420</c:v>
                </c:pt>
                <c:pt idx="754">
                  <c:v>45421</c:v>
                </c:pt>
                <c:pt idx="755">
                  <c:v>45422</c:v>
                </c:pt>
                <c:pt idx="756">
                  <c:v>45425</c:v>
                </c:pt>
                <c:pt idx="757">
                  <c:v>45426</c:v>
                </c:pt>
                <c:pt idx="758">
                  <c:v>45427</c:v>
                </c:pt>
                <c:pt idx="759">
                  <c:v>45428</c:v>
                </c:pt>
                <c:pt idx="760">
                  <c:v>45429</c:v>
                </c:pt>
                <c:pt idx="761">
                  <c:v>45432</c:v>
                </c:pt>
                <c:pt idx="762">
                  <c:v>45433</c:v>
                </c:pt>
                <c:pt idx="763">
                  <c:v>45434</c:v>
                </c:pt>
                <c:pt idx="764">
                  <c:v>45435</c:v>
                </c:pt>
                <c:pt idx="765">
                  <c:v>45436</c:v>
                </c:pt>
                <c:pt idx="766">
                  <c:v>45439</c:v>
                </c:pt>
                <c:pt idx="767">
                  <c:v>45440</c:v>
                </c:pt>
                <c:pt idx="768">
                  <c:v>45441</c:v>
                </c:pt>
                <c:pt idx="769">
                  <c:v>45443</c:v>
                </c:pt>
                <c:pt idx="770">
                  <c:v>45446</c:v>
                </c:pt>
                <c:pt idx="771">
                  <c:v>45447</c:v>
                </c:pt>
                <c:pt idx="772">
                  <c:v>45448</c:v>
                </c:pt>
                <c:pt idx="773">
                  <c:v>45449</c:v>
                </c:pt>
                <c:pt idx="774">
                  <c:v>45450</c:v>
                </c:pt>
                <c:pt idx="775">
                  <c:v>45453</c:v>
                </c:pt>
                <c:pt idx="776">
                  <c:v>45454</c:v>
                </c:pt>
                <c:pt idx="777">
                  <c:v>45455</c:v>
                </c:pt>
                <c:pt idx="778">
                  <c:v>45456</c:v>
                </c:pt>
                <c:pt idx="779">
                  <c:v>45457</c:v>
                </c:pt>
                <c:pt idx="780">
                  <c:v>45460</c:v>
                </c:pt>
                <c:pt idx="781">
                  <c:v>45461</c:v>
                </c:pt>
                <c:pt idx="782">
                  <c:v>45462</c:v>
                </c:pt>
                <c:pt idx="783">
                  <c:v>45463</c:v>
                </c:pt>
                <c:pt idx="784">
                  <c:v>45464</c:v>
                </c:pt>
                <c:pt idx="785">
                  <c:v>45467</c:v>
                </c:pt>
                <c:pt idx="786">
                  <c:v>45468</c:v>
                </c:pt>
                <c:pt idx="787">
                  <c:v>45469</c:v>
                </c:pt>
                <c:pt idx="788">
                  <c:v>45470</c:v>
                </c:pt>
                <c:pt idx="789">
                  <c:v>45471</c:v>
                </c:pt>
                <c:pt idx="790">
                  <c:v>45474</c:v>
                </c:pt>
                <c:pt idx="791">
                  <c:v>45475</c:v>
                </c:pt>
                <c:pt idx="792">
                  <c:v>45476</c:v>
                </c:pt>
                <c:pt idx="793">
                  <c:v>45477</c:v>
                </c:pt>
                <c:pt idx="794">
                  <c:v>45478</c:v>
                </c:pt>
                <c:pt idx="795">
                  <c:v>45481</c:v>
                </c:pt>
                <c:pt idx="796">
                  <c:v>45482</c:v>
                </c:pt>
                <c:pt idx="797">
                  <c:v>45483</c:v>
                </c:pt>
                <c:pt idx="798">
                  <c:v>45484</c:v>
                </c:pt>
                <c:pt idx="799">
                  <c:v>45485</c:v>
                </c:pt>
                <c:pt idx="800">
                  <c:v>45488</c:v>
                </c:pt>
                <c:pt idx="801">
                  <c:v>45489</c:v>
                </c:pt>
                <c:pt idx="802">
                  <c:v>45490</c:v>
                </c:pt>
                <c:pt idx="803">
                  <c:v>45491</c:v>
                </c:pt>
                <c:pt idx="804">
                  <c:v>45492</c:v>
                </c:pt>
                <c:pt idx="805">
                  <c:v>45495</c:v>
                </c:pt>
                <c:pt idx="806">
                  <c:v>45496</c:v>
                </c:pt>
                <c:pt idx="807">
                  <c:v>45497</c:v>
                </c:pt>
                <c:pt idx="808">
                  <c:v>45498</c:v>
                </c:pt>
                <c:pt idx="809">
                  <c:v>45499</c:v>
                </c:pt>
                <c:pt idx="810">
                  <c:v>45502</c:v>
                </c:pt>
                <c:pt idx="811">
                  <c:v>45503</c:v>
                </c:pt>
                <c:pt idx="812">
                  <c:v>45504</c:v>
                </c:pt>
                <c:pt idx="813">
                  <c:v>45505</c:v>
                </c:pt>
                <c:pt idx="814">
                  <c:v>45506</c:v>
                </c:pt>
                <c:pt idx="815">
                  <c:v>45509</c:v>
                </c:pt>
                <c:pt idx="816">
                  <c:v>45510</c:v>
                </c:pt>
                <c:pt idx="817">
                  <c:v>45511</c:v>
                </c:pt>
                <c:pt idx="818">
                  <c:v>45512</c:v>
                </c:pt>
                <c:pt idx="819">
                  <c:v>45513</c:v>
                </c:pt>
                <c:pt idx="820">
                  <c:v>45516</c:v>
                </c:pt>
                <c:pt idx="821">
                  <c:v>45517</c:v>
                </c:pt>
                <c:pt idx="822">
                  <c:v>45518</c:v>
                </c:pt>
                <c:pt idx="823">
                  <c:v>45519</c:v>
                </c:pt>
                <c:pt idx="824">
                  <c:v>45520</c:v>
                </c:pt>
                <c:pt idx="825">
                  <c:v>45523</c:v>
                </c:pt>
                <c:pt idx="826">
                  <c:v>45524</c:v>
                </c:pt>
                <c:pt idx="827">
                  <c:v>45525</c:v>
                </c:pt>
                <c:pt idx="828">
                  <c:v>45526</c:v>
                </c:pt>
                <c:pt idx="829">
                  <c:v>45527</c:v>
                </c:pt>
                <c:pt idx="830">
                  <c:v>45530</c:v>
                </c:pt>
                <c:pt idx="831">
                  <c:v>45531</c:v>
                </c:pt>
                <c:pt idx="832">
                  <c:v>45532</c:v>
                </c:pt>
                <c:pt idx="833">
                  <c:v>45533</c:v>
                </c:pt>
                <c:pt idx="834">
                  <c:v>45534</c:v>
                </c:pt>
                <c:pt idx="835">
                  <c:v>45537</c:v>
                </c:pt>
                <c:pt idx="836">
                  <c:v>45538</c:v>
                </c:pt>
                <c:pt idx="837">
                  <c:v>45539</c:v>
                </c:pt>
                <c:pt idx="838">
                  <c:v>45540</c:v>
                </c:pt>
                <c:pt idx="839">
                  <c:v>45541</c:v>
                </c:pt>
                <c:pt idx="840">
                  <c:v>45544</c:v>
                </c:pt>
                <c:pt idx="841">
                  <c:v>45545</c:v>
                </c:pt>
                <c:pt idx="842">
                  <c:v>45546</c:v>
                </c:pt>
                <c:pt idx="843">
                  <c:v>45547</c:v>
                </c:pt>
                <c:pt idx="844">
                  <c:v>45548</c:v>
                </c:pt>
                <c:pt idx="845">
                  <c:v>45551</c:v>
                </c:pt>
                <c:pt idx="846">
                  <c:v>45552</c:v>
                </c:pt>
                <c:pt idx="847">
                  <c:v>45553</c:v>
                </c:pt>
                <c:pt idx="848">
                  <c:v>45554</c:v>
                </c:pt>
                <c:pt idx="849">
                  <c:v>45555</c:v>
                </c:pt>
                <c:pt idx="850">
                  <c:v>45558</c:v>
                </c:pt>
                <c:pt idx="851">
                  <c:v>45559</c:v>
                </c:pt>
                <c:pt idx="852">
                  <c:v>45560</c:v>
                </c:pt>
                <c:pt idx="853">
                  <c:v>45561</c:v>
                </c:pt>
                <c:pt idx="854">
                  <c:v>45562</c:v>
                </c:pt>
                <c:pt idx="855">
                  <c:v>45565</c:v>
                </c:pt>
                <c:pt idx="856">
                  <c:v>45566</c:v>
                </c:pt>
                <c:pt idx="857">
                  <c:v>45567</c:v>
                </c:pt>
                <c:pt idx="858">
                  <c:v>45568</c:v>
                </c:pt>
                <c:pt idx="859">
                  <c:v>45569</c:v>
                </c:pt>
                <c:pt idx="860">
                  <c:v>45572</c:v>
                </c:pt>
                <c:pt idx="861">
                  <c:v>45573</c:v>
                </c:pt>
                <c:pt idx="862">
                  <c:v>45574</c:v>
                </c:pt>
                <c:pt idx="863">
                  <c:v>45575</c:v>
                </c:pt>
                <c:pt idx="864">
                  <c:v>45576</c:v>
                </c:pt>
                <c:pt idx="865">
                  <c:v>45579</c:v>
                </c:pt>
                <c:pt idx="866">
                  <c:v>45580</c:v>
                </c:pt>
                <c:pt idx="867">
                  <c:v>45581</c:v>
                </c:pt>
                <c:pt idx="868">
                  <c:v>45582</c:v>
                </c:pt>
                <c:pt idx="869">
                  <c:v>45583</c:v>
                </c:pt>
                <c:pt idx="870">
                  <c:v>45586</c:v>
                </c:pt>
                <c:pt idx="871">
                  <c:v>45587</c:v>
                </c:pt>
                <c:pt idx="872">
                  <c:v>45588</c:v>
                </c:pt>
                <c:pt idx="873">
                  <c:v>45589</c:v>
                </c:pt>
                <c:pt idx="874">
                  <c:v>45590</c:v>
                </c:pt>
                <c:pt idx="875">
                  <c:v>45593</c:v>
                </c:pt>
                <c:pt idx="876">
                  <c:v>45594</c:v>
                </c:pt>
                <c:pt idx="877">
                  <c:v>45595</c:v>
                </c:pt>
                <c:pt idx="878">
                  <c:v>45596</c:v>
                </c:pt>
                <c:pt idx="879">
                  <c:v>45597</c:v>
                </c:pt>
                <c:pt idx="880">
                  <c:v>45600</c:v>
                </c:pt>
                <c:pt idx="881">
                  <c:v>45601</c:v>
                </c:pt>
                <c:pt idx="882">
                  <c:v>45602</c:v>
                </c:pt>
                <c:pt idx="883">
                  <c:v>45603</c:v>
                </c:pt>
                <c:pt idx="884">
                  <c:v>45604</c:v>
                </c:pt>
                <c:pt idx="885">
                  <c:v>45607</c:v>
                </c:pt>
                <c:pt idx="886">
                  <c:v>45608</c:v>
                </c:pt>
                <c:pt idx="887">
                  <c:v>45609</c:v>
                </c:pt>
                <c:pt idx="888">
                  <c:v>45610</c:v>
                </c:pt>
                <c:pt idx="889">
                  <c:v>45614</c:v>
                </c:pt>
                <c:pt idx="890">
                  <c:v>45615</c:v>
                </c:pt>
                <c:pt idx="891">
                  <c:v>45617</c:v>
                </c:pt>
                <c:pt idx="892">
                  <c:v>45618</c:v>
                </c:pt>
                <c:pt idx="893">
                  <c:v>45621</c:v>
                </c:pt>
                <c:pt idx="894">
                  <c:v>45622</c:v>
                </c:pt>
                <c:pt idx="895">
                  <c:v>45623</c:v>
                </c:pt>
                <c:pt idx="896">
                  <c:v>45624</c:v>
                </c:pt>
                <c:pt idx="897">
                  <c:v>45625</c:v>
                </c:pt>
                <c:pt idx="898">
                  <c:v>45628</c:v>
                </c:pt>
                <c:pt idx="899">
                  <c:v>45629</c:v>
                </c:pt>
                <c:pt idx="900">
                  <c:v>45630</c:v>
                </c:pt>
                <c:pt idx="901">
                  <c:v>45631</c:v>
                </c:pt>
                <c:pt idx="902">
                  <c:v>45632</c:v>
                </c:pt>
                <c:pt idx="903">
                  <c:v>45635</c:v>
                </c:pt>
                <c:pt idx="904">
                  <c:v>45636</c:v>
                </c:pt>
                <c:pt idx="905">
                  <c:v>45637</c:v>
                </c:pt>
                <c:pt idx="906">
                  <c:v>45638</c:v>
                </c:pt>
                <c:pt idx="907">
                  <c:v>45639</c:v>
                </c:pt>
                <c:pt idx="908">
                  <c:v>45642</c:v>
                </c:pt>
                <c:pt idx="909">
                  <c:v>45643</c:v>
                </c:pt>
                <c:pt idx="910">
                  <c:v>45644</c:v>
                </c:pt>
                <c:pt idx="911">
                  <c:v>45645</c:v>
                </c:pt>
                <c:pt idx="912">
                  <c:v>45646</c:v>
                </c:pt>
                <c:pt idx="913">
                  <c:v>45649</c:v>
                </c:pt>
                <c:pt idx="914">
                  <c:v>45652</c:v>
                </c:pt>
                <c:pt idx="915">
                  <c:v>45653</c:v>
                </c:pt>
                <c:pt idx="916">
                  <c:v>45656</c:v>
                </c:pt>
                <c:pt idx="917">
                  <c:v>45659</c:v>
                </c:pt>
                <c:pt idx="918">
                  <c:v>45660</c:v>
                </c:pt>
                <c:pt idx="919">
                  <c:v>45663</c:v>
                </c:pt>
                <c:pt idx="920">
                  <c:v>45664</c:v>
                </c:pt>
                <c:pt idx="921">
                  <c:v>45665</c:v>
                </c:pt>
                <c:pt idx="922">
                  <c:v>45666</c:v>
                </c:pt>
                <c:pt idx="923">
                  <c:v>45667</c:v>
                </c:pt>
                <c:pt idx="924">
                  <c:v>45670</c:v>
                </c:pt>
                <c:pt idx="925">
                  <c:v>45671</c:v>
                </c:pt>
                <c:pt idx="926">
                  <c:v>45672</c:v>
                </c:pt>
                <c:pt idx="927">
                  <c:v>45673</c:v>
                </c:pt>
                <c:pt idx="928">
                  <c:v>45674</c:v>
                </c:pt>
                <c:pt idx="929">
                  <c:v>45677</c:v>
                </c:pt>
                <c:pt idx="930">
                  <c:v>45678</c:v>
                </c:pt>
                <c:pt idx="931">
                  <c:v>45679</c:v>
                </c:pt>
                <c:pt idx="932">
                  <c:v>45680</c:v>
                </c:pt>
                <c:pt idx="933">
                  <c:v>45681</c:v>
                </c:pt>
                <c:pt idx="934">
                  <c:v>45684</c:v>
                </c:pt>
                <c:pt idx="935">
                  <c:v>45685</c:v>
                </c:pt>
                <c:pt idx="936">
                  <c:v>45686</c:v>
                </c:pt>
                <c:pt idx="937">
                  <c:v>45687</c:v>
                </c:pt>
                <c:pt idx="938">
                  <c:v>45688</c:v>
                </c:pt>
                <c:pt idx="939">
                  <c:v>45691</c:v>
                </c:pt>
                <c:pt idx="940">
                  <c:v>45692</c:v>
                </c:pt>
                <c:pt idx="941">
                  <c:v>45693</c:v>
                </c:pt>
                <c:pt idx="942">
                  <c:v>45694</c:v>
                </c:pt>
                <c:pt idx="943">
                  <c:v>45695</c:v>
                </c:pt>
                <c:pt idx="944">
                  <c:v>45698</c:v>
                </c:pt>
                <c:pt idx="945">
                  <c:v>45699</c:v>
                </c:pt>
                <c:pt idx="946">
                  <c:v>45700</c:v>
                </c:pt>
                <c:pt idx="947">
                  <c:v>45701</c:v>
                </c:pt>
                <c:pt idx="948">
                  <c:v>45702</c:v>
                </c:pt>
                <c:pt idx="949">
                  <c:v>45705</c:v>
                </c:pt>
                <c:pt idx="950">
                  <c:v>45706</c:v>
                </c:pt>
                <c:pt idx="951">
                  <c:v>45707</c:v>
                </c:pt>
                <c:pt idx="952">
                  <c:v>45708</c:v>
                </c:pt>
                <c:pt idx="953">
                  <c:v>45709</c:v>
                </c:pt>
                <c:pt idx="954">
                  <c:v>45712</c:v>
                </c:pt>
                <c:pt idx="955">
                  <c:v>45713</c:v>
                </c:pt>
                <c:pt idx="956">
                  <c:v>45714</c:v>
                </c:pt>
                <c:pt idx="957">
                  <c:v>45715</c:v>
                </c:pt>
                <c:pt idx="958">
                  <c:v>45716</c:v>
                </c:pt>
                <c:pt idx="959">
                  <c:v>45721</c:v>
                </c:pt>
                <c:pt idx="960">
                  <c:v>45722</c:v>
                </c:pt>
                <c:pt idx="961">
                  <c:v>45723</c:v>
                </c:pt>
                <c:pt idx="962">
                  <c:v>45726</c:v>
                </c:pt>
                <c:pt idx="963">
                  <c:v>45727</c:v>
                </c:pt>
                <c:pt idx="964">
                  <c:v>45728</c:v>
                </c:pt>
                <c:pt idx="965">
                  <c:v>45729</c:v>
                </c:pt>
                <c:pt idx="966">
                  <c:v>45730</c:v>
                </c:pt>
                <c:pt idx="967">
                  <c:v>45733</c:v>
                </c:pt>
                <c:pt idx="968">
                  <c:v>45734</c:v>
                </c:pt>
                <c:pt idx="969">
                  <c:v>45735</c:v>
                </c:pt>
                <c:pt idx="970">
                  <c:v>45736</c:v>
                </c:pt>
                <c:pt idx="971">
                  <c:v>45737</c:v>
                </c:pt>
                <c:pt idx="972">
                  <c:v>45740</c:v>
                </c:pt>
                <c:pt idx="973">
                  <c:v>45741</c:v>
                </c:pt>
                <c:pt idx="974">
                  <c:v>45742</c:v>
                </c:pt>
                <c:pt idx="975">
                  <c:v>45743</c:v>
                </c:pt>
                <c:pt idx="976">
                  <c:v>45744</c:v>
                </c:pt>
                <c:pt idx="977">
                  <c:v>45747</c:v>
                </c:pt>
                <c:pt idx="978">
                  <c:v>45748</c:v>
                </c:pt>
                <c:pt idx="979">
                  <c:v>45749</c:v>
                </c:pt>
                <c:pt idx="980">
                  <c:v>45750</c:v>
                </c:pt>
                <c:pt idx="981">
                  <c:v>45751</c:v>
                </c:pt>
                <c:pt idx="982">
                  <c:v>45754</c:v>
                </c:pt>
                <c:pt idx="983">
                  <c:v>45755</c:v>
                </c:pt>
                <c:pt idx="984">
                  <c:v>45756</c:v>
                </c:pt>
                <c:pt idx="985">
                  <c:v>45757</c:v>
                </c:pt>
                <c:pt idx="986">
                  <c:v>45758</c:v>
                </c:pt>
                <c:pt idx="987">
                  <c:v>45761</c:v>
                </c:pt>
                <c:pt idx="988">
                  <c:v>45762</c:v>
                </c:pt>
                <c:pt idx="989">
                  <c:v>45763</c:v>
                </c:pt>
                <c:pt idx="990">
                  <c:v>45764</c:v>
                </c:pt>
                <c:pt idx="991">
                  <c:v>45769</c:v>
                </c:pt>
                <c:pt idx="992">
                  <c:v>45770</c:v>
                </c:pt>
                <c:pt idx="993">
                  <c:v>45771</c:v>
                </c:pt>
                <c:pt idx="994">
                  <c:v>45772</c:v>
                </c:pt>
                <c:pt idx="995">
                  <c:v>45775</c:v>
                </c:pt>
                <c:pt idx="996">
                  <c:v>45776</c:v>
                </c:pt>
                <c:pt idx="997">
                  <c:v>45777</c:v>
                </c:pt>
                <c:pt idx="998">
                  <c:v>45779</c:v>
                </c:pt>
                <c:pt idx="999">
                  <c:v>45782</c:v>
                </c:pt>
                <c:pt idx="1000">
                  <c:v>45783</c:v>
                </c:pt>
                <c:pt idx="1001">
                  <c:v>45784</c:v>
                </c:pt>
                <c:pt idx="1002">
                  <c:v>45785</c:v>
                </c:pt>
                <c:pt idx="1003">
                  <c:v>45786</c:v>
                </c:pt>
                <c:pt idx="1004">
                  <c:v>45789</c:v>
                </c:pt>
                <c:pt idx="1005">
                  <c:v>45790</c:v>
                </c:pt>
                <c:pt idx="1006">
                  <c:v>45791</c:v>
                </c:pt>
                <c:pt idx="1007">
                  <c:v>45792</c:v>
                </c:pt>
                <c:pt idx="1008">
                  <c:v>45793</c:v>
                </c:pt>
                <c:pt idx="1009">
                  <c:v>45796</c:v>
                </c:pt>
                <c:pt idx="1010">
                  <c:v>45797</c:v>
                </c:pt>
                <c:pt idx="1011">
                  <c:v>45798</c:v>
                </c:pt>
                <c:pt idx="1012">
                  <c:v>45799</c:v>
                </c:pt>
                <c:pt idx="1013">
                  <c:v>45800</c:v>
                </c:pt>
                <c:pt idx="1014">
                  <c:v>45803</c:v>
                </c:pt>
                <c:pt idx="1015">
                  <c:v>45804</c:v>
                </c:pt>
                <c:pt idx="1016">
                  <c:v>45805</c:v>
                </c:pt>
                <c:pt idx="1017">
                  <c:v>45806</c:v>
                </c:pt>
                <c:pt idx="1018">
                  <c:v>45807</c:v>
                </c:pt>
                <c:pt idx="1019">
                  <c:v>45810</c:v>
                </c:pt>
                <c:pt idx="1020">
                  <c:v>45811</c:v>
                </c:pt>
                <c:pt idx="1021">
                  <c:v>45812</c:v>
                </c:pt>
                <c:pt idx="1022">
                  <c:v>45813</c:v>
                </c:pt>
                <c:pt idx="1023">
                  <c:v>45814</c:v>
                </c:pt>
                <c:pt idx="1024">
                  <c:v>45817</c:v>
                </c:pt>
                <c:pt idx="1025">
                  <c:v>45818</c:v>
                </c:pt>
                <c:pt idx="1026">
                  <c:v>45819</c:v>
                </c:pt>
                <c:pt idx="1027">
                  <c:v>45820</c:v>
                </c:pt>
                <c:pt idx="1028">
                  <c:v>45821</c:v>
                </c:pt>
                <c:pt idx="1029">
                  <c:v>45824</c:v>
                </c:pt>
                <c:pt idx="1030">
                  <c:v>45825</c:v>
                </c:pt>
                <c:pt idx="1031">
                  <c:v>45826</c:v>
                </c:pt>
                <c:pt idx="1032">
                  <c:v>45828</c:v>
                </c:pt>
                <c:pt idx="1033">
                  <c:v>45831</c:v>
                </c:pt>
                <c:pt idx="1034">
                  <c:v>45832</c:v>
                </c:pt>
                <c:pt idx="1035">
                  <c:v>45833</c:v>
                </c:pt>
                <c:pt idx="1036">
                  <c:v>45834</c:v>
                </c:pt>
                <c:pt idx="1037">
                  <c:v>45835</c:v>
                </c:pt>
                <c:pt idx="1038">
                  <c:v>45838</c:v>
                </c:pt>
                <c:pt idx="1039">
                  <c:v>45839</c:v>
                </c:pt>
                <c:pt idx="1040">
                  <c:v>45840</c:v>
                </c:pt>
                <c:pt idx="1041">
                  <c:v>45841</c:v>
                </c:pt>
                <c:pt idx="1042">
                  <c:v>45842</c:v>
                </c:pt>
                <c:pt idx="1043">
                  <c:v>45845</c:v>
                </c:pt>
                <c:pt idx="1044">
                  <c:v>45846</c:v>
                </c:pt>
                <c:pt idx="1045">
                  <c:v>45847</c:v>
                </c:pt>
                <c:pt idx="1046">
                  <c:v>45848</c:v>
                </c:pt>
                <c:pt idx="1047">
                  <c:v>45849</c:v>
                </c:pt>
                <c:pt idx="1048">
                  <c:v>45852</c:v>
                </c:pt>
                <c:pt idx="1049">
                  <c:v>45853</c:v>
                </c:pt>
                <c:pt idx="1050">
                  <c:v>45854</c:v>
                </c:pt>
                <c:pt idx="1051">
                  <c:v>45855</c:v>
                </c:pt>
                <c:pt idx="1052">
                  <c:v>45856</c:v>
                </c:pt>
                <c:pt idx="1053">
                  <c:v>45859</c:v>
                </c:pt>
                <c:pt idx="1054">
                  <c:v>45860</c:v>
                </c:pt>
                <c:pt idx="1055">
                  <c:v>45861</c:v>
                </c:pt>
                <c:pt idx="1056">
                  <c:v>45862</c:v>
                </c:pt>
                <c:pt idx="1057">
                  <c:v>45863</c:v>
                </c:pt>
                <c:pt idx="1058">
                  <c:v>45866</c:v>
                </c:pt>
                <c:pt idx="1059">
                  <c:v>45867</c:v>
                </c:pt>
                <c:pt idx="1060">
                  <c:v>45868</c:v>
                </c:pt>
                <c:pt idx="1061">
                  <c:v>45869</c:v>
                </c:pt>
                <c:pt idx="1062">
                  <c:v>45870</c:v>
                </c:pt>
                <c:pt idx="1063">
                  <c:v>45873</c:v>
                </c:pt>
                <c:pt idx="1064">
                  <c:v>45874</c:v>
                </c:pt>
                <c:pt idx="1065">
                  <c:v>45875</c:v>
                </c:pt>
                <c:pt idx="1066">
                  <c:v>45876</c:v>
                </c:pt>
                <c:pt idx="1067">
                  <c:v>45877</c:v>
                </c:pt>
                <c:pt idx="1068">
                  <c:v>45880</c:v>
                </c:pt>
                <c:pt idx="1069">
                  <c:v>45881</c:v>
                </c:pt>
                <c:pt idx="1070">
                  <c:v>45882</c:v>
                </c:pt>
                <c:pt idx="1071">
                  <c:v>45883</c:v>
                </c:pt>
                <c:pt idx="1072">
                  <c:v>45884</c:v>
                </c:pt>
                <c:pt idx="1073">
                  <c:v>45887</c:v>
                </c:pt>
                <c:pt idx="1074">
                  <c:v>45888</c:v>
                </c:pt>
                <c:pt idx="1075">
                  <c:v>45889</c:v>
                </c:pt>
                <c:pt idx="1076">
                  <c:v>45890</c:v>
                </c:pt>
                <c:pt idx="1077">
                  <c:v>45891</c:v>
                </c:pt>
                <c:pt idx="1078">
                  <c:v>45894</c:v>
                </c:pt>
                <c:pt idx="1079">
                  <c:v>45895</c:v>
                </c:pt>
                <c:pt idx="1080">
                  <c:v>45896</c:v>
                </c:pt>
                <c:pt idx="1081">
                  <c:v>45897</c:v>
                </c:pt>
                <c:pt idx="1082">
                  <c:v>45898</c:v>
                </c:pt>
                <c:pt idx="1083">
                  <c:v>45901</c:v>
                </c:pt>
                <c:pt idx="1084">
                  <c:v>45902</c:v>
                </c:pt>
                <c:pt idx="1085">
                  <c:v>45903</c:v>
                </c:pt>
                <c:pt idx="1086">
                  <c:v>45904</c:v>
                </c:pt>
                <c:pt idx="1087">
                  <c:v>45905</c:v>
                </c:pt>
                <c:pt idx="1088">
                  <c:v>45908</c:v>
                </c:pt>
                <c:pt idx="1089">
                  <c:v>45909</c:v>
                </c:pt>
                <c:pt idx="1090">
                  <c:v>45910</c:v>
                </c:pt>
                <c:pt idx="1091">
                  <c:v>45911</c:v>
                </c:pt>
                <c:pt idx="1092">
                  <c:v>45912</c:v>
                </c:pt>
                <c:pt idx="1093">
                  <c:v>45915</c:v>
                </c:pt>
                <c:pt idx="1094">
                  <c:v>45916</c:v>
                </c:pt>
                <c:pt idx="1095">
                  <c:v>45917</c:v>
                </c:pt>
                <c:pt idx="1096">
                  <c:v>45918</c:v>
                </c:pt>
                <c:pt idx="1097">
                  <c:v>45919</c:v>
                </c:pt>
                <c:pt idx="1098">
                  <c:v>45922</c:v>
                </c:pt>
                <c:pt idx="1099">
                  <c:v>45923</c:v>
                </c:pt>
                <c:pt idx="1100">
                  <c:v>45924</c:v>
                </c:pt>
                <c:pt idx="1101">
                  <c:v>45925</c:v>
                </c:pt>
                <c:pt idx="1102">
                  <c:v>45926</c:v>
                </c:pt>
                <c:pt idx="1103">
                  <c:v>45929</c:v>
                </c:pt>
                <c:pt idx="1104">
                  <c:v>45930</c:v>
                </c:pt>
                <c:pt idx="1105">
                  <c:v>45931</c:v>
                </c:pt>
                <c:pt idx="1106">
                  <c:v>45932</c:v>
                </c:pt>
                <c:pt idx="1107">
                  <c:v>45933</c:v>
                </c:pt>
                <c:pt idx="1108">
                  <c:v>45936</c:v>
                </c:pt>
                <c:pt idx="1109">
                  <c:v>45937</c:v>
                </c:pt>
                <c:pt idx="1110">
                  <c:v>45938</c:v>
                </c:pt>
                <c:pt idx="1111">
                  <c:v>45939</c:v>
                </c:pt>
                <c:pt idx="1112">
                  <c:v>45940</c:v>
                </c:pt>
                <c:pt idx="1113">
                  <c:v>45943</c:v>
                </c:pt>
                <c:pt idx="1114">
                  <c:v>45944</c:v>
                </c:pt>
                <c:pt idx="1115">
                  <c:v>45945</c:v>
                </c:pt>
                <c:pt idx="1116">
                  <c:v>45946</c:v>
                </c:pt>
                <c:pt idx="1117">
                  <c:v>45947</c:v>
                </c:pt>
                <c:pt idx="1118">
                  <c:v>45950</c:v>
                </c:pt>
                <c:pt idx="1119">
                  <c:v>45951</c:v>
                </c:pt>
                <c:pt idx="1120">
                  <c:v>45952</c:v>
                </c:pt>
                <c:pt idx="1121">
                  <c:v>45953</c:v>
                </c:pt>
                <c:pt idx="1122">
                  <c:v>45954</c:v>
                </c:pt>
                <c:pt idx="1123">
                  <c:v>45957</c:v>
                </c:pt>
                <c:pt idx="1124">
                  <c:v>45958</c:v>
                </c:pt>
                <c:pt idx="1125">
                  <c:v>45959</c:v>
                </c:pt>
                <c:pt idx="1126">
                  <c:v>45960</c:v>
                </c:pt>
                <c:pt idx="1127">
                  <c:v>45961</c:v>
                </c:pt>
                <c:pt idx="1128">
                  <c:v>45964</c:v>
                </c:pt>
                <c:pt idx="1129">
                  <c:v>45965</c:v>
                </c:pt>
                <c:pt idx="1130">
                  <c:v>45966</c:v>
                </c:pt>
                <c:pt idx="1131">
                  <c:v>45967</c:v>
                </c:pt>
                <c:pt idx="1132">
                  <c:v>45968</c:v>
                </c:pt>
                <c:pt idx="1133">
                  <c:v>45971</c:v>
                </c:pt>
                <c:pt idx="1134">
                  <c:v>45972</c:v>
                </c:pt>
                <c:pt idx="1135">
                  <c:v>45973</c:v>
                </c:pt>
                <c:pt idx="1136">
                  <c:v>45974</c:v>
                </c:pt>
                <c:pt idx="1137">
                  <c:v>45975</c:v>
                </c:pt>
                <c:pt idx="1138">
                  <c:v>45978</c:v>
                </c:pt>
                <c:pt idx="1139">
                  <c:v>45979</c:v>
                </c:pt>
                <c:pt idx="1140">
                  <c:v>45980</c:v>
                </c:pt>
                <c:pt idx="1141">
                  <c:v>45982</c:v>
                </c:pt>
                <c:pt idx="1142">
                  <c:v>45985</c:v>
                </c:pt>
                <c:pt idx="1143">
                  <c:v>45986</c:v>
                </c:pt>
                <c:pt idx="1144">
                  <c:v>45987</c:v>
                </c:pt>
                <c:pt idx="1145">
                  <c:v>45988</c:v>
                </c:pt>
                <c:pt idx="1146">
                  <c:v>45989</c:v>
                </c:pt>
                <c:pt idx="1147">
                  <c:v>45992</c:v>
                </c:pt>
                <c:pt idx="1148">
                  <c:v>45993</c:v>
                </c:pt>
                <c:pt idx="1149">
                  <c:v>45994</c:v>
                </c:pt>
                <c:pt idx="1150">
                  <c:v>45995</c:v>
                </c:pt>
                <c:pt idx="1151">
                  <c:v>45996</c:v>
                </c:pt>
                <c:pt idx="1152">
                  <c:v>45999</c:v>
                </c:pt>
                <c:pt idx="1153">
                  <c:v>46000</c:v>
                </c:pt>
                <c:pt idx="1154">
                  <c:v>46001</c:v>
                </c:pt>
                <c:pt idx="1155">
                  <c:v>46002</c:v>
                </c:pt>
                <c:pt idx="1156">
                  <c:v>46003</c:v>
                </c:pt>
                <c:pt idx="1157">
                  <c:v>46006</c:v>
                </c:pt>
                <c:pt idx="1158">
                  <c:v>46007</c:v>
                </c:pt>
                <c:pt idx="1159">
                  <c:v>46008</c:v>
                </c:pt>
                <c:pt idx="1160">
                  <c:v>46009</c:v>
                </c:pt>
                <c:pt idx="1161">
                  <c:v>46010</c:v>
                </c:pt>
                <c:pt idx="1162">
                  <c:v>46013</c:v>
                </c:pt>
                <c:pt idx="1163">
                  <c:v>46014</c:v>
                </c:pt>
                <c:pt idx="1164">
                  <c:v>46017</c:v>
                </c:pt>
                <c:pt idx="1165">
                  <c:v>46020</c:v>
                </c:pt>
                <c:pt idx="1166">
                  <c:v>46021</c:v>
                </c:pt>
                <c:pt idx="1167">
                  <c:v>46024</c:v>
                </c:pt>
                <c:pt idx="1168">
                  <c:v>46027</c:v>
                </c:pt>
                <c:pt idx="1169">
                  <c:v>46028</c:v>
                </c:pt>
                <c:pt idx="1170">
                  <c:v>46029</c:v>
                </c:pt>
                <c:pt idx="1171">
                  <c:v>46030</c:v>
                </c:pt>
                <c:pt idx="1172">
                  <c:v>46031</c:v>
                </c:pt>
                <c:pt idx="1173">
                  <c:v>46034</c:v>
                </c:pt>
                <c:pt idx="1174">
                  <c:v>46035</c:v>
                </c:pt>
                <c:pt idx="1175">
                  <c:v>46036</c:v>
                </c:pt>
                <c:pt idx="1176">
                  <c:v>46037</c:v>
                </c:pt>
                <c:pt idx="1177">
                  <c:v>46038</c:v>
                </c:pt>
                <c:pt idx="1178">
                  <c:v>46041</c:v>
                </c:pt>
                <c:pt idx="1179">
                  <c:v>46042</c:v>
                </c:pt>
                <c:pt idx="1180">
                  <c:v>46043</c:v>
                </c:pt>
                <c:pt idx="1181">
                  <c:v>46044</c:v>
                </c:pt>
                <c:pt idx="1182">
                  <c:v>46045</c:v>
                </c:pt>
                <c:pt idx="1183">
                  <c:v>46048</c:v>
                </c:pt>
                <c:pt idx="1184">
                  <c:v>46049</c:v>
                </c:pt>
                <c:pt idx="1185">
                  <c:v>46050</c:v>
                </c:pt>
                <c:pt idx="1186">
                  <c:v>46051</c:v>
                </c:pt>
                <c:pt idx="1187">
                  <c:v>46052</c:v>
                </c:pt>
                <c:pt idx="1188">
                  <c:v>46055</c:v>
                </c:pt>
                <c:pt idx="1189">
                  <c:v>46056</c:v>
                </c:pt>
                <c:pt idx="1190">
                  <c:v>46057</c:v>
                </c:pt>
                <c:pt idx="1191">
                  <c:v>46058</c:v>
                </c:pt>
                <c:pt idx="1192">
                  <c:v>46059</c:v>
                </c:pt>
                <c:pt idx="1193">
                  <c:v>46062</c:v>
                </c:pt>
                <c:pt idx="1194">
                  <c:v>46063</c:v>
                </c:pt>
                <c:pt idx="1195">
                  <c:v>46064</c:v>
                </c:pt>
                <c:pt idx="1196">
                  <c:v>46065</c:v>
                </c:pt>
                <c:pt idx="1197">
                  <c:v>46066</c:v>
                </c:pt>
                <c:pt idx="1198">
                  <c:v>46071</c:v>
                </c:pt>
                <c:pt idx="1199">
                  <c:v>46072</c:v>
                </c:pt>
                <c:pt idx="1200">
                  <c:v>46073</c:v>
                </c:pt>
                <c:pt idx="1201">
                  <c:v>46076</c:v>
                </c:pt>
                <c:pt idx="1202">
                  <c:v>46077</c:v>
                </c:pt>
                <c:pt idx="1203">
                  <c:v>46078</c:v>
                </c:pt>
                <c:pt idx="1204">
                  <c:v>46079</c:v>
                </c:pt>
                <c:pt idx="1205">
                  <c:v>46080</c:v>
                </c:pt>
                <c:pt idx="1206">
                  <c:v>46083</c:v>
                </c:pt>
                <c:pt idx="1207">
                  <c:v>46084</c:v>
                </c:pt>
                <c:pt idx="1208">
                  <c:v>46085</c:v>
                </c:pt>
                <c:pt idx="1209">
                  <c:v>46086</c:v>
                </c:pt>
                <c:pt idx="1210">
                  <c:v>46087</c:v>
                </c:pt>
                <c:pt idx="1211">
                  <c:v>46090</c:v>
                </c:pt>
                <c:pt idx="1212">
                  <c:v>46091</c:v>
                </c:pt>
                <c:pt idx="1213">
                  <c:v>46092</c:v>
                </c:pt>
                <c:pt idx="1214">
                  <c:v>46093</c:v>
                </c:pt>
                <c:pt idx="1215">
                  <c:v>46094</c:v>
                </c:pt>
                <c:pt idx="1216">
                  <c:v>46097</c:v>
                </c:pt>
                <c:pt idx="1217">
                  <c:v>46098</c:v>
                </c:pt>
                <c:pt idx="1218">
                  <c:v>46099</c:v>
                </c:pt>
                <c:pt idx="1219">
                  <c:v>46100</c:v>
                </c:pt>
                <c:pt idx="1220">
                  <c:v>46101</c:v>
                </c:pt>
                <c:pt idx="1221">
                  <c:v>46104</c:v>
                </c:pt>
                <c:pt idx="1222">
                  <c:v>46105</c:v>
                </c:pt>
                <c:pt idx="1223">
                  <c:v>46106</c:v>
                </c:pt>
                <c:pt idx="1224">
                  <c:v>46107</c:v>
                </c:pt>
                <c:pt idx="1225">
                  <c:v>46108</c:v>
                </c:pt>
                <c:pt idx="1226">
                  <c:v>46111</c:v>
                </c:pt>
                <c:pt idx="1227">
                  <c:v>46112</c:v>
                </c:pt>
                <c:pt idx="1228">
                  <c:v>46113</c:v>
                </c:pt>
                <c:pt idx="1229">
                  <c:v>46114</c:v>
                </c:pt>
                <c:pt idx="1230">
                  <c:v>46118</c:v>
                </c:pt>
                <c:pt idx="1231">
                  <c:v>46119</c:v>
                </c:pt>
                <c:pt idx="1232">
                  <c:v>46120</c:v>
                </c:pt>
                <c:pt idx="1233">
                  <c:v>46121</c:v>
                </c:pt>
                <c:pt idx="1234">
                  <c:v>46122</c:v>
                </c:pt>
                <c:pt idx="1235">
                  <c:v>46125</c:v>
                </c:pt>
                <c:pt idx="1236">
                  <c:v>46126</c:v>
                </c:pt>
                <c:pt idx="1237">
                  <c:v>46127</c:v>
                </c:pt>
                <c:pt idx="1238">
                  <c:v>46128</c:v>
                </c:pt>
                <c:pt idx="1239">
                  <c:v>46129</c:v>
                </c:pt>
                <c:pt idx="1240">
                  <c:v>46132</c:v>
                </c:pt>
                <c:pt idx="1241">
                  <c:v>46134</c:v>
                </c:pt>
                <c:pt idx="1242">
                  <c:v>46135</c:v>
                </c:pt>
                <c:pt idx="1243">
                  <c:v>46136</c:v>
                </c:pt>
                <c:pt idx="1244">
                  <c:v>46139</c:v>
                </c:pt>
                <c:pt idx="1245">
                  <c:v>46140</c:v>
                </c:pt>
                <c:pt idx="1246">
                  <c:v>46141</c:v>
                </c:pt>
                <c:pt idx="1247">
                  <c:v>46142</c:v>
                </c:pt>
                <c:pt idx="1248">
                  <c:v>46146</c:v>
                </c:pt>
                <c:pt idx="1249">
                  <c:v>46147</c:v>
                </c:pt>
                <c:pt idx="1250">
                  <c:v>46148</c:v>
                </c:pt>
                <c:pt idx="1251">
                  <c:v>46149</c:v>
                </c:pt>
                <c:pt idx="1252">
                  <c:v>46150</c:v>
                </c:pt>
                <c:pt idx="1253">
                  <c:v>46153</c:v>
                </c:pt>
                <c:pt idx="1254">
                  <c:v>46154</c:v>
                </c:pt>
                <c:pt idx="1255">
                  <c:v>46155</c:v>
                </c:pt>
                <c:pt idx="1256">
                  <c:v>46156</c:v>
                </c:pt>
                <c:pt idx="1257">
                  <c:v>46157</c:v>
                </c:pt>
                <c:pt idx="1258">
                  <c:v>46160</c:v>
                </c:pt>
                <c:pt idx="1259">
                  <c:v>46161</c:v>
                </c:pt>
                <c:pt idx="1260">
                  <c:v>46162</c:v>
                </c:pt>
                <c:pt idx="1261">
                  <c:v>46163</c:v>
                </c:pt>
                <c:pt idx="1262">
                  <c:v>46164</c:v>
                </c:pt>
                <c:pt idx="1263">
                  <c:v>46167</c:v>
                </c:pt>
                <c:pt idx="1264">
                  <c:v>46168</c:v>
                </c:pt>
                <c:pt idx="1265">
                  <c:v>46169</c:v>
                </c:pt>
                <c:pt idx="1266">
                  <c:v>46170</c:v>
                </c:pt>
                <c:pt idx="1267">
                  <c:v>46171</c:v>
                </c:pt>
                <c:pt idx="1268">
                  <c:v>46174</c:v>
                </c:pt>
                <c:pt idx="1269">
                  <c:v>46175</c:v>
                </c:pt>
                <c:pt idx="1270">
                  <c:v>46176</c:v>
                </c:pt>
                <c:pt idx="1271">
                  <c:v>46178</c:v>
                </c:pt>
                <c:pt idx="1272">
                  <c:v>46181</c:v>
                </c:pt>
                <c:pt idx="1273">
                  <c:v>46182</c:v>
                </c:pt>
                <c:pt idx="1274">
                  <c:v>46183</c:v>
                </c:pt>
                <c:pt idx="1275">
                  <c:v>46184</c:v>
                </c:pt>
                <c:pt idx="1276">
                  <c:v>46185</c:v>
                </c:pt>
                <c:pt idx="1277">
                  <c:v>46188</c:v>
                </c:pt>
                <c:pt idx="1278">
                  <c:v>46189</c:v>
                </c:pt>
                <c:pt idx="1279">
                  <c:v>46190</c:v>
                </c:pt>
                <c:pt idx="1280">
                  <c:v>46191</c:v>
                </c:pt>
                <c:pt idx="1281">
                  <c:v>46192</c:v>
                </c:pt>
                <c:pt idx="1282">
                  <c:v>46195</c:v>
                </c:pt>
                <c:pt idx="1283">
                  <c:v>46196</c:v>
                </c:pt>
                <c:pt idx="1284">
                  <c:v>46197</c:v>
                </c:pt>
                <c:pt idx="1285">
                  <c:v>46198</c:v>
                </c:pt>
                <c:pt idx="1286">
                  <c:v>46199</c:v>
                </c:pt>
                <c:pt idx="1287">
                  <c:v>46202</c:v>
                </c:pt>
                <c:pt idx="1288">
                  <c:v>46203</c:v>
                </c:pt>
                <c:pt idx="1289">
                  <c:v>46204</c:v>
                </c:pt>
                <c:pt idx="1290">
                  <c:v>46205</c:v>
                </c:pt>
                <c:pt idx="1291">
                  <c:v>46206</c:v>
                </c:pt>
                <c:pt idx="1292">
                  <c:v>46209</c:v>
                </c:pt>
                <c:pt idx="1293">
                  <c:v>46210</c:v>
                </c:pt>
                <c:pt idx="1294">
                  <c:v>46211</c:v>
                </c:pt>
                <c:pt idx="1295">
                  <c:v>46212</c:v>
                </c:pt>
                <c:pt idx="1296">
                  <c:v>46213</c:v>
                </c:pt>
                <c:pt idx="1297">
                  <c:v>46216</c:v>
                </c:pt>
                <c:pt idx="1298">
                  <c:v>46217</c:v>
                </c:pt>
                <c:pt idx="1299">
                  <c:v>46218</c:v>
                </c:pt>
                <c:pt idx="1300">
                  <c:v>46219</c:v>
                </c:pt>
                <c:pt idx="1301">
                  <c:v>46220</c:v>
                </c:pt>
                <c:pt idx="1302">
                  <c:v>46223</c:v>
                </c:pt>
                <c:pt idx="1303">
                  <c:v>46224</c:v>
                </c:pt>
                <c:pt idx="1304">
                  <c:v>46225</c:v>
                </c:pt>
                <c:pt idx="1305">
                  <c:v>46226</c:v>
                </c:pt>
                <c:pt idx="1306">
                  <c:v>46227</c:v>
                </c:pt>
                <c:pt idx="1307">
                  <c:v>46230</c:v>
                </c:pt>
                <c:pt idx="1308">
                  <c:v>46231</c:v>
                </c:pt>
                <c:pt idx="1309">
                  <c:v>46232</c:v>
                </c:pt>
                <c:pt idx="1310">
                  <c:v>46233</c:v>
                </c:pt>
                <c:pt idx="1311">
                  <c:v>46234</c:v>
                </c:pt>
                <c:pt idx="1312">
                  <c:v>46237</c:v>
                </c:pt>
                <c:pt idx="1313">
                  <c:v>46238</c:v>
                </c:pt>
                <c:pt idx="1314">
                  <c:v>46239</c:v>
                </c:pt>
                <c:pt idx="1315">
                  <c:v>46240</c:v>
                </c:pt>
                <c:pt idx="1316">
                  <c:v>46241</c:v>
                </c:pt>
                <c:pt idx="1317">
                  <c:v>46244</c:v>
                </c:pt>
                <c:pt idx="1318">
                  <c:v>46245</c:v>
                </c:pt>
                <c:pt idx="1319">
                  <c:v>46246</c:v>
                </c:pt>
                <c:pt idx="1320">
                  <c:v>46247</c:v>
                </c:pt>
                <c:pt idx="1321">
                  <c:v>46248</c:v>
                </c:pt>
                <c:pt idx="1322">
                  <c:v>46251</c:v>
                </c:pt>
                <c:pt idx="1323">
                  <c:v>46252</c:v>
                </c:pt>
                <c:pt idx="1324">
                  <c:v>46253</c:v>
                </c:pt>
                <c:pt idx="1325">
                  <c:v>46254</c:v>
                </c:pt>
                <c:pt idx="1326">
                  <c:v>46255</c:v>
                </c:pt>
                <c:pt idx="1327">
                  <c:v>46258</c:v>
                </c:pt>
                <c:pt idx="1328">
                  <c:v>46259</c:v>
                </c:pt>
                <c:pt idx="1329">
                  <c:v>46260</c:v>
                </c:pt>
                <c:pt idx="1330">
                  <c:v>46261</c:v>
                </c:pt>
                <c:pt idx="1331">
                  <c:v>46262</c:v>
                </c:pt>
                <c:pt idx="1332">
                  <c:v>46265</c:v>
                </c:pt>
              </c:numCache>
            </c:numRef>
          </c:cat>
          <c:val>
            <c:numRef>
              <c:f>'Charts Base 100'!$J$4:$J$10000</c:f>
              <c:numCache>
                <c:formatCode>0.0</c:formatCode>
                <c:ptCount val="1333"/>
                <c:pt idx="0">
                  <c:v>100</c:v>
                </c:pt>
                <c:pt idx="1">
                  <c:v>100.1732895</c:v>
                </c:pt>
                <c:pt idx="2">
                  <c:v>99.57910526</c:v>
                </c:pt>
                <c:pt idx="3">
                  <c:v>100.8890502</c:v>
                </c:pt>
                <c:pt idx="4">
                  <c:v>100.3746614</c:v>
                </c:pt>
                <c:pt idx="5">
                  <c:v>101.8352928</c:v>
                </c:pt>
                <c:pt idx="6">
                  <c:v>101.2746706</c:v>
                </c:pt>
                <c:pt idx="7">
                  <c:v>101.1506968</c:v>
                </c:pt>
                <c:pt idx="8">
                  <c:v>97.93833498</c:v>
                </c:pt>
                <c:pt idx="9">
                  <c:v>98.83560448</c:v>
                </c:pt>
                <c:pt idx="10">
                  <c:v>100.6421299</c:v>
                </c:pt>
                <c:pt idx="11">
                  <c:v>101.8185118</c:v>
                </c:pt>
                <c:pt idx="12">
                  <c:v>102.0000205</c:v>
                </c:pt>
                <c:pt idx="13">
                  <c:v>101.293164</c:v>
                </c:pt>
                <c:pt idx="14">
                  <c:v>102.2188584</c:v>
                </c:pt>
                <c:pt idx="15">
                  <c:v>101.5116594</c:v>
                </c:pt>
                <c:pt idx="16">
                  <c:v>102.6346161</c:v>
                </c:pt>
                <c:pt idx="17">
                  <c:v>103.1109909</c:v>
                </c:pt>
                <c:pt idx="18">
                  <c:v>104.3431953</c:v>
                </c:pt>
                <c:pt idx="19">
                  <c:v>105.6935516</c:v>
                </c:pt>
                <c:pt idx="20">
                  <c:v>105.8058816</c:v>
                </c:pt>
                <c:pt idx="21">
                  <c:v>106.3195855</c:v>
                </c:pt>
                <c:pt idx="22">
                  <c:v>107.4052131</c:v>
                </c:pt>
                <c:pt idx="23">
                  <c:v>108.1148094</c:v>
                </c:pt>
                <c:pt idx="24">
                  <c:v>109.2826296</c:v>
                </c:pt>
                <c:pt idx="25">
                  <c:v>108.9963253</c:v>
                </c:pt>
                <c:pt idx="26">
                  <c:v>108.7182403</c:v>
                </c:pt>
                <c:pt idx="27">
                  <c:v>108.4494019</c:v>
                </c:pt>
                <c:pt idx="28">
                  <c:v>109.4086583</c:v>
                </c:pt>
                <c:pt idx="29">
                  <c:v>108.1963171</c:v>
                </c:pt>
                <c:pt idx="30">
                  <c:v>109.9822943</c:v>
                </c:pt>
                <c:pt idx="31">
                  <c:v>109.9905136</c:v>
                </c:pt>
                <c:pt idx="32">
                  <c:v>109.4144803</c:v>
                </c:pt>
                <c:pt idx="33">
                  <c:v>108.6113898</c:v>
                </c:pt>
                <c:pt idx="34">
                  <c:v>109.0569424</c:v>
                </c:pt>
                <c:pt idx="35">
                  <c:v>110.4391483</c:v>
                </c:pt>
                <c:pt idx="36">
                  <c:v>109.7281821</c:v>
                </c:pt>
                <c:pt idx="37">
                  <c:v>109.7374288</c:v>
                </c:pt>
                <c:pt idx="38">
                  <c:v>109.9850341</c:v>
                </c:pt>
                <c:pt idx="39">
                  <c:v>108.1127546</c:v>
                </c:pt>
                <c:pt idx="40">
                  <c:v>108.4028261</c:v>
                </c:pt>
                <c:pt idx="41">
                  <c:v>107.7805594</c:v>
                </c:pt>
                <c:pt idx="42">
                  <c:v>107.695627</c:v>
                </c:pt>
                <c:pt idx="43">
                  <c:v>106.6384244</c:v>
                </c:pt>
                <c:pt idx="44">
                  <c:v>108.3651544</c:v>
                </c:pt>
                <c:pt idx="45">
                  <c:v>108.2165228</c:v>
                </c:pt>
                <c:pt idx="46">
                  <c:v>105.8141008</c:v>
                </c:pt>
                <c:pt idx="47">
                  <c:v>106.6826029</c:v>
                </c:pt>
                <c:pt idx="48">
                  <c:v>105.1058744</c:v>
                </c:pt>
                <c:pt idx="49">
                  <c:v>106.9921951</c:v>
                </c:pt>
                <c:pt idx="50">
                  <c:v>107.5487077</c:v>
                </c:pt>
                <c:pt idx="51">
                  <c:v>108.0651514</c:v>
                </c:pt>
                <c:pt idx="52">
                  <c:v>107.2791844</c:v>
                </c:pt>
                <c:pt idx="53">
                  <c:v>106.4168467</c:v>
                </c:pt>
                <c:pt idx="54">
                  <c:v>104.9356671</c:v>
                </c:pt>
                <c:pt idx="55">
                  <c:v>105.9531434</c:v>
                </c:pt>
                <c:pt idx="56">
                  <c:v>105.9887602</c:v>
                </c:pt>
                <c:pt idx="57">
                  <c:v>106.6576026</c:v>
                </c:pt>
                <c:pt idx="58">
                  <c:v>105.6045096</c:v>
                </c:pt>
                <c:pt idx="59">
                  <c:v>105.3099861</c:v>
                </c:pt>
                <c:pt idx="60">
                  <c:v>103.254828</c:v>
                </c:pt>
                <c:pt idx="61">
                  <c:v>104.1469604</c:v>
                </c:pt>
                <c:pt idx="62">
                  <c:v>104.0911379</c:v>
                </c:pt>
                <c:pt idx="63">
                  <c:v>101.4530971</c:v>
                </c:pt>
                <c:pt idx="64">
                  <c:v>102.2698863</c:v>
                </c:pt>
                <c:pt idx="65">
                  <c:v>102.2794755</c:v>
                </c:pt>
                <c:pt idx="66">
                  <c:v>100.9743251</c:v>
                </c:pt>
                <c:pt idx="67">
                  <c:v>100.033562</c:v>
                </c:pt>
                <c:pt idx="68">
                  <c:v>100.5537728</c:v>
                </c:pt>
                <c:pt idx="69">
                  <c:v>101.0527505</c:v>
                </c:pt>
                <c:pt idx="70">
                  <c:v>100.5167861</c:v>
                </c:pt>
                <c:pt idx="71">
                  <c:v>99.98356147</c:v>
                </c:pt>
                <c:pt idx="72">
                  <c:v>98.46916235</c:v>
                </c:pt>
                <c:pt idx="73">
                  <c:v>98.21915979</c:v>
                </c:pt>
                <c:pt idx="74">
                  <c:v>94.72254852</c:v>
                </c:pt>
                <c:pt idx="75">
                  <c:v>93.14513505</c:v>
                </c:pt>
                <c:pt idx="76">
                  <c:v>93.54513916</c:v>
                </c:pt>
                <c:pt idx="77">
                  <c:v>95.55851601</c:v>
                </c:pt>
                <c:pt idx="78">
                  <c:v>97.07291513</c:v>
                </c:pt>
                <c:pt idx="79">
                  <c:v>96.89517358</c:v>
                </c:pt>
                <c:pt idx="80">
                  <c:v>99.68698309</c:v>
                </c:pt>
                <c:pt idx="81">
                  <c:v>100.4681555</c:v>
                </c:pt>
                <c:pt idx="82">
                  <c:v>98.2123104</c:v>
                </c:pt>
                <c:pt idx="83">
                  <c:v>99.90273873</c:v>
                </c:pt>
                <c:pt idx="84">
                  <c:v>98.85444029</c:v>
                </c:pt>
                <c:pt idx="85">
                  <c:v>97.57394768</c:v>
                </c:pt>
                <c:pt idx="86">
                  <c:v>97.45100121</c:v>
                </c:pt>
                <c:pt idx="87">
                  <c:v>95.43145991</c:v>
                </c:pt>
                <c:pt idx="88">
                  <c:v>94.72323346</c:v>
                </c:pt>
                <c:pt idx="89">
                  <c:v>95.90577985</c:v>
                </c:pt>
                <c:pt idx="90">
                  <c:v>91.83553256</c:v>
                </c:pt>
                <c:pt idx="91">
                  <c:v>93.59548215</c:v>
                </c:pt>
                <c:pt idx="92">
                  <c:v>93.37630181</c:v>
                </c:pt>
                <c:pt idx="93">
                  <c:v>95.96399963</c:v>
                </c:pt>
                <c:pt idx="94">
                  <c:v>96.19687874</c:v>
                </c:pt>
                <c:pt idx="95">
                  <c:v>95.4472135</c:v>
                </c:pt>
                <c:pt idx="96">
                  <c:v>95.01741456</c:v>
                </c:pt>
                <c:pt idx="97">
                  <c:v>93.91158128</c:v>
                </c:pt>
                <c:pt idx="98">
                  <c:v>91.34819878</c:v>
                </c:pt>
                <c:pt idx="99">
                  <c:v>93.22630027</c:v>
                </c:pt>
                <c:pt idx="100">
                  <c:v>94.6547396</c:v>
                </c:pt>
                <c:pt idx="101">
                  <c:v>95.28180084</c:v>
                </c:pt>
                <c:pt idx="102">
                  <c:v>95.10988127</c:v>
                </c:pt>
                <c:pt idx="103">
                  <c:v>94.57151957</c:v>
                </c:pt>
                <c:pt idx="104">
                  <c:v>91.3279931</c:v>
                </c:pt>
                <c:pt idx="105">
                  <c:v>91.43792573</c:v>
                </c:pt>
                <c:pt idx="106">
                  <c:v>91.29991062</c:v>
                </c:pt>
                <c:pt idx="107">
                  <c:v>93.59103004</c:v>
                </c:pt>
                <c:pt idx="108">
                  <c:v>90.57319082</c:v>
                </c:pt>
                <c:pt idx="109">
                  <c:v>89.45708346</c:v>
                </c:pt>
                <c:pt idx="110">
                  <c:v>88.89063929</c:v>
                </c:pt>
                <c:pt idx="111">
                  <c:v>88.82009062</c:v>
                </c:pt>
                <c:pt idx="112">
                  <c:v>91.69169546</c:v>
                </c:pt>
                <c:pt idx="113">
                  <c:v>90.76257633</c:v>
                </c:pt>
                <c:pt idx="114">
                  <c:v>92.8314332</c:v>
                </c:pt>
                <c:pt idx="115">
                  <c:v>92.65129436</c:v>
                </c:pt>
                <c:pt idx="116">
                  <c:v>93.61842759</c:v>
                </c:pt>
                <c:pt idx="117">
                  <c:v>94.01226725</c:v>
                </c:pt>
                <c:pt idx="118">
                  <c:v>89.83551201</c:v>
                </c:pt>
                <c:pt idx="119">
                  <c:v>89.42797358</c:v>
                </c:pt>
                <c:pt idx="120">
                  <c:v>85.81012819</c:v>
                </c:pt>
                <c:pt idx="121">
                  <c:v>83.67106511</c:v>
                </c:pt>
                <c:pt idx="122">
                  <c:v>85.89334822</c:v>
                </c:pt>
                <c:pt idx="123">
                  <c:v>82.61180766</c:v>
                </c:pt>
                <c:pt idx="124">
                  <c:v>83.15907355</c:v>
                </c:pt>
                <c:pt idx="125">
                  <c:v>81.34569876</c:v>
                </c:pt>
                <c:pt idx="126">
                  <c:v>79.86383422</c:v>
                </c:pt>
                <c:pt idx="127">
                  <c:v>82.13817265</c:v>
                </c:pt>
                <c:pt idx="128">
                  <c:v>84.70018528</c:v>
                </c:pt>
                <c:pt idx="129">
                  <c:v>83.20119727</c:v>
                </c:pt>
                <c:pt idx="130">
                  <c:v>84.84299496</c:v>
                </c:pt>
                <c:pt idx="131">
                  <c:v>84.12415196</c:v>
                </c:pt>
                <c:pt idx="132">
                  <c:v>85.54334462</c:v>
                </c:pt>
                <c:pt idx="133">
                  <c:v>86.54198502</c:v>
                </c:pt>
                <c:pt idx="134">
                  <c:v>88.47625147</c:v>
                </c:pt>
                <c:pt idx="135">
                  <c:v>86.6926715</c:v>
                </c:pt>
                <c:pt idx="136">
                  <c:v>83.51250184</c:v>
                </c:pt>
                <c:pt idx="137">
                  <c:v>81.78337449</c:v>
                </c:pt>
                <c:pt idx="138">
                  <c:v>82.11351486</c:v>
                </c:pt>
                <c:pt idx="139">
                  <c:v>82.7450282</c:v>
                </c:pt>
                <c:pt idx="140">
                  <c:v>80.84535115</c:v>
                </c:pt>
                <c:pt idx="141">
                  <c:v>80.70493875</c:v>
                </c:pt>
                <c:pt idx="142">
                  <c:v>81.0843947</c:v>
                </c:pt>
                <c:pt idx="143">
                  <c:v>82.75153512</c:v>
                </c:pt>
                <c:pt idx="144">
                  <c:v>79.38745946</c:v>
                </c:pt>
                <c:pt idx="145">
                  <c:v>79.29430782</c:v>
                </c:pt>
                <c:pt idx="146">
                  <c:v>78.03881547</c:v>
                </c:pt>
                <c:pt idx="147">
                  <c:v>75.86653288</c:v>
                </c:pt>
                <c:pt idx="148">
                  <c:v>77.87785491</c:v>
                </c:pt>
                <c:pt idx="149">
                  <c:v>79.89123176</c:v>
                </c:pt>
                <c:pt idx="150">
                  <c:v>81.24912242</c:v>
                </c:pt>
                <c:pt idx="151">
                  <c:v>81.15288856</c:v>
                </c:pt>
                <c:pt idx="152">
                  <c:v>83.72346291</c:v>
                </c:pt>
                <c:pt idx="153">
                  <c:v>81.96556814</c:v>
                </c:pt>
                <c:pt idx="154">
                  <c:v>83.76661404</c:v>
                </c:pt>
                <c:pt idx="155">
                  <c:v>82.90872851</c:v>
                </c:pt>
                <c:pt idx="156">
                  <c:v>81.10254557</c:v>
                </c:pt>
                <c:pt idx="157">
                  <c:v>82.06556917</c:v>
                </c:pt>
                <c:pt idx="158">
                  <c:v>81.80392264</c:v>
                </c:pt>
                <c:pt idx="159">
                  <c:v>82.00906174</c:v>
                </c:pt>
                <c:pt idx="160">
                  <c:v>79.82890235</c:v>
                </c:pt>
                <c:pt idx="161">
                  <c:v>80.01726045</c:v>
                </c:pt>
                <c:pt idx="162">
                  <c:v>79.84499841</c:v>
                </c:pt>
                <c:pt idx="163">
                  <c:v>79.39328144</c:v>
                </c:pt>
                <c:pt idx="164">
                  <c:v>80.150481</c:v>
                </c:pt>
                <c:pt idx="165">
                  <c:v>80.72137727</c:v>
                </c:pt>
                <c:pt idx="166">
                  <c:v>79.65972253</c:v>
                </c:pt>
                <c:pt idx="167">
                  <c:v>81.00220208</c:v>
                </c:pt>
                <c:pt idx="168">
                  <c:v>78.53402603</c:v>
                </c:pt>
                <c:pt idx="169">
                  <c:v>76.46242941</c:v>
                </c:pt>
                <c:pt idx="170">
                  <c:v>73.03568187</c:v>
                </c:pt>
                <c:pt idx="171">
                  <c:v>72.63328048</c:v>
                </c:pt>
                <c:pt idx="172">
                  <c:v>72.99458556</c:v>
                </c:pt>
                <c:pt idx="173">
                  <c:v>71.88224537</c:v>
                </c:pt>
                <c:pt idx="174">
                  <c:v>73.47472748</c:v>
                </c:pt>
                <c:pt idx="175">
                  <c:v>75.62372216</c:v>
                </c:pt>
                <c:pt idx="176">
                  <c:v>74.94083843</c:v>
                </c:pt>
                <c:pt idx="177">
                  <c:v>75.50831002</c:v>
                </c:pt>
                <c:pt idx="178">
                  <c:v>75.05008613</c:v>
                </c:pt>
                <c:pt idx="179">
                  <c:v>74.05384302</c:v>
                </c:pt>
                <c:pt idx="180">
                  <c:v>75.87646448</c:v>
                </c:pt>
                <c:pt idx="181">
                  <c:v>78.51005319</c:v>
                </c:pt>
                <c:pt idx="182">
                  <c:v>78.67683572</c:v>
                </c:pt>
                <c:pt idx="183">
                  <c:v>77.30490382</c:v>
                </c:pt>
                <c:pt idx="184">
                  <c:v>79.65390055</c:v>
                </c:pt>
                <c:pt idx="185">
                  <c:v>80.74603506</c:v>
                </c:pt>
                <c:pt idx="186">
                  <c:v>81.60871516</c:v>
                </c:pt>
                <c:pt idx="187">
                  <c:v>81.66522259</c:v>
                </c:pt>
                <c:pt idx="188">
                  <c:v>83.76901133</c:v>
                </c:pt>
                <c:pt idx="189">
                  <c:v>83.5508584</c:v>
                </c:pt>
                <c:pt idx="190">
                  <c:v>82.47379254</c:v>
                </c:pt>
                <c:pt idx="191">
                  <c:v>81.96830789</c:v>
                </c:pt>
                <c:pt idx="192">
                  <c:v>80.95494132</c:v>
                </c:pt>
                <c:pt idx="193">
                  <c:v>80.66658219</c:v>
                </c:pt>
                <c:pt idx="194">
                  <c:v>80.40322332</c:v>
                </c:pt>
                <c:pt idx="195">
                  <c:v>81.08268236</c:v>
                </c:pt>
                <c:pt idx="196">
                  <c:v>81.31727381</c:v>
                </c:pt>
                <c:pt idx="197">
                  <c:v>80.17959089</c:v>
                </c:pt>
                <c:pt idx="198">
                  <c:v>80.69945924</c:v>
                </c:pt>
                <c:pt idx="199">
                  <c:v>82.57208122</c:v>
                </c:pt>
                <c:pt idx="200">
                  <c:v>82.64639705</c:v>
                </c:pt>
                <c:pt idx="201">
                  <c:v>81.44193262</c:v>
                </c:pt>
                <c:pt idx="202">
                  <c:v>80.65254095</c:v>
                </c:pt>
                <c:pt idx="203">
                  <c:v>78.28779063</c:v>
                </c:pt>
                <c:pt idx="204">
                  <c:v>79.80424456</c:v>
                </c:pt>
                <c:pt idx="205">
                  <c:v>79.70321613</c:v>
                </c:pt>
                <c:pt idx="206">
                  <c:v>79.88267003</c:v>
                </c:pt>
                <c:pt idx="207">
                  <c:v>79.42102145</c:v>
                </c:pt>
                <c:pt idx="208">
                  <c:v>79.93438289</c:v>
                </c:pt>
                <c:pt idx="209">
                  <c:v>80.16417977</c:v>
                </c:pt>
                <c:pt idx="210">
                  <c:v>78.58505396</c:v>
                </c:pt>
                <c:pt idx="211">
                  <c:v>75.14700493</c:v>
                </c:pt>
                <c:pt idx="212">
                  <c:v>76.13639866</c:v>
                </c:pt>
                <c:pt idx="213">
                  <c:v>79.00526375</c:v>
                </c:pt>
                <c:pt idx="214">
                  <c:v>78.62512286</c:v>
                </c:pt>
                <c:pt idx="215">
                  <c:v>76.29016736</c:v>
                </c:pt>
                <c:pt idx="216">
                  <c:v>75.20248496</c:v>
                </c:pt>
                <c:pt idx="217">
                  <c:v>75.86482053</c:v>
                </c:pt>
                <c:pt idx="218">
                  <c:v>76.97716072</c:v>
                </c:pt>
                <c:pt idx="219">
                  <c:v>78.02717151</c:v>
                </c:pt>
                <c:pt idx="220">
                  <c:v>80.43952506</c:v>
                </c:pt>
                <c:pt idx="221">
                  <c:v>80.28609883</c:v>
                </c:pt>
                <c:pt idx="222">
                  <c:v>82.04810323</c:v>
                </c:pt>
                <c:pt idx="223">
                  <c:v>83.01831868</c:v>
                </c:pt>
                <c:pt idx="224">
                  <c:v>85.00258564</c:v>
                </c:pt>
                <c:pt idx="225">
                  <c:v>86.71869916</c:v>
                </c:pt>
                <c:pt idx="226">
                  <c:v>86.29266739</c:v>
                </c:pt>
                <c:pt idx="227">
                  <c:v>88.01254807</c:v>
                </c:pt>
                <c:pt idx="228">
                  <c:v>86.91698887</c:v>
                </c:pt>
                <c:pt idx="229">
                  <c:v>86.41903855</c:v>
                </c:pt>
                <c:pt idx="230">
                  <c:v>88.40227811</c:v>
                </c:pt>
                <c:pt idx="231">
                  <c:v>88.44303195</c:v>
                </c:pt>
                <c:pt idx="232">
                  <c:v>86.62657493</c:v>
                </c:pt>
                <c:pt idx="233">
                  <c:v>84.85121422</c:v>
                </c:pt>
                <c:pt idx="234">
                  <c:v>84.80943297</c:v>
                </c:pt>
                <c:pt idx="235">
                  <c:v>83.8494916</c:v>
                </c:pt>
                <c:pt idx="236">
                  <c:v>82.42207968</c:v>
                </c:pt>
                <c:pt idx="237">
                  <c:v>82.27995493</c:v>
                </c:pt>
                <c:pt idx="238">
                  <c:v>82.75427487</c:v>
                </c:pt>
                <c:pt idx="239">
                  <c:v>81.83166265</c:v>
                </c:pt>
                <c:pt idx="240">
                  <c:v>82.07241855</c:v>
                </c:pt>
                <c:pt idx="241">
                  <c:v>82.68886324</c:v>
                </c:pt>
                <c:pt idx="242">
                  <c:v>82.3727641</c:v>
                </c:pt>
                <c:pt idx="243">
                  <c:v>80.1069874</c:v>
                </c:pt>
                <c:pt idx="244">
                  <c:v>80.7556242</c:v>
                </c:pt>
                <c:pt idx="245">
                  <c:v>79.71828478</c:v>
                </c:pt>
                <c:pt idx="246">
                  <c:v>80.18027582</c:v>
                </c:pt>
                <c:pt idx="247">
                  <c:v>80.8960366</c:v>
                </c:pt>
                <c:pt idx="248">
                  <c:v>79.19396432</c:v>
                </c:pt>
                <c:pt idx="249">
                  <c:v>77.5213444</c:v>
                </c:pt>
                <c:pt idx="250">
                  <c:v>77.52956366</c:v>
                </c:pt>
                <c:pt idx="251">
                  <c:v>79.3792402</c:v>
                </c:pt>
                <c:pt idx="252">
                  <c:v>76.43571681</c:v>
                </c:pt>
                <c:pt idx="253">
                  <c:v>74.89015298</c:v>
                </c:pt>
                <c:pt idx="254">
                  <c:v>72.35382555</c:v>
                </c:pt>
                <c:pt idx="255">
                  <c:v>73.1267787</c:v>
                </c:pt>
                <c:pt idx="256">
                  <c:v>72.74150077</c:v>
                </c:pt>
                <c:pt idx="257">
                  <c:v>74.17507714</c:v>
                </c:pt>
                <c:pt idx="258">
                  <c:v>75.92817734</c:v>
                </c:pt>
                <c:pt idx="259">
                  <c:v>76.65763689</c:v>
                </c:pt>
                <c:pt idx="260">
                  <c:v>77.81312822</c:v>
                </c:pt>
                <c:pt idx="261">
                  <c:v>75.90043733</c:v>
                </c:pt>
                <c:pt idx="262">
                  <c:v>76.36037357</c:v>
                </c:pt>
                <c:pt idx="263">
                  <c:v>76.69428111</c:v>
                </c:pt>
                <c:pt idx="264">
                  <c:v>77.40627472</c:v>
                </c:pt>
                <c:pt idx="265">
                  <c:v>76.8994202</c:v>
                </c:pt>
                <c:pt idx="266">
                  <c:v>77.35387692</c:v>
                </c:pt>
                <c:pt idx="267">
                  <c:v>78.62169817</c:v>
                </c:pt>
                <c:pt idx="268">
                  <c:v>78.82375504</c:v>
                </c:pt>
                <c:pt idx="269">
                  <c:v>78.26998223</c:v>
                </c:pt>
                <c:pt idx="270">
                  <c:v>77.74942893</c:v>
                </c:pt>
                <c:pt idx="271">
                  <c:v>77.62682493</c:v>
                </c:pt>
                <c:pt idx="272">
                  <c:v>78.77546687</c:v>
                </c:pt>
                <c:pt idx="273">
                  <c:v>77.49189204</c:v>
                </c:pt>
                <c:pt idx="274">
                  <c:v>75.75386048</c:v>
                </c:pt>
                <c:pt idx="275">
                  <c:v>74.64494498</c:v>
                </c:pt>
                <c:pt idx="276">
                  <c:v>74.11925465</c:v>
                </c:pt>
                <c:pt idx="277">
                  <c:v>73.60178358</c:v>
                </c:pt>
                <c:pt idx="278">
                  <c:v>71.86820413</c:v>
                </c:pt>
                <c:pt idx="279">
                  <c:v>68.66166433</c:v>
                </c:pt>
                <c:pt idx="280">
                  <c:v>67.58322859</c:v>
                </c:pt>
                <c:pt idx="281">
                  <c:v>69.43838464</c:v>
                </c:pt>
                <c:pt idx="282">
                  <c:v>68.31885259</c:v>
                </c:pt>
                <c:pt idx="283">
                  <c:v>67.45548756</c:v>
                </c:pt>
                <c:pt idx="284">
                  <c:v>67.56610513</c:v>
                </c:pt>
                <c:pt idx="285">
                  <c:v>67.18801905</c:v>
                </c:pt>
                <c:pt idx="286">
                  <c:v>67.40719939</c:v>
                </c:pt>
                <c:pt idx="287">
                  <c:v>67.36952777</c:v>
                </c:pt>
                <c:pt idx="288">
                  <c:v>67.38802111</c:v>
                </c:pt>
                <c:pt idx="289">
                  <c:v>66.67979466</c:v>
                </c:pt>
                <c:pt idx="290">
                  <c:v>65.96163659</c:v>
                </c:pt>
                <c:pt idx="291">
                  <c:v>65.0554629</c:v>
                </c:pt>
                <c:pt idx="292">
                  <c:v>65.53183766</c:v>
                </c:pt>
                <c:pt idx="293">
                  <c:v>65.01676387</c:v>
                </c:pt>
                <c:pt idx="294">
                  <c:v>64.96265373</c:v>
                </c:pt>
                <c:pt idx="295">
                  <c:v>66.0551307</c:v>
                </c:pt>
                <c:pt idx="296">
                  <c:v>67.4917893</c:v>
                </c:pt>
                <c:pt idx="297">
                  <c:v>67.51131005</c:v>
                </c:pt>
                <c:pt idx="298">
                  <c:v>65.49416604</c:v>
                </c:pt>
                <c:pt idx="299">
                  <c:v>65.80615554</c:v>
                </c:pt>
                <c:pt idx="300">
                  <c:v>65.42224749</c:v>
                </c:pt>
                <c:pt idx="301">
                  <c:v>64.82566602</c:v>
                </c:pt>
                <c:pt idx="302">
                  <c:v>64.9773799</c:v>
                </c:pt>
                <c:pt idx="303">
                  <c:v>64.55751258</c:v>
                </c:pt>
                <c:pt idx="304">
                  <c:v>65.3619729</c:v>
                </c:pt>
                <c:pt idx="305">
                  <c:v>66.83493324</c:v>
                </c:pt>
                <c:pt idx="306">
                  <c:v>66.96061946</c:v>
                </c:pt>
                <c:pt idx="307">
                  <c:v>66.37157231</c:v>
                </c:pt>
                <c:pt idx="308">
                  <c:v>66.24314633</c:v>
                </c:pt>
                <c:pt idx="309">
                  <c:v>65.26882126</c:v>
                </c:pt>
                <c:pt idx="310">
                  <c:v>67.4695288</c:v>
                </c:pt>
                <c:pt idx="311">
                  <c:v>68.53084107</c:v>
                </c:pt>
                <c:pt idx="312">
                  <c:v>68.40994942</c:v>
                </c:pt>
                <c:pt idx="313">
                  <c:v>68.50241612</c:v>
                </c:pt>
                <c:pt idx="314">
                  <c:v>68.81440563</c:v>
                </c:pt>
                <c:pt idx="315">
                  <c:v>70.91613955</c:v>
                </c:pt>
                <c:pt idx="316">
                  <c:v>73.95315705</c:v>
                </c:pt>
                <c:pt idx="317">
                  <c:v>73.97302027</c:v>
                </c:pt>
                <c:pt idx="318">
                  <c:v>74.99255129</c:v>
                </c:pt>
                <c:pt idx="319">
                  <c:v>73.86308763</c:v>
                </c:pt>
                <c:pt idx="320">
                  <c:v>76.34975702</c:v>
                </c:pt>
                <c:pt idx="321">
                  <c:v>75.12405949</c:v>
                </c:pt>
                <c:pt idx="322">
                  <c:v>77.29736949</c:v>
                </c:pt>
                <c:pt idx="323">
                  <c:v>78.89087902</c:v>
                </c:pt>
                <c:pt idx="324">
                  <c:v>78.17100861</c:v>
                </c:pt>
                <c:pt idx="325">
                  <c:v>78.18881701</c:v>
                </c:pt>
                <c:pt idx="326">
                  <c:v>77.51723477</c:v>
                </c:pt>
                <c:pt idx="327">
                  <c:v>75.57337918</c:v>
                </c:pt>
                <c:pt idx="328">
                  <c:v>74.79117936</c:v>
                </c:pt>
                <c:pt idx="329">
                  <c:v>76.10420655</c:v>
                </c:pt>
                <c:pt idx="330">
                  <c:v>77.23367021</c:v>
                </c:pt>
                <c:pt idx="331">
                  <c:v>78.04771967</c:v>
                </c:pt>
                <c:pt idx="332">
                  <c:v>77.08640842</c:v>
                </c:pt>
                <c:pt idx="333">
                  <c:v>77.44189153</c:v>
                </c:pt>
                <c:pt idx="334">
                  <c:v>76.21242684</c:v>
                </c:pt>
                <c:pt idx="335">
                  <c:v>75.86584794</c:v>
                </c:pt>
                <c:pt idx="336">
                  <c:v>76.79119991</c:v>
                </c:pt>
                <c:pt idx="337">
                  <c:v>77.10318942</c:v>
                </c:pt>
                <c:pt idx="338">
                  <c:v>77.88538923</c:v>
                </c:pt>
                <c:pt idx="339">
                  <c:v>75.80077878</c:v>
                </c:pt>
                <c:pt idx="340">
                  <c:v>76.35523653</c:v>
                </c:pt>
                <c:pt idx="341">
                  <c:v>77.89497837</c:v>
                </c:pt>
                <c:pt idx="342">
                  <c:v>78.30525656</c:v>
                </c:pt>
                <c:pt idx="343">
                  <c:v>76.3120854</c:v>
                </c:pt>
                <c:pt idx="344">
                  <c:v>76.39701778</c:v>
                </c:pt>
                <c:pt idx="345">
                  <c:v>75.9220129</c:v>
                </c:pt>
                <c:pt idx="346">
                  <c:v>75.59289993</c:v>
                </c:pt>
                <c:pt idx="347">
                  <c:v>77.08606595</c:v>
                </c:pt>
                <c:pt idx="348">
                  <c:v>76.97716072</c:v>
                </c:pt>
                <c:pt idx="349">
                  <c:v>76.97750319</c:v>
                </c:pt>
                <c:pt idx="350">
                  <c:v>78.22306394</c:v>
                </c:pt>
                <c:pt idx="351">
                  <c:v>77.07202471</c:v>
                </c:pt>
                <c:pt idx="352">
                  <c:v>74.47302541</c:v>
                </c:pt>
                <c:pt idx="353">
                  <c:v>73.67986657</c:v>
                </c:pt>
                <c:pt idx="354">
                  <c:v>74.31446213</c:v>
                </c:pt>
                <c:pt idx="355">
                  <c:v>72.87198156</c:v>
                </c:pt>
                <c:pt idx="356">
                  <c:v>74.471998</c:v>
                </c:pt>
                <c:pt idx="357">
                  <c:v>78.29155779</c:v>
                </c:pt>
                <c:pt idx="358">
                  <c:v>78.52957393</c:v>
                </c:pt>
                <c:pt idx="359">
                  <c:v>78.73779525</c:v>
                </c:pt>
                <c:pt idx="360">
                  <c:v>79.97513673</c:v>
                </c:pt>
                <c:pt idx="361">
                  <c:v>78.9679346</c:v>
                </c:pt>
                <c:pt idx="362">
                  <c:v>79.01245561</c:v>
                </c:pt>
                <c:pt idx="363">
                  <c:v>77.8066213</c:v>
                </c:pt>
                <c:pt idx="364">
                  <c:v>77.47545351</c:v>
                </c:pt>
                <c:pt idx="365">
                  <c:v>75.69769552</c:v>
                </c:pt>
                <c:pt idx="366">
                  <c:v>76.46893632</c:v>
                </c:pt>
                <c:pt idx="367">
                  <c:v>77.63846889</c:v>
                </c:pt>
                <c:pt idx="368">
                  <c:v>77.23230033</c:v>
                </c:pt>
                <c:pt idx="369">
                  <c:v>76.74839125</c:v>
                </c:pt>
                <c:pt idx="370">
                  <c:v>78.24703678</c:v>
                </c:pt>
                <c:pt idx="371">
                  <c:v>77.38332928</c:v>
                </c:pt>
                <c:pt idx="372">
                  <c:v>76.61825293</c:v>
                </c:pt>
                <c:pt idx="373">
                  <c:v>74.40110686</c:v>
                </c:pt>
                <c:pt idx="374">
                  <c:v>76.57304698</c:v>
                </c:pt>
                <c:pt idx="375">
                  <c:v>77.17202574</c:v>
                </c:pt>
                <c:pt idx="376">
                  <c:v>79.91212238</c:v>
                </c:pt>
                <c:pt idx="377">
                  <c:v>80.85083066</c:v>
                </c:pt>
                <c:pt idx="378">
                  <c:v>81.62070158</c:v>
                </c:pt>
                <c:pt idx="379">
                  <c:v>82.14536451</c:v>
                </c:pt>
                <c:pt idx="380">
                  <c:v>78.95423583</c:v>
                </c:pt>
                <c:pt idx="381">
                  <c:v>79.02855166</c:v>
                </c:pt>
                <c:pt idx="382">
                  <c:v>78.06347325</c:v>
                </c:pt>
                <c:pt idx="383">
                  <c:v>73.30417778</c:v>
                </c:pt>
                <c:pt idx="384">
                  <c:v>73.44493265</c:v>
                </c:pt>
                <c:pt idx="385">
                  <c:v>74.14733713</c:v>
                </c:pt>
                <c:pt idx="386">
                  <c:v>71.54594054</c:v>
                </c:pt>
                <c:pt idx="387">
                  <c:v>70.33120203</c:v>
                </c:pt>
                <c:pt idx="388">
                  <c:v>69.85722456</c:v>
                </c:pt>
                <c:pt idx="389">
                  <c:v>71.40381579</c:v>
                </c:pt>
                <c:pt idx="390">
                  <c:v>70.18599506</c:v>
                </c:pt>
                <c:pt idx="391">
                  <c:v>69.50139899</c:v>
                </c:pt>
                <c:pt idx="392">
                  <c:v>71.94936934</c:v>
                </c:pt>
                <c:pt idx="393">
                  <c:v>69.80311442</c:v>
                </c:pt>
                <c:pt idx="394">
                  <c:v>68.98598273</c:v>
                </c:pt>
                <c:pt idx="395">
                  <c:v>70.48976531</c:v>
                </c:pt>
                <c:pt idx="396">
                  <c:v>70.93976993</c:v>
                </c:pt>
                <c:pt idx="397">
                  <c:v>69.81270356</c:v>
                </c:pt>
                <c:pt idx="398">
                  <c:v>70.81545358</c:v>
                </c:pt>
                <c:pt idx="399">
                  <c:v>68.41542893</c:v>
                </c:pt>
                <c:pt idx="400">
                  <c:v>68.65721223</c:v>
                </c:pt>
                <c:pt idx="401">
                  <c:v>68.54864947</c:v>
                </c:pt>
                <c:pt idx="402">
                  <c:v>66.60787611</c:v>
                </c:pt>
                <c:pt idx="403">
                  <c:v>65.83834765</c:v>
                </c:pt>
                <c:pt idx="404">
                  <c:v>64.72600746</c:v>
                </c:pt>
                <c:pt idx="405">
                  <c:v>63.50647438</c:v>
                </c:pt>
                <c:pt idx="406">
                  <c:v>64.20990627</c:v>
                </c:pt>
                <c:pt idx="407">
                  <c:v>64.31915396</c:v>
                </c:pt>
                <c:pt idx="408">
                  <c:v>63.09003175</c:v>
                </c:pt>
                <c:pt idx="409">
                  <c:v>64.68628102</c:v>
                </c:pt>
                <c:pt idx="410">
                  <c:v>66.81164533</c:v>
                </c:pt>
                <c:pt idx="411">
                  <c:v>67.27980082</c:v>
                </c:pt>
                <c:pt idx="412">
                  <c:v>67.30856824</c:v>
                </c:pt>
                <c:pt idx="413">
                  <c:v>69.20995764</c:v>
                </c:pt>
                <c:pt idx="414">
                  <c:v>68.60686925</c:v>
                </c:pt>
                <c:pt idx="415">
                  <c:v>67.45617249</c:v>
                </c:pt>
                <c:pt idx="416">
                  <c:v>69.21646455</c:v>
                </c:pt>
                <c:pt idx="417">
                  <c:v>68.80344661</c:v>
                </c:pt>
                <c:pt idx="418">
                  <c:v>66.40753158</c:v>
                </c:pt>
                <c:pt idx="419">
                  <c:v>64.56436196</c:v>
                </c:pt>
                <c:pt idx="420">
                  <c:v>65.33046572</c:v>
                </c:pt>
                <c:pt idx="421">
                  <c:v>66.865413</c:v>
                </c:pt>
                <c:pt idx="422">
                  <c:v>67.87227266</c:v>
                </c:pt>
                <c:pt idx="423">
                  <c:v>68.23768737</c:v>
                </c:pt>
                <c:pt idx="424">
                  <c:v>70.32674993</c:v>
                </c:pt>
                <c:pt idx="425">
                  <c:v>71.20689596</c:v>
                </c:pt>
                <c:pt idx="426">
                  <c:v>69.43393254</c:v>
                </c:pt>
                <c:pt idx="427">
                  <c:v>68.34419532</c:v>
                </c:pt>
                <c:pt idx="428">
                  <c:v>67.55446118</c:v>
                </c:pt>
                <c:pt idx="429">
                  <c:v>68.38186694</c:v>
                </c:pt>
                <c:pt idx="430">
                  <c:v>69.01372274</c:v>
                </c:pt>
                <c:pt idx="431">
                  <c:v>69.08461388</c:v>
                </c:pt>
                <c:pt idx="432">
                  <c:v>68.95447556</c:v>
                </c:pt>
                <c:pt idx="433">
                  <c:v>68.89659825</c:v>
                </c:pt>
                <c:pt idx="434">
                  <c:v>69.78119638</c:v>
                </c:pt>
                <c:pt idx="435">
                  <c:v>70.67538365</c:v>
                </c:pt>
                <c:pt idx="436">
                  <c:v>70.9579208</c:v>
                </c:pt>
                <c:pt idx="437">
                  <c:v>69.93736237</c:v>
                </c:pt>
                <c:pt idx="438">
                  <c:v>69.61578372</c:v>
                </c:pt>
                <c:pt idx="439">
                  <c:v>70.81339877</c:v>
                </c:pt>
                <c:pt idx="440">
                  <c:v>70.60962955</c:v>
                </c:pt>
                <c:pt idx="441">
                  <c:v>70.09489824</c:v>
                </c:pt>
                <c:pt idx="442">
                  <c:v>68.23597503</c:v>
                </c:pt>
                <c:pt idx="443">
                  <c:v>67.64761282</c:v>
                </c:pt>
                <c:pt idx="444">
                  <c:v>66.99109922</c:v>
                </c:pt>
                <c:pt idx="445">
                  <c:v>67.59932465</c:v>
                </c:pt>
                <c:pt idx="446">
                  <c:v>65.76368935</c:v>
                </c:pt>
                <c:pt idx="447">
                  <c:v>65.78389504</c:v>
                </c:pt>
                <c:pt idx="448">
                  <c:v>66.05307589</c:v>
                </c:pt>
                <c:pt idx="449">
                  <c:v>65.00101028</c:v>
                </c:pt>
                <c:pt idx="450">
                  <c:v>66.26335202</c:v>
                </c:pt>
                <c:pt idx="451">
                  <c:v>66.25444782</c:v>
                </c:pt>
                <c:pt idx="452">
                  <c:v>66.12259715</c:v>
                </c:pt>
                <c:pt idx="453">
                  <c:v>65.08491526</c:v>
                </c:pt>
                <c:pt idx="454">
                  <c:v>64.85648825</c:v>
                </c:pt>
                <c:pt idx="455">
                  <c:v>64.16846748</c:v>
                </c:pt>
                <c:pt idx="456">
                  <c:v>64.04106892</c:v>
                </c:pt>
                <c:pt idx="457">
                  <c:v>63.36606198</c:v>
                </c:pt>
                <c:pt idx="458">
                  <c:v>62.71434296</c:v>
                </c:pt>
                <c:pt idx="459">
                  <c:v>62.7595489</c:v>
                </c:pt>
                <c:pt idx="460">
                  <c:v>62.99482529</c:v>
                </c:pt>
                <c:pt idx="461">
                  <c:v>64.08216523</c:v>
                </c:pt>
                <c:pt idx="462">
                  <c:v>64.02805508</c:v>
                </c:pt>
                <c:pt idx="463">
                  <c:v>66.0027329</c:v>
                </c:pt>
                <c:pt idx="464">
                  <c:v>66.11437789</c:v>
                </c:pt>
                <c:pt idx="465">
                  <c:v>64.80820008</c:v>
                </c:pt>
                <c:pt idx="466">
                  <c:v>64.66641781</c:v>
                </c:pt>
                <c:pt idx="467">
                  <c:v>64.37771621</c:v>
                </c:pt>
                <c:pt idx="468">
                  <c:v>64.10819289</c:v>
                </c:pt>
                <c:pt idx="469">
                  <c:v>64.55443035</c:v>
                </c:pt>
                <c:pt idx="470">
                  <c:v>63.97805457</c:v>
                </c:pt>
                <c:pt idx="471">
                  <c:v>62.41981938</c:v>
                </c:pt>
                <c:pt idx="472">
                  <c:v>62.0496101</c:v>
                </c:pt>
                <c:pt idx="473">
                  <c:v>61.94310216</c:v>
                </c:pt>
                <c:pt idx="474">
                  <c:v>59.82082008</c:v>
                </c:pt>
                <c:pt idx="475">
                  <c:v>61.18761494</c:v>
                </c:pt>
                <c:pt idx="476">
                  <c:v>61.53761854</c:v>
                </c:pt>
                <c:pt idx="477">
                  <c:v>62.31879095</c:v>
                </c:pt>
                <c:pt idx="478">
                  <c:v>61.91673202</c:v>
                </c:pt>
                <c:pt idx="479">
                  <c:v>63.25955404</c:v>
                </c:pt>
                <c:pt idx="480">
                  <c:v>62.26194105</c:v>
                </c:pt>
                <c:pt idx="481">
                  <c:v>61.46433011</c:v>
                </c:pt>
                <c:pt idx="482">
                  <c:v>61.7732374</c:v>
                </c:pt>
                <c:pt idx="483">
                  <c:v>60.897201</c:v>
                </c:pt>
                <c:pt idx="484">
                  <c:v>61.00473635</c:v>
                </c:pt>
                <c:pt idx="485">
                  <c:v>61.38795947</c:v>
                </c:pt>
                <c:pt idx="486">
                  <c:v>64.22908455</c:v>
                </c:pt>
                <c:pt idx="487">
                  <c:v>64.71230869</c:v>
                </c:pt>
                <c:pt idx="488">
                  <c:v>64.85717319</c:v>
                </c:pt>
                <c:pt idx="489">
                  <c:v>64.43216882</c:v>
                </c:pt>
                <c:pt idx="490">
                  <c:v>64.08832967</c:v>
                </c:pt>
                <c:pt idx="491">
                  <c:v>63.34517135</c:v>
                </c:pt>
                <c:pt idx="492">
                  <c:v>61.61501659</c:v>
                </c:pt>
                <c:pt idx="493">
                  <c:v>62.10098049</c:v>
                </c:pt>
                <c:pt idx="494">
                  <c:v>61.82049816</c:v>
                </c:pt>
                <c:pt idx="495">
                  <c:v>61.019805</c:v>
                </c:pt>
                <c:pt idx="496">
                  <c:v>61.00336647</c:v>
                </c:pt>
                <c:pt idx="497">
                  <c:v>61.81810087</c:v>
                </c:pt>
                <c:pt idx="498">
                  <c:v>63.45030942</c:v>
                </c:pt>
                <c:pt idx="499">
                  <c:v>62.27872204</c:v>
                </c:pt>
                <c:pt idx="500">
                  <c:v>62.69961678</c:v>
                </c:pt>
                <c:pt idx="501">
                  <c:v>62.89276945</c:v>
                </c:pt>
                <c:pt idx="502">
                  <c:v>65.09861403</c:v>
                </c:pt>
                <c:pt idx="503">
                  <c:v>65.49690579</c:v>
                </c:pt>
                <c:pt idx="504">
                  <c:v>65.92636226</c:v>
                </c:pt>
                <c:pt idx="505">
                  <c:v>67.00788022</c:v>
                </c:pt>
                <c:pt idx="506">
                  <c:v>68.01816457</c:v>
                </c:pt>
                <c:pt idx="507">
                  <c:v>67.98357517</c:v>
                </c:pt>
                <c:pt idx="508">
                  <c:v>68.5527591</c:v>
                </c:pt>
                <c:pt idx="509">
                  <c:v>67.04692171</c:v>
                </c:pt>
                <c:pt idx="510">
                  <c:v>68.8024192</c:v>
                </c:pt>
                <c:pt idx="511">
                  <c:v>70.35996945</c:v>
                </c:pt>
                <c:pt idx="512">
                  <c:v>70.87572818</c:v>
                </c:pt>
                <c:pt idx="513">
                  <c:v>71.23600585</c:v>
                </c:pt>
                <c:pt idx="514">
                  <c:v>70.56887571</c:v>
                </c:pt>
                <c:pt idx="515">
                  <c:v>69.96784214</c:v>
                </c:pt>
                <c:pt idx="516">
                  <c:v>71.59422871</c:v>
                </c:pt>
                <c:pt idx="517">
                  <c:v>72.38909989</c:v>
                </c:pt>
                <c:pt idx="518">
                  <c:v>72.30896208</c:v>
                </c:pt>
                <c:pt idx="519">
                  <c:v>71.56511882</c:v>
                </c:pt>
                <c:pt idx="520">
                  <c:v>72.04354839</c:v>
                </c:pt>
                <c:pt idx="521">
                  <c:v>73.78260736</c:v>
                </c:pt>
                <c:pt idx="522">
                  <c:v>74.12713144</c:v>
                </c:pt>
                <c:pt idx="523">
                  <c:v>74.29048929</c:v>
                </c:pt>
                <c:pt idx="524">
                  <c:v>75.87920424</c:v>
                </c:pt>
                <c:pt idx="525">
                  <c:v>76.26619452</c:v>
                </c:pt>
                <c:pt idx="526">
                  <c:v>76.71380185</c:v>
                </c:pt>
                <c:pt idx="527">
                  <c:v>76.78914509</c:v>
                </c:pt>
                <c:pt idx="528">
                  <c:v>75.29255438</c:v>
                </c:pt>
                <c:pt idx="529">
                  <c:v>77.33332877</c:v>
                </c:pt>
                <c:pt idx="530">
                  <c:v>77.89121121</c:v>
                </c:pt>
                <c:pt idx="531">
                  <c:v>77.68572965</c:v>
                </c:pt>
                <c:pt idx="532">
                  <c:v>78.3761477</c:v>
                </c:pt>
                <c:pt idx="533">
                  <c:v>78.90731754</c:v>
                </c:pt>
                <c:pt idx="534">
                  <c:v>79.05252451</c:v>
                </c:pt>
                <c:pt idx="535">
                  <c:v>77.71929164</c:v>
                </c:pt>
                <c:pt idx="536">
                  <c:v>78.28402347</c:v>
                </c:pt>
                <c:pt idx="537">
                  <c:v>76.92373552</c:v>
                </c:pt>
                <c:pt idx="538">
                  <c:v>75.66379107</c:v>
                </c:pt>
                <c:pt idx="539">
                  <c:v>75.46755617</c:v>
                </c:pt>
                <c:pt idx="540">
                  <c:v>77.08229879</c:v>
                </c:pt>
                <c:pt idx="541">
                  <c:v>77.92956777</c:v>
                </c:pt>
                <c:pt idx="542">
                  <c:v>78.46347736</c:v>
                </c:pt>
                <c:pt idx="543">
                  <c:v>78.46176502</c:v>
                </c:pt>
                <c:pt idx="544">
                  <c:v>79.51280321</c:v>
                </c:pt>
                <c:pt idx="545">
                  <c:v>78.15936465</c:v>
                </c:pt>
                <c:pt idx="546">
                  <c:v>79.92239646</c:v>
                </c:pt>
                <c:pt idx="547">
                  <c:v>79.15526529</c:v>
                </c:pt>
                <c:pt idx="548">
                  <c:v>78.57717716</c:v>
                </c:pt>
                <c:pt idx="549">
                  <c:v>78.00593842</c:v>
                </c:pt>
                <c:pt idx="550">
                  <c:v>78.20765282</c:v>
                </c:pt>
                <c:pt idx="551">
                  <c:v>76.45558002</c:v>
                </c:pt>
                <c:pt idx="552">
                  <c:v>76.95387281</c:v>
                </c:pt>
                <c:pt idx="553">
                  <c:v>77.47682339</c:v>
                </c:pt>
                <c:pt idx="554">
                  <c:v>77.04017507</c:v>
                </c:pt>
                <c:pt idx="555">
                  <c:v>77.01106518</c:v>
                </c:pt>
                <c:pt idx="556">
                  <c:v>78.38744919</c:v>
                </c:pt>
                <c:pt idx="557">
                  <c:v>78.95868793</c:v>
                </c:pt>
                <c:pt idx="558">
                  <c:v>79.38300736</c:v>
                </c:pt>
                <c:pt idx="559">
                  <c:v>79.50595383</c:v>
                </c:pt>
                <c:pt idx="560">
                  <c:v>78.71005524</c:v>
                </c:pt>
                <c:pt idx="561">
                  <c:v>79.38711699</c:v>
                </c:pt>
                <c:pt idx="562">
                  <c:v>80.36212701</c:v>
                </c:pt>
                <c:pt idx="563">
                  <c:v>80.3299349</c:v>
                </c:pt>
                <c:pt idx="564">
                  <c:v>80.34089391</c:v>
                </c:pt>
                <c:pt idx="565">
                  <c:v>80.3878122</c:v>
                </c:pt>
                <c:pt idx="566">
                  <c:v>80.91658476</c:v>
                </c:pt>
                <c:pt idx="567">
                  <c:v>80.37548331</c:v>
                </c:pt>
                <c:pt idx="568">
                  <c:v>80.26041363</c:v>
                </c:pt>
                <c:pt idx="569">
                  <c:v>79.53917335</c:v>
                </c:pt>
                <c:pt idx="570">
                  <c:v>79.64088672</c:v>
                </c:pt>
                <c:pt idx="571">
                  <c:v>78.95081114</c:v>
                </c:pt>
                <c:pt idx="572">
                  <c:v>77.44600116</c:v>
                </c:pt>
                <c:pt idx="573">
                  <c:v>77.36243866</c:v>
                </c:pt>
                <c:pt idx="574">
                  <c:v>77.06517533</c:v>
                </c:pt>
                <c:pt idx="575">
                  <c:v>75.95694476</c:v>
                </c:pt>
                <c:pt idx="576">
                  <c:v>76.47133361</c:v>
                </c:pt>
                <c:pt idx="577">
                  <c:v>75.87303979</c:v>
                </c:pt>
                <c:pt idx="578">
                  <c:v>77.50593328</c:v>
                </c:pt>
                <c:pt idx="579">
                  <c:v>78.4597102</c:v>
                </c:pt>
                <c:pt idx="580">
                  <c:v>77.60833159</c:v>
                </c:pt>
                <c:pt idx="581">
                  <c:v>76.14187817</c:v>
                </c:pt>
                <c:pt idx="582">
                  <c:v>76.17441275</c:v>
                </c:pt>
                <c:pt idx="583">
                  <c:v>76.81757004</c:v>
                </c:pt>
                <c:pt idx="584">
                  <c:v>76.31071552</c:v>
                </c:pt>
                <c:pt idx="585">
                  <c:v>74.39425748</c:v>
                </c:pt>
                <c:pt idx="586">
                  <c:v>76.00215071</c:v>
                </c:pt>
                <c:pt idx="587">
                  <c:v>75.85557386</c:v>
                </c:pt>
                <c:pt idx="588">
                  <c:v>74.92063275</c:v>
                </c:pt>
                <c:pt idx="589">
                  <c:v>74.10555588</c:v>
                </c:pt>
                <c:pt idx="590">
                  <c:v>73.80418292</c:v>
                </c:pt>
                <c:pt idx="591">
                  <c:v>74.54973852</c:v>
                </c:pt>
                <c:pt idx="592">
                  <c:v>75.98673959</c:v>
                </c:pt>
                <c:pt idx="593">
                  <c:v>76.05865814</c:v>
                </c:pt>
                <c:pt idx="594">
                  <c:v>75.88023165</c:v>
                </c:pt>
                <c:pt idx="595">
                  <c:v>75.1206348</c:v>
                </c:pt>
                <c:pt idx="596">
                  <c:v>74.84117988</c:v>
                </c:pt>
                <c:pt idx="597">
                  <c:v>74.13261095</c:v>
                </c:pt>
                <c:pt idx="598">
                  <c:v>74.69700031</c:v>
                </c:pt>
                <c:pt idx="599">
                  <c:v>72.75862423</c:v>
                </c:pt>
                <c:pt idx="600">
                  <c:v>72.19081018</c:v>
                </c:pt>
                <c:pt idx="601">
                  <c:v>71.68155837</c:v>
                </c:pt>
                <c:pt idx="602">
                  <c:v>70.43805245</c:v>
                </c:pt>
                <c:pt idx="603">
                  <c:v>70.23633804</c:v>
                </c:pt>
                <c:pt idx="604">
                  <c:v>71.42984346</c:v>
                </c:pt>
                <c:pt idx="605">
                  <c:v>72.28156454</c:v>
                </c:pt>
                <c:pt idx="606">
                  <c:v>70.97812649</c:v>
                </c:pt>
                <c:pt idx="607">
                  <c:v>69.30893126</c:v>
                </c:pt>
                <c:pt idx="608">
                  <c:v>69.97023942</c:v>
                </c:pt>
                <c:pt idx="609">
                  <c:v>69.26715</c:v>
                </c:pt>
                <c:pt idx="610">
                  <c:v>68.74865153</c:v>
                </c:pt>
                <c:pt idx="611">
                  <c:v>69.46098761</c:v>
                </c:pt>
                <c:pt idx="612">
                  <c:v>71.32949996</c:v>
                </c:pt>
                <c:pt idx="613">
                  <c:v>70.90278325</c:v>
                </c:pt>
                <c:pt idx="614">
                  <c:v>69.1257102</c:v>
                </c:pt>
                <c:pt idx="615">
                  <c:v>69.67537338</c:v>
                </c:pt>
                <c:pt idx="616">
                  <c:v>68.63734901</c:v>
                </c:pt>
                <c:pt idx="617">
                  <c:v>66.96815378</c:v>
                </c:pt>
                <c:pt idx="618">
                  <c:v>66.88527622</c:v>
                </c:pt>
                <c:pt idx="619">
                  <c:v>66.70856207</c:v>
                </c:pt>
                <c:pt idx="620">
                  <c:v>67.92227317</c:v>
                </c:pt>
                <c:pt idx="621">
                  <c:v>68.59214307</c:v>
                </c:pt>
                <c:pt idx="622">
                  <c:v>67.40137741</c:v>
                </c:pt>
                <c:pt idx="623">
                  <c:v>68.82467971</c:v>
                </c:pt>
                <c:pt idx="624">
                  <c:v>67.2154166</c:v>
                </c:pt>
                <c:pt idx="625">
                  <c:v>66.26095474</c:v>
                </c:pt>
                <c:pt idx="626">
                  <c:v>66.93356439</c:v>
                </c:pt>
                <c:pt idx="627">
                  <c:v>67.9342596</c:v>
                </c:pt>
                <c:pt idx="628">
                  <c:v>71.02196255</c:v>
                </c:pt>
                <c:pt idx="629">
                  <c:v>69.86921099</c:v>
                </c:pt>
                <c:pt idx="630">
                  <c:v>71.47847409</c:v>
                </c:pt>
                <c:pt idx="631">
                  <c:v>71.50792645</c:v>
                </c:pt>
                <c:pt idx="632">
                  <c:v>71.02709959</c:v>
                </c:pt>
                <c:pt idx="633">
                  <c:v>72.30245516</c:v>
                </c:pt>
                <c:pt idx="634">
                  <c:v>71.95758861</c:v>
                </c:pt>
                <c:pt idx="635">
                  <c:v>74.16035096</c:v>
                </c:pt>
                <c:pt idx="636">
                  <c:v>75.28399264</c:v>
                </c:pt>
                <c:pt idx="637">
                  <c:v>74.91309842</c:v>
                </c:pt>
                <c:pt idx="638">
                  <c:v>75.20351236</c:v>
                </c:pt>
                <c:pt idx="639">
                  <c:v>74.07096648</c:v>
                </c:pt>
                <c:pt idx="640">
                  <c:v>74.06137734</c:v>
                </c:pt>
                <c:pt idx="641">
                  <c:v>74.3182293</c:v>
                </c:pt>
                <c:pt idx="642">
                  <c:v>73.31719161</c:v>
                </c:pt>
                <c:pt idx="643">
                  <c:v>73.81171724</c:v>
                </c:pt>
                <c:pt idx="644">
                  <c:v>74.69117833</c:v>
                </c:pt>
                <c:pt idx="645">
                  <c:v>74.4363812</c:v>
                </c:pt>
                <c:pt idx="646">
                  <c:v>75.27645832</c:v>
                </c:pt>
                <c:pt idx="647">
                  <c:v>76.76859694</c:v>
                </c:pt>
                <c:pt idx="648">
                  <c:v>75.62611945</c:v>
                </c:pt>
                <c:pt idx="649">
                  <c:v>76.34598986</c:v>
                </c:pt>
                <c:pt idx="650">
                  <c:v>75.97817786</c:v>
                </c:pt>
                <c:pt idx="651">
                  <c:v>76.86962537</c:v>
                </c:pt>
                <c:pt idx="652">
                  <c:v>77.05901088</c:v>
                </c:pt>
                <c:pt idx="653">
                  <c:v>76.64839022</c:v>
                </c:pt>
                <c:pt idx="654">
                  <c:v>76.91414638</c:v>
                </c:pt>
                <c:pt idx="655">
                  <c:v>79.29362288</c:v>
                </c:pt>
                <c:pt idx="656">
                  <c:v>79.86657397</c:v>
                </c:pt>
                <c:pt idx="657">
                  <c:v>79.07101785</c:v>
                </c:pt>
                <c:pt idx="658">
                  <c:v>79.42513108</c:v>
                </c:pt>
                <c:pt idx="659">
                  <c:v>79.69431193</c:v>
                </c:pt>
                <c:pt idx="660">
                  <c:v>79.25903348</c:v>
                </c:pt>
                <c:pt idx="661">
                  <c:v>79.98643822</c:v>
                </c:pt>
                <c:pt idx="662">
                  <c:v>80.33301712</c:v>
                </c:pt>
                <c:pt idx="663">
                  <c:v>80.50527916</c:v>
                </c:pt>
                <c:pt idx="664">
                  <c:v>80.88507759</c:v>
                </c:pt>
                <c:pt idx="665">
                  <c:v>80.58233475</c:v>
                </c:pt>
                <c:pt idx="666">
                  <c:v>77.92580061</c:v>
                </c:pt>
                <c:pt idx="667">
                  <c:v>78.17648811</c:v>
                </c:pt>
                <c:pt idx="668">
                  <c:v>76.4134563</c:v>
                </c:pt>
                <c:pt idx="669">
                  <c:v>77.39291842</c:v>
                </c:pt>
                <c:pt idx="670">
                  <c:v>78.81176861</c:v>
                </c:pt>
                <c:pt idx="671">
                  <c:v>78.5422453</c:v>
                </c:pt>
                <c:pt idx="672">
                  <c:v>77.95628037</c:v>
                </c:pt>
                <c:pt idx="673">
                  <c:v>77.29462974</c:v>
                </c:pt>
                <c:pt idx="674">
                  <c:v>77.62340024</c:v>
                </c:pt>
                <c:pt idx="675">
                  <c:v>77.70251064</c:v>
                </c:pt>
                <c:pt idx="676">
                  <c:v>76.31105799</c:v>
                </c:pt>
                <c:pt idx="677">
                  <c:v>75.83913533</c:v>
                </c:pt>
                <c:pt idx="678">
                  <c:v>75.28399264</c:v>
                </c:pt>
                <c:pt idx="679">
                  <c:v>75.97852033</c:v>
                </c:pt>
                <c:pt idx="680">
                  <c:v>74.93981103</c:v>
                </c:pt>
                <c:pt idx="681">
                  <c:v>76.01413713</c:v>
                </c:pt>
                <c:pt idx="682">
                  <c:v>75.70728466</c:v>
                </c:pt>
                <c:pt idx="683">
                  <c:v>76.20455005</c:v>
                </c:pt>
                <c:pt idx="684">
                  <c:v>76.08674062</c:v>
                </c:pt>
                <c:pt idx="685">
                  <c:v>75.19152594</c:v>
                </c:pt>
                <c:pt idx="686">
                  <c:v>74.14459738</c:v>
                </c:pt>
                <c:pt idx="687">
                  <c:v>75.30282845</c:v>
                </c:pt>
                <c:pt idx="688">
                  <c:v>75.19049853</c:v>
                </c:pt>
                <c:pt idx="689">
                  <c:v>74.30076336</c:v>
                </c:pt>
                <c:pt idx="690">
                  <c:v>73.53328973</c:v>
                </c:pt>
                <c:pt idx="691">
                  <c:v>74.50487505</c:v>
                </c:pt>
                <c:pt idx="692">
                  <c:v>75.24974572</c:v>
                </c:pt>
                <c:pt idx="693">
                  <c:v>73.9593215</c:v>
                </c:pt>
                <c:pt idx="694">
                  <c:v>73.84288195</c:v>
                </c:pt>
                <c:pt idx="695">
                  <c:v>72.80040548</c:v>
                </c:pt>
                <c:pt idx="696">
                  <c:v>73.28568444</c:v>
                </c:pt>
                <c:pt idx="697">
                  <c:v>73.89151258</c:v>
                </c:pt>
                <c:pt idx="698">
                  <c:v>73.85932047</c:v>
                </c:pt>
                <c:pt idx="699">
                  <c:v>74.99049648</c:v>
                </c:pt>
                <c:pt idx="700">
                  <c:v>74.71069908</c:v>
                </c:pt>
                <c:pt idx="701">
                  <c:v>75.56789967</c:v>
                </c:pt>
                <c:pt idx="702">
                  <c:v>74.60658842</c:v>
                </c:pt>
                <c:pt idx="703">
                  <c:v>74.53398494</c:v>
                </c:pt>
                <c:pt idx="704">
                  <c:v>76.38571629</c:v>
                </c:pt>
                <c:pt idx="705">
                  <c:v>75.84427237</c:v>
                </c:pt>
                <c:pt idx="706">
                  <c:v>75.65865403</c:v>
                </c:pt>
                <c:pt idx="707">
                  <c:v>76.07612407</c:v>
                </c:pt>
                <c:pt idx="708">
                  <c:v>75.00214043</c:v>
                </c:pt>
                <c:pt idx="709">
                  <c:v>75.62372216</c:v>
                </c:pt>
                <c:pt idx="710">
                  <c:v>75.51892656</c:v>
                </c:pt>
                <c:pt idx="711">
                  <c:v>75.46413148</c:v>
                </c:pt>
                <c:pt idx="712">
                  <c:v>75.72817529</c:v>
                </c:pt>
                <c:pt idx="713">
                  <c:v>75.55077621</c:v>
                </c:pt>
                <c:pt idx="714">
                  <c:v>76.34051035</c:v>
                </c:pt>
                <c:pt idx="715">
                  <c:v>76.90250242</c:v>
                </c:pt>
                <c:pt idx="716">
                  <c:v>76.74291174</c:v>
                </c:pt>
                <c:pt idx="717">
                  <c:v>75.96036946</c:v>
                </c:pt>
                <c:pt idx="718">
                  <c:v>75.80557334</c:v>
                </c:pt>
                <c:pt idx="719">
                  <c:v>76.26585205</c:v>
                </c:pt>
                <c:pt idx="720">
                  <c:v>77.90525245</c:v>
                </c:pt>
                <c:pt idx="721">
                  <c:v>77.64223605</c:v>
                </c:pt>
                <c:pt idx="722">
                  <c:v>76.6107186</c:v>
                </c:pt>
                <c:pt idx="723">
                  <c:v>76.51996425</c:v>
                </c:pt>
                <c:pt idx="724">
                  <c:v>76.36722295</c:v>
                </c:pt>
                <c:pt idx="725">
                  <c:v>77.07339459</c:v>
                </c:pt>
                <c:pt idx="726">
                  <c:v>77.28778035</c:v>
                </c:pt>
                <c:pt idx="727">
                  <c:v>76.55044401</c:v>
                </c:pt>
                <c:pt idx="728">
                  <c:v>76.14770015</c:v>
                </c:pt>
                <c:pt idx="729">
                  <c:v>75.64529773</c:v>
                </c:pt>
                <c:pt idx="730">
                  <c:v>75.75660024</c:v>
                </c:pt>
                <c:pt idx="731">
                  <c:v>75.33536303</c:v>
                </c:pt>
                <c:pt idx="732">
                  <c:v>76.45284027</c:v>
                </c:pt>
                <c:pt idx="733">
                  <c:v>77.34154803</c:v>
                </c:pt>
                <c:pt idx="734">
                  <c:v>75.88160152</c:v>
                </c:pt>
                <c:pt idx="735">
                  <c:v>75.48536458</c:v>
                </c:pt>
                <c:pt idx="736">
                  <c:v>73.28157481</c:v>
                </c:pt>
                <c:pt idx="737">
                  <c:v>71.79697052</c:v>
                </c:pt>
                <c:pt idx="738">
                  <c:v>71.18943003</c:v>
                </c:pt>
                <c:pt idx="739">
                  <c:v>70.77469974</c:v>
                </c:pt>
                <c:pt idx="740">
                  <c:v>70.41716182</c:v>
                </c:pt>
                <c:pt idx="741">
                  <c:v>71.45689853</c:v>
                </c:pt>
                <c:pt idx="742">
                  <c:v>71.75827149</c:v>
                </c:pt>
                <c:pt idx="743">
                  <c:v>71.64046206</c:v>
                </c:pt>
                <c:pt idx="744">
                  <c:v>71.15758039</c:v>
                </c:pt>
                <c:pt idx="745">
                  <c:v>70.79730271</c:v>
                </c:pt>
                <c:pt idx="746">
                  <c:v>72.43807299</c:v>
                </c:pt>
                <c:pt idx="747">
                  <c:v>72.79595338</c:v>
                </c:pt>
                <c:pt idx="748">
                  <c:v>71.29319822</c:v>
                </c:pt>
                <c:pt idx="749">
                  <c:v>72.50382709</c:v>
                </c:pt>
                <c:pt idx="750">
                  <c:v>74.04904845</c:v>
                </c:pt>
                <c:pt idx="751">
                  <c:v>73.40726103</c:v>
                </c:pt>
                <c:pt idx="752">
                  <c:v>73.55315294</c:v>
                </c:pt>
                <c:pt idx="753">
                  <c:v>73.71274362</c:v>
                </c:pt>
                <c:pt idx="754">
                  <c:v>72.47403227</c:v>
                </c:pt>
                <c:pt idx="755">
                  <c:v>71.64285934</c:v>
                </c:pt>
                <c:pt idx="756">
                  <c:v>71.7069011</c:v>
                </c:pt>
                <c:pt idx="757">
                  <c:v>71.70005171</c:v>
                </c:pt>
                <c:pt idx="758">
                  <c:v>72.27848231</c:v>
                </c:pt>
                <c:pt idx="759">
                  <c:v>72.45656633</c:v>
                </c:pt>
                <c:pt idx="760">
                  <c:v>72.3956068</c:v>
                </c:pt>
                <c:pt idx="761">
                  <c:v>72.53019723</c:v>
                </c:pt>
                <c:pt idx="762">
                  <c:v>72.52095056</c:v>
                </c:pt>
                <c:pt idx="763">
                  <c:v>71.07367541</c:v>
                </c:pt>
                <c:pt idx="764">
                  <c:v>70.73805553</c:v>
                </c:pt>
                <c:pt idx="765">
                  <c:v>70.36818871</c:v>
                </c:pt>
                <c:pt idx="766">
                  <c:v>70.48223098</c:v>
                </c:pt>
                <c:pt idx="767">
                  <c:v>69.89215643</c:v>
                </c:pt>
                <c:pt idx="768">
                  <c:v>69.38838413</c:v>
                </c:pt>
                <c:pt idx="769">
                  <c:v>68.8815296</c:v>
                </c:pt>
                <c:pt idx="770">
                  <c:v>69.3976308</c:v>
                </c:pt>
                <c:pt idx="771">
                  <c:v>68.78803549</c:v>
                </c:pt>
                <c:pt idx="772">
                  <c:v>68.20583773</c:v>
                </c:pt>
                <c:pt idx="773">
                  <c:v>69.22502628</c:v>
                </c:pt>
                <c:pt idx="774">
                  <c:v>67.94693096</c:v>
                </c:pt>
                <c:pt idx="775">
                  <c:v>67.1417857</c:v>
                </c:pt>
                <c:pt idx="776">
                  <c:v>68.16782364</c:v>
                </c:pt>
                <c:pt idx="777">
                  <c:v>66.97055107</c:v>
                </c:pt>
                <c:pt idx="778">
                  <c:v>66.41712072</c:v>
                </c:pt>
                <c:pt idx="779">
                  <c:v>66.57773881</c:v>
                </c:pt>
                <c:pt idx="780">
                  <c:v>65.74896317</c:v>
                </c:pt>
                <c:pt idx="781">
                  <c:v>65.87225211</c:v>
                </c:pt>
                <c:pt idx="782">
                  <c:v>66.32807871</c:v>
                </c:pt>
                <c:pt idx="783">
                  <c:v>66.53801238</c:v>
                </c:pt>
                <c:pt idx="784">
                  <c:v>66.93904389</c:v>
                </c:pt>
                <c:pt idx="785">
                  <c:v>68.30035925</c:v>
                </c:pt>
                <c:pt idx="786">
                  <c:v>68.16645376</c:v>
                </c:pt>
                <c:pt idx="787">
                  <c:v>67.9119991</c:v>
                </c:pt>
                <c:pt idx="788">
                  <c:v>69.4154392</c:v>
                </c:pt>
                <c:pt idx="789">
                  <c:v>68.61200629</c:v>
                </c:pt>
                <c:pt idx="790">
                  <c:v>68.57193738</c:v>
                </c:pt>
                <c:pt idx="791">
                  <c:v>68.52810132</c:v>
                </c:pt>
                <c:pt idx="792">
                  <c:v>69.74626452</c:v>
                </c:pt>
                <c:pt idx="793">
                  <c:v>71.40073357</c:v>
                </c:pt>
                <c:pt idx="794">
                  <c:v>72.08738446</c:v>
                </c:pt>
                <c:pt idx="795">
                  <c:v>71.71375048</c:v>
                </c:pt>
                <c:pt idx="796">
                  <c:v>72.36855173</c:v>
                </c:pt>
                <c:pt idx="797">
                  <c:v>72.23670106</c:v>
                </c:pt>
                <c:pt idx="798">
                  <c:v>72.94390011</c:v>
                </c:pt>
                <c:pt idx="799">
                  <c:v>72.98533889</c:v>
                </c:pt>
                <c:pt idx="800">
                  <c:v>73.34082199</c:v>
                </c:pt>
                <c:pt idx="801">
                  <c:v>73.13842266</c:v>
                </c:pt>
                <c:pt idx="802">
                  <c:v>73.27575283</c:v>
                </c:pt>
                <c:pt idx="803">
                  <c:v>71.43258321</c:v>
                </c:pt>
                <c:pt idx="804">
                  <c:v>71.3034723</c:v>
                </c:pt>
                <c:pt idx="805">
                  <c:v>72.08053507</c:v>
                </c:pt>
                <c:pt idx="806">
                  <c:v>70.89559139</c:v>
                </c:pt>
                <c:pt idx="807">
                  <c:v>70.15243307</c:v>
                </c:pt>
                <c:pt idx="808">
                  <c:v>69.61167409</c:v>
                </c:pt>
                <c:pt idx="809">
                  <c:v>70.12572047</c:v>
                </c:pt>
                <c:pt idx="810">
                  <c:v>69.33084929</c:v>
                </c:pt>
                <c:pt idx="811">
                  <c:v>68.96646198</c:v>
                </c:pt>
                <c:pt idx="812">
                  <c:v>69.634962</c:v>
                </c:pt>
                <c:pt idx="813">
                  <c:v>69.57057778</c:v>
                </c:pt>
                <c:pt idx="814">
                  <c:v>70.19798149</c:v>
                </c:pt>
                <c:pt idx="815">
                  <c:v>69.43085032</c:v>
                </c:pt>
                <c:pt idx="816">
                  <c:v>69.62434546</c:v>
                </c:pt>
                <c:pt idx="817">
                  <c:v>71.14216927</c:v>
                </c:pt>
                <c:pt idx="818">
                  <c:v>72.02334271</c:v>
                </c:pt>
                <c:pt idx="819">
                  <c:v>73.60863297</c:v>
                </c:pt>
                <c:pt idx="820">
                  <c:v>73.61205766</c:v>
                </c:pt>
                <c:pt idx="821">
                  <c:v>73.61171519</c:v>
                </c:pt>
                <c:pt idx="822">
                  <c:v>73.58568752</c:v>
                </c:pt>
                <c:pt idx="823">
                  <c:v>74.19014579</c:v>
                </c:pt>
                <c:pt idx="824">
                  <c:v>73.13260068</c:v>
                </c:pt>
                <c:pt idx="825">
                  <c:v>75.03159279</c:v>
                </c:pt>
                <c:pt idx="826">
                  <c:v>75.07508639</c:v>
                </c:pt>
                <c:pt idx="827">
                  <c:v>75.02440094</c:v>
                </c:pt>
                <c:pt idx="828">
                  <c:v>73.31924643</c:v>
                </c:pt>
                <c:pt idx="829">
                  <c:v>75.07851108</c:v>
                </c:pt>
                <c:pt idx="830">
                  <c:v>75.06309996</c:v>
                </c:pt>
                <c:pt idx="831">
                  <c:v>74.61549262</c:v>
                </c:pt>
                <c:pt idx="832">
                  <c:v>74.12850132</c:v>
                </c:pt>
                <c:pt idx="833">
                  <c:v>72.81992623</c:v>
                </c:pt>
                <c:pt idx="834">
                  <c:v>72.77437782</c:v>
                </c:pt>
                <c:pt idx="835">
                  <c:v>72.45622387</c:v>
                </c:pt>
                <c:pt idx="836">
                  <c:v>72.25450946</c:v>
                </c:pt>
                <c:pt idx="837">
                  <c:v>73.42472697</c:v>
                </c:pt>
                <c:pt idx="838">
                  <c:v>73.21513577</c:v>
                </c:pt>
                <c:pt idx="839">
                  <c:v>72.2730028</c:v>
                </c:pt>
                <c:pt idx="840">
                  <c:v>71.68669541</c:v>
                </c:pt>
                <c:pt idx="841">
                  <c:v>71.65758552</c:v>
                </c:pt>
                <c:pt idx="842">
                  <c:v>72.13464522</c:v>
                </c:pt>
                <c:pt idx="843">
                  <c:v>71.63498255</c:v>
                </c:pt>
                <c:pt idx="844">
                  <c:v>73.00109248</c:v>
                </c:pt>
                <c:pt idx="845">
                  <c:v>73.09458659</c:v>
                </c:pt>
                <c:pt idx="846">
                  <c:v>73.0966414</c:v>
                </c:pt>
                <c:pt idx="847">
                  <c:v>72.73465138</c:v>
                </c:pt>
                <c:pt idx="848">
                  <c:v>71.45655606</c:v>
                </c:pt>
                <c:pt idx="849">
                  <c:v>69.52400196</c:v>
                </c:pt>
                <c:pt idx="850">
                  <c:v>69.5380432</c:v>
                </c:pt>
                <c:pt idx="851">
                  <c:v>70.30654425</c:v>
                </c:pt>
                <c:pt idx="852">
                  <c:v>69.4990017</c:v>
                </c:pt>
                <c:pt idx="853">
                  <c:v>69.80619664</c:v>
                </c:pt>
                <c:pt idx="854">
                  <c:v>70.2044884</c:v>
                </c:pt>
                <c:pt idx="855">
                  <c:v>69.56783803</c:v>
                </c:pt>
                <c:pt idx="856">
                  <c:v>69.3808498</c:v>
                </c:pt>
                <c:pt idx="857">
                  <c:v>70.11852862</c:v>
                </c:pt>
                <c:pt idx="858">
                  <c:v>69.21064258</c:v>
                </c:pt>
                <c:pt idx="859">
                  <c:v>69.49283726</c:v>
                </c:pt>
                <c:pt idx="860">
                  <c:v>69.31304089</c:v>
                </c:pt>
                <c:pt idx="861">
                  <c:v>69.35961671</c:v>
                </c:pt>
                <c:pt idx="862">
                  <c:v>68.19624859</c:v>
                </c:pt>
                <c:pt idx="863">
                  <c:v>68.20275551</c:v>
                </c:pt>
                <c:pt idx="864">
                  <c:v>68.16576883</c:v>
                </c:pt>
                <c:pt idx="865">
                  <c:v>68.89317356</c:v>
                </c:pt>
                <c:pt idx="866">
                  <c:v>69.01406521</c:v>
                </c:pt>
                <c:pt idx="867">
                  <c:v>69.56304346</c:v>
                </c:pt>
                <c:pt idx="868">
                  <c:v>69.13324452</c:v>
                </c:pt>
                <c:pt idx="869">
                  <c:v>68.77502166</c:v>
                </c:pt>
                <c:pt idx="870">
                  <c:v>68.94831111</c:v>
                </c:pt>
                <c:pt idx="871">
                  <c:v>68.39042867</c:v>
                </c:pt>
                <c:pt idx="872">
                  <c:v>68.34933236</c:v>
                </c:pt>
                <c:pt idx="873">
                  <c:v>68.91269431</c:v>
                </c:pt>
                <c:pt idx="874">
                  <c:v>68.36131878</c:v>
                </c:pt>
                <c:pt idx="875">
                  <c:v>68.75755573</c:v>
                </c:pt>
                <c:pt idx="876">
                  <c:v>68.39419583</c:v>
                </c:pt>
                <c:pt idx="877">
                  <c:v>69.03598325</c:v>
                </c:pt>
                <c:pt idx="878">
                  <c:v>68.61611592</c:v>
                </c:pt>
                <c:pt idx="879">
                  <c:v>67.14110076</c:v>
                </c:pt>
                <c:pt idx="880">
                  <c:v>69.14146378</c:v>
                </c:pt>
                <c:pt idx="881">
                  <c:v>69.51064566</c:v>
                </c:pt>
                <c:pt idx="882">
                  <c:v>69.90037569</c:v>
                </c:pt>
                <c:pt idx="883">
                  <c:v>68.47844327</c:v>
                </c:pt>
                <c:pt idx="884">
                  <c:v>67.71370939</c:v>
                </c:pt>
                <c:pt idx="885">
                  <c:v>68.19830341</c:v>
                </c:pt>
                <c:pt idx="886">
                  <c:v>67.75240842</c:v>
                </c:pt>
                <c:pt idx="887">
                  <c:v>67.6054891</c:v>
                </c:pt>
                <c:pt idx="888">
                  <c:v>67.46404929</c:v>
                </c:pt>
                <c:pt idx="889">
                  <c:v>67.41987075</c:v>
                </c:pt>
                <c:pt idx="890">
                  <c:v>68.11576831</c:v>
                </c:pt>
                <c:pt idx="891">
                  <c:v>67.08459333</c:v>
                </c:pt>
                <c:pt idx="892">
                  <c:v>68.3287842</c:v>
                </c:pt>
                <c:pt idx="893">
                  <c:v>68.92125604</c:v>
                </c:pt>
                <c:pt idx="894">
                  <c:v>70.00859598</c:v>
                </c:pt>
                <c:pt idx="895">
                  <c:v>67.90446477</c:v>
                </c:pt>
                <c:pt idx="896">
                  <c:v>64.93183149</c:v>
                </c:pt>
                <c:pt idx="897">
                  <c:v>65.54348161</c:v>
                </c:pt>
                <c:pt idx="898">
                  <c:v>65.12635404</c:v>
                </c:pt>
                <c:pt idx="899">
                  <c:v>65.4020418</c:v>
                </c:pt>
                <c:pt idx="900">
                  <c:v>65.17840937</c:v>
                </c:pt>
                <c:pt idx="901">
                  <c:v>65.9582119</c:v>
                </c:pt>
                <c:pt idx="902">
                  <c:v>64.50682712</c:v>
                </c:pt>
                <c:pt idx="903">
                  <c:v>64.25682456</c:v>
                </c:pt>
                <c:pt idx="904">
                  <c:v>65.43628873</c:v>
                </c:pt>
                <c:pt idx="905">
                  <c:v>67.03116813</c:v>
                </c:pt>
                <c:pt idx="906">
                  <c:v>64.85683072</c:v>
                </c:pt>
                <c:pt idx="907">
                  <c:v>64.3366199</c:v>
                </c:pt>
                <c:pt idx="908">
                  <c:v>63.62291393</c:v>
                </c:pt>
                <c:pt idx="909">
                  <c:v>63.44414497</c:v>
                </c:pt>
                <c:pt idx="910">
                  <c:v>60.61774607</c:v>
                </c:pt>
                <c:pt idx="911">
                  <c:v>61.17665592</c:v>
                </c:pt>
                <c:pt idx="912">
                  <c:v>61.86296435</c:v>
                </c:pt>
                <c:pt idx="913">
                  <c:v>60.25507111</c:v>
                </c:pt>
                <c:pt idx="914">
                  <c:v>60.19924862</c:v>
                </c:pt>
                <c:pt idx="915">
                  <c:v>60.39548352</c:v>
                </c:pt>
                <c:pt idx="916">
                  <c:v>60.40952476</c:v>
                </c:pt>
                <c:pt idx="917">
                  <c:v>59.85575194</c:v>
                </c:pt>
                <c:pt idx="918">
                  <c:v>59.23622503</c:v>
                </c:pt>
                <c:pt idx="919">
                  <c:v>60.56774556</c:v>
                </c:pt>
                <c:pt idx="920">
                  <c:v>61.14206653</c:v>
                </c:pt>
                <c:pt idx="921">
                  <c:v>60.14171378</c:v>
                </c:pt>
                <c:pt idx="922">
                  <c:v>60.16123453</c:v>
                </c:pt>
                <c:pt idx="923">
                  <c:v>59.65540742</c:v>
                </c:pt>
                <c:pt idx="924">
                  <c:v>59.34410285</c:v>
                </c:pt>
                <c:pt idx="925">
                  <c:v>59.69376398</c:v>
                </c:pt>
                <c:pt idx="926">
                  <c:v>61.83385446</c:v>
                </c:pt>
                <c:pt idx="927">
                  <c:v>60.4769912</c:v>
                </c:pt>
                <c:pt idx="928">
                  <c:v>60.9852156</c:v>
                </c:pt>
                <c:pt idx="929">
                  <c:v>61.21980705</c:v>
                </c:pt>
                <c:pt idx="930">
                  <c:v>61.66090748</c:v>
                </c:pt>
                <c:pt idx="931">
                  <c:v>62.09104888</c:v>
                </c:pt>
                <c:pt idx="932">
                  <c:v>61.46946715</c:v>
                </c:pt>
                <c:pt idx="933">
                  <c:v>61.63008524</c:v>
                </c:pt>
                <c:pt idx="934">
                  <c:v>63.41161039</c:v>
                </c:pt>
                <c:pt idx="935">
                  <c:v>62.80235756</c:v>
                </c:pt>
                <c:pt idx="936">
                  <c:v>62.62975305</c:v>
                </c:pt>
                <c:pt idx="937">
                  <c:v>64.63902026</c:v>
                </c:pt>
                <c:pt idx="938">
                  <c:v>64.10134351</c:v>
                </c:pt>
                <c:pt idx="939">
                  <c:v>64.04894571</c:v>
                </c:pt>
                <c:pt idx="940">
                  <c:v>63.81024463</c:v>
                </c:pt>
                <c:pt idx="941">
                  <c:v>63.22393723</c:v>
                </c:pt>
                <c:pt idx="942">
                  <c:v>63.92360195</c:v>
                </c:pt>
                <c:pt idx="943">
                  <c:v>63.14414189</c:v>
                </c:pt>
                <c:pt idx="944">
                  <c:v>63.65750333</c:v>
                </c:pt>
                <c:pt idx="945">
                  <c:v>64.62874619</c:v>
                </c:pt>
                <c:pt idx="946">
                  <c:v>63.46914523</c:v>
                </c:pt>
                <c:pt idx="947">
                  <c:v>63.70373668</c:v>
                </c:pt>
                <c:pt idx="948">
                  <c:v>65.65478412</c:v>
                </c:pt>
                <c:pt idx="949">
                  <c:v>66.50376545</c:v>
                </c:pt>
                <c:pt idx="950">
                  <c:v>66.00684254</c:v>
                </c:pt>
                <c:pt idx="951">
                  <c:v>64.89210506</c:v>
                </c:pt>
                <c:pt idx="952">
                  <c:v>64.97840731</c:v>
                </c:pt>
                <c:pt idx="953">
                  <c:v>64.84998134</c:v>
                </c:pt>
                <c:pt idx="954">
                  <c:v>63.46332325</c:v>
                </c:pt>
                <c:pt idx="955">
                  <c:v>63.55784477</c:v>
                </c:pt>
                <c:pt idx="956">
                  <c:v>62.54071103</c:v>
                </c:pt>
                <c:pt idx="957">
                  <c:v>62.75886396</c:v>
                </c:pt>
                <c:pt idx="958">
                  <c:v>61.62118104</c:v>
                </c:pt>
                <c:pt idx="959">
                  <c:v>61.52597458</c:v>
                </c:pt>
                <c:pt idx="960">
                  <c:v>61.90269078</c:v>
                </c:pt>
                <c:pt idx="961">
                  <c:v>63.32496567</c:v>
                </c:pt>
                <c:pt idx="962">
                  <c:v>62.91263266</c:v>
                </c:pt>
                <c:pt idx="963">
                  <c:v>62.42221667</c:v>
                </c:pt>
                <c:pt idx="964">
                  <c:v>62.65954787</c:v>
                </c:pt>
                <c:pt idx="965">
                  <c:v>63.16605993</c:v>
                </c:pt>
                <c:pt idx="966">
                  <c:v>65.14416244</c:v>
                </c:pt>
                <c:pt idx="967">
                  <c:v>65.66814043</c:v>
                </c:pt>
                <c:pt idx="968">
                  <c:v>65.79862122</c:v>
                </c:pt>
                <c:pt idx="969">
                  <c:v>66.63972575</c:v>
                </c:pt>
                <c:pt idx="970">
                  <c:v>66.2869824</c:v>
                </c:pt>
                <c:pt idx="971">
                  <c:v>66.52088891</c:v>
                </c:pt>
                <c:pt idx="972">
                  <c:v>66.06643219</c:v>
                </c:pt>
                <c:pt idx="973">
                  <c:v>66.68835639</c:v>
                </c:pt>
                <c:pt idx="974">
                  <c:v>67.10068939</c:v>
                </c:pt>
                <c:pt idx="975">
                  <c:v>67.45206286</c:v>
                </c:pt>
                <c:pt idx="976">
                  <c:v>66.80924804</c:v>
                </c:pt>
                <c:pt idx="977">
                  <c:v>65.77053874</c:v>
                </c:pt>
                <c:pt idx="978">
                  <c:v>66.64486279</c:v>
                </c:pt>
                <c:pt idx="979">
                  <c:v>66.93664661</c:v>
                </c:pt>
                <c:pt idx="980">
                  <c:v>67.66131159</c:v>
                </c:pt>
                <c:pt idx="981">
                  <c:v>65.24690322</c:v>
                </c:pt>
                <c:pt idx="982">
                  <c:v>64.5873074</c:v>
                </c:pt>
                <c:pt idx="983">
                  <c:v>63.73969596</c:v>
                </c:pt>
                <c:pt idx="984">
                  <c:v>65.72601773</c:v>
                </c:pt>
                <c:pt idx="985">
                  <c:v>65.10546341</c:v>
                </c:pt>
                <c:pt idx="986">
                  <c:v>66.15341938</c:v>
                </c:pt>
                <c:pt idx="987">
                  <c:v>67.10103186</c:v>
                </c:pt>
                <c:pt idx="988">
                  <c:v>67.19521091</c:v>
                </c:pt>
                <c:pt idx="989">
                  <c:v>67.43973397</c:v>
                </c:pt>
                <c:pt idx="990">
                  <c:v>68.32912667</c:v>
                </c:pt>
                <c:pt idx="991">
                  <c:v>69.02605164</c:v>
                </c:pt>
                <c:pt idx="992">
                  <c:v>69.70927784</c:v>
                </c:pt>
                <c:pt idx="993">
                  <c:v>71.58737932</c:v>
                </c:pt>
                <c:pt idx="994">
                  <c:v>71.60176303</c:v>
                </c:pt>
                <c:pt idx="995">
                  <c:v>71.38737727</c:v>
                </c:pt>
                <c:pt idx="996">
                  <c:v>71.24148536</c:v>
                </c:pt>
                <c:pt idx="997">
                  <c:v>71.3435412</c:v>
                </c:pt>
                <c:pt idx="998">
                  <c:v>71.40278838</c:v>
                </c:pt>
                <c:pt idx="999">
                  <c:v>70.56510855</c:v>
                </c:pt>
                <c:pt idx="1000">
                  <c:v>70.32777734</c:v>
                </c:pt>
                <c:pt idx="1001">
                  <c:v>70.04010315</c:v>
                </c:pt>
                <c:pt idx="1002">
                  <c:v>72.12608349</c:v>
                </c:pt>
                <c:pt idx="1003">
                  <c:v>71.51717312</c:v>
                </c:pt>
                <c:pt idx="1004">
                  <c:v>71.51785806</c:v>
                </c:pt>
                <c:pt idx="1005">
                  <c:v>72.89663935</c:v>
                </c:pt>
                <c:pt idx="1006">
                  <c:v>72.92163961</c:v>
                </c:pt>
                <c:pt idx="1007">
                  <c:v>73.84356689</c:v>
                </c:pt>
                <c:pt idx="1008">
                  <c:v>74.49734073</c:v>
                </c:pt>
                <c:pt idx="1009">
                  <c:v>74.73741169</c:v>
                </c:pt>
                <c:pt idx="1010">
                  <c:v>74.81960431</c:v>
                </c:pt>
                <c:pt idx="1011">
                  <c:v>73.21273849</c:v>
                </c:pt>
                <c:pt idx="1012">
                  <c:v>73.44596006</c:v>
                </c:pt>
                <c:pt idx="1013">
                  <c:v>73.79014168</c:v>
                </c:pt>
                <c:pt idx="1014">
                  <c:v>74.41857279</c:v>
                </c:pt>
                <c:pt idx="1015">
                  <c:v>76.06927468</c:v>
                </c:pt>
                <c:pt idx="1016">
                  <c:v>76.13742607</c:v>
                </c:pt>
                <c:pt idx="1017">
                  <c:v>75.92509512</c:v>
                </c:pt>
                <c:pt idx="1018">
                  <c:v>75.58468066</c:v>
                </c:pt>
                <c:pt idx="1019">
                  <c:v>75.46241913</c:v>
                </c:pt>
                <c:pt idx="1020">
                  <c:v>77.18640945</c:v>
                </c:pt>
                <c:pt idx="1021">
                  <c:v>76.69667839</c:v>
                </c:pt>
                <c:pt idx="1022">
                  <c:v>76.19667325</c:v>
                </c:pt>
                <c:pt idx="1023">
                  <c:v>75.43433665</c:v>
                </c:pt>
                <c:pt idx="1024">
                  <c:v>75.28912968</c:v>
                </c:pt>
                <c:pt idx="1025">
                  <c:v>76.13913842</c:v>
                </c:pt>
                <c:pt idx="1026">
                  <c:v>76.15694682</c:v>
                </c:pt>
                <c:pt idx="1027">
                  <c:v>76.22372833</c:v>
                </c:pt>
                <c:pt idx="1028">
                  <c:v>75.51104977</c:v>
                </c:pt>
                <c:pt idx="1029">
                  <c:v>77.01277753</c:v>
                </c:pt>
                <c:pt idx="1030">
                  <c:v>76.52373141</c:v>
                </c:pt>
                <c:pt idx="1031">
                  <c:v>76.4257852</c:v>
                </c:pt>
                <c:pt idx="1032">
                  <c:v>75.24426621</c:v>
                </c:pt>
                <c:pt idx="1033">
                  <c:v>74.98227722</c:v>
                </c:pt>
                <c:pt idx="1034">
                  <c:v>75.58639301</c:v>
                </c:pt>
                <c:pt idx="1035">
                  <c:v>74.75487762</c:v>
                </c:pt>
                <c:pt idx="1036">
                  <c:v>75.72303825</c:v>
                </c:pt>
                <c:pt idx="1037">
                  <c:v>75.36789762</c:v>
                </c:pt>
                <c:pt idx="1038">
                  <c:v>76.37441481</c:v>
                </c:pt>
                <c:pt idx="1039">
                  <c:v>76.42715507</c:v>
                </c:pt>
                <c:pt idx="1040">
                  <c:v>74.92405744</c:v>
                </c:pt>
                <c:pt idx="1041">
                  <c:v>76.11448063</c:v>
                </c:pt>
                <c:pt idx="1042">
                  <c:v>76.4346894</c:v>
                </c:pt>
                <c:pt idx="1043">
                  <c:v>75.96619143</c:v>
                </c:pt>
                <c:pt idx="1044">
                  <c:v>75.96379415</c:v>
                </c:pt>
                <c:pt idx="1045">
                  <c:v>74.98261968</c:v>
                </c:pt>
                <c:pt idx="1046">
                  <c:v>74.62028719</c:v>
                </c:pt>
                <c:pt idx="1047">
                  <c:v>73.76000438</c:v>
                </c:pt>
                <c:pt idx="1048">
                  <c:v>73.28979407</c:v>
                </c:pt>
                <c:pt idx="1049">
                  <c:v>74.03980178</c:v>
                </c:pt>
                <c:pt idx="1050">
                  <c:v>73.91274568</c:v>
                </c:pt>
                <c:pt idx="1051">
                  <c:v>73.99767806</c:v>
                </c:pt>
                <c:pt idx="1052">
                  <c:v>72.30485245</c:v>
                </c:pt>
                <c:pt idx="1053">
                  <c:v>72.18875536</c:v>
                </c:pt>
                <c:pt idx="1054">
                  <c:v>71.94183502</c:v>
                </c:pt>
                <c:pt idx="1055">
                  <c:v>73.05725744</c:v>
                </c:pt>
                <c:pt idx="1056">
                  <c:v>72.19457734</c:v>
                </c:pt>
                <c:pt idx="1057">
                  <c:v>72.23807094</c:v>
                </c:pt>
                <c:pt idx="1058">
                  <c:v>71.0938811</c:v>
                </c:pt>
                <c:pt idx="1059">
                  <c:v>71.52333757</c:v>
                </c:pt>
                <c:pt idx="1060">
                  <c:v>72.44457991</c:v>
                </c:pt>
                <c:pt idx="1061">
                  <c:v>71.51580324</c:v>
                </c:pt>
                <c:pt idx="1062">
                  <c:v>71.76580581</c:v>
                </c:pt>
                <c:pt idx="1063">
                  <c:v>71.60176303</c:v>
                </c:pt>
                <c:pt idx="1064">
                  <c:v>71.7291616</c:v>
                </c:pt>
                <c:pt idx="1065">
                  <c:v>72.89150231</c:v>
                </c:pt>
                <c:pt idx="1066">
                  <c:v>73.40691856</c:v>
                </c:pt>
                <c:pt idx="1067">
                  <c:v>72.62129405</c:v>
                </c:pt>
                <c:pt idx="1068">
                  <c:v>72.13053559</c:v>
                </c:pt>
                <c:pt idx="1069">
                  <c:v>73.14835426</c:v>
                </c:pt>
                <c:pt idx="1070">
                  <c:v>72.2418381</c:v>
                </c:pt>
                <c:pt idx="1071">
                  <c:v>72.19081018</c:v>
                </c:pt>
                <c:pt idx="1072">
                  <c:v>72.55040292</c:v>
                </c:pt>
                <c:pt idx="1073">
                  <c:v>73.36856201</c:v>
                </c:pt>
                <c:pt idx="1074">
                  <c:v>71.59559858</c:v>
                </c:pt>
                <c:pt idx="1075">
                  <c:v>71.52402251</c:v>
                </c:pt>
                <c:pt idx="1076">
                  <c:v>71.10141543</c:v>
                </c:pt>
                <c:pt idx="1077">
                  <c:v>73.15999822</c:v>
                </c:pt>
                <c:pt idx="1078">
                  <c:v>73.31136964</c:v>
                </c:pt>
                <c:pt idx="1079">
                  <c:v>73.09527153</c:v>
                </c:pt>
                <c:pt idx="1080">
                  <c:v>74.19973493</c:v>
                </c:pt>
                <c:pt idx="1081">
                  <c:v>75.48193988</c:v>
                </c:pt>
                <c:pt idx="1082">
                  <c:v>75.70865454</c:v>
                </c:pt>
                <c:pt idx="1083">
                  <c:v>75.63468118</c:v>
                </c:pt>
                <c:pt idx="1084">
                  <c:v>75.04974366</c:v>
                </c:pt>
                <c:pt idx="1085">
                  <c:v>74.9891266</c:v>
                </c:pt>
                <c:pt idx="1086">
                  <c:v>76.0970147</c:v>
                </c:pt>
                <c:pt idx="1087">
                  <c:v>77.24805392</c:v>
                </c:pt>
                <c:pt idx="1088">
                  <c:v>76.47133361</c:v>
                </c:pt>
                <c:pt idx="1089">
                  <c:v>76.14496039</c:v>
                </c:pt>
                <c:pt idx="1090">
                  <c:v>76.44153878</c:v>
                </c:pt>
                <c:pt idx="1091">
                  <c:v>77.23949219</c:v>
                </c:pt>
                <c:pt idx="1092">
                  <c:v>76.91003675</c:v>
                </c:pt>
                <c:pt idx="1093">
                  <c:v>77.59120813</c:v>
                </c:pt>
                <c:pt idx="1094">
                  <c:v>78.13162464</c:v>
                </c:pt>
                <c:pt idx="1095">
                  <c:v>78.99772943</c:v>
                </c:pt>
                <c:pt idx="1096">
                  <c:v>78.93882471</c:v>
                </c:pt>
                <c:pt idx="1097">
                  <c:v>78.80046713</c:v>
                </c:pt>
                <c:pt idx="1098">
                  <c:v>77.34908235</c:v>
                </c:pt>
                <c:pt idx="1099">
                  <c:v>77.9514858</c:v>
                </c:pt>
                <c:pt idx="1100">
                  <c:v>77.77956623</c:v>
                </c:pt>
                <c:pt idx="1101">
                  <c:v>76.50729288</c:v>
                </c:pt>
                <c:pt idx="1102">
                  <c:v>77.04120248</c:v>
                </c:pt>
                <c:pt idx="1103">
                  <c:v>77.33641099</c:v>
                </c:pt>
                <c:pt idx="1104">
                  <c:v>76.90558465</c:v>
                </c:pt>
                <c:pt idx="1105">
                  <c:v>76.81757004</c:v>
                </c:pt>
                <c:pt idx="1106">
                  <c:v>75.57817375</c:v>
                </c:pt>
                <c:pt idx="1107">
                  <c:v>75.7860526</c:v>
                </c:pt>
                <c:pt idx="1108">
                  <c:v>75.10933332</c:v>
                </c:pt>
                <c:pt idx="1109">
                  <c:v>73.34732891</c:v>
                </c:pt>
                <c:pt idx="1110">
                  <c:v>73.53500207</c:v>
                </c:pt>
                <c:pt idx="1111">
                  <c:v>72.82506327</c:v>
                </c:pt>
                <c:pt idx="1112">
                  <c:v>72.33807197</c:v>
                </c:pt>
                <c:pt idx="1113">
                  <c:v>72.75656942</c:v>
                </c:pt>
                <c:pt idx="1114">
                  <c:v>72.69252766</c:v>
                </c:pt>
                <c:pt idx="1115">
                  <c:v>73.7185656</c:v>
                </c:pt>
                <c:pt idx="1116">
                  <c:v>72.97472234</c:v>
                </c:pt>
                <c:pt idx="1117">
                  <c:v>73.57438604</c:v>
                </c:pt>
                <c:pt idx="1118">
                  <c:v>74.30658534</c:v>
                </c:pt>
                <c:pt idx="1119">
                  <c:v>74.39905205</c:v>
                </c:pt>
                <c:pt idx="1120">
                  <c:v>74.39768217</c:v>
                </c:pt>
                <c:pt idx="1121">
                  <c:v>75.09323726</c:v>
                </c:pt>
                <c:pt idx="1122">
                  <c:v>75.61755771</c:v>
                </c:pt>
                <c:pt idx="1123">
                  <c:v>76.12475471</c:v>
                </c:pt>
                <c:pt idx="1124">
                  <c:v>75.81071038</c:v>
                </c:pt>
                <c:pt idx="1125">
                  <c:v>76.04290455</c:v>
                </c:pt>
                <c:pt idx="1126">
                  <c:v>76.55249883</c:v>
                </c:pt>
                <c:pt idx="1127">
                  <c:v>77.23332774</c:v>
                </c:pt>
                <c:pt idx="1128">
                  <c:v>76.85455672</c:v>
                </c:pt>
                <c:pt idx="1129">
                  <c:v>77.23640996</c:v>
                </c:pt>
                <c:pt idx="1130">
                  <c:v>78.51039565</c:v>
                </c:pt>
                <c:pt idx="1131">
                  <c:v>77.39839793</c:v>
                </c:pt>
                <c:pt idx="1132">
                  <c:v>77.64668815</c:v>
                </c:pt>
                <c:pt idx="1133">
                  <c:v>78.11689846</c:v>
                </c:pt>
                <c:pt idx="1134">
                  <c:v>79.6823255</c:v>
                </c:pt>
                <c:pt idx="1135">
                  <c:v>79.81349123</c:v>
                </c:pt>
                <c:pt idx="1136">
                  <c:v>79.33334932</c:v>
                </c:pt>
                <c:pt idx="1137">
                  <c:v>79.7604085</c:v>
                </c:pt>
                <c:pt idx="1138">
                  <c:v>79.0292366</c:v>
                </c:pt>
                <c:pt idx="1139">
                  <c:v>79.09601811</c:v>
                </c:pt>
                <c:pt idx="1140">
                  <c:v>78.36210646</c:v>
                </c:pt>
                <c:pt idx="1141">
                  <c:v>77.85114231</c:v>
                </c:pt>
                <c:pt idx="1142">
                  <c:v>78.5210122</c:v>
                </c:pt>
                <c:pt idx="1143">
                  <c:v>79.06485341</c:v>
                </c:pt>
                <c:pt idx="1144">
                  <c:v>80.78199434</c:v>
                </c:pt>
                <c:pt idx="1145">
                  <c:v>81.13816238</c:v>
                </c:pt>
                <c:pt idx="1146">
                  <c:v>81.88817008</c:v>
                </c:pt>
                <c:pt idx="1147">
                  <c:v>81.5135087</c:v>
                </c:pt>
                <c:pt idx="1148">
                  <c:v>82.81831663</c:v>
                </c:pt>
                <c:pt idx="1149">
                  <c:v>83.0381819</c:v>
                </c:pt>
                <c:pt idx="1150">
                  <c:v>84.32826365</c:v>
                </c:pt>
                <c:pt idx="1151">
                  <c:v>79.01622277</c:v>
                </c:pt>
                <c:pt idx="1152">
                  <c:v>79.23369076</c:v>
                </c:pt>
                <c:pt idx="1153">
                  <c:v>78.82443998</c:v>
                </c:pt>
                <c:pt idx="1154">
                  <c:v>79.36656883</c:v>
                </c:pt>
                <c:pt idx="1155">
                  <c:v>79.63985931</c:v>
                </c:pt>
                <c:pt idx="1156">
                  <c:v>80.26931784</c:v>
                </c:pt>
                <c:pt idx="1157">
                  <c:v>80.75391186</c:v>
                </c:pt>
                <c:pt idx="1158">
                  <c:v>78.42238105</c:v>
                </c:pt>
                <c:pt idx="1159">
                  <c:v>77.33332877</c:v>
                </c:pt>
                <c:pt idx="1160">
                  <c:v>77.40730213</c:v>
                </c:pt>
                <c:pt idx="1161">
                  <c:v>77.53264588</c:v>
                </c:pt>
                <c:pt idx="1162">
                  <c:v>76.63708874</c:v>
                </c:pt>
                <c:pt idx="1163">
                  <c:v>78.18984442</c:v>
                </c:pt>
                <c:pt idx="1164">
                  <c:v>78.60902681</c:v>
                </c:pt>
                <c:pt idx="1165">
                  <c:v>78.25525605</c:v>
                </c:pt>
                <c:pt idx="1166">
                  <c:v>78.95697559</c:v>
                </c:pt>
                <c:pt idx="1167">
                  <c:v>78.18641972</c:v>
                </c:pt>
                <c:pt idx="1168">
                  <c:v>78.91039976</c:v>
                </c:pt>
                <c:pt idx="1169">
                  <c:v>80.19089237</c:v>
                </c:pt>
                <c:pt idx="1170">
                  <c:v>79.40800762</c:v>
                </c:pt>
                <c:pt idx="1171">
                  <c:v>79.96828735</c:v>
                </c:pt>
                <c:pt idx="1172">
                  <c:v>80.30835933</c:v>
                </c:pt>
                <c:pt idx="1173">
                  <c:v>80.60938982</c:v>
                </c:pt>
                <c:pt idx="1174">
                  <c:v>79.61040696</c:v>
                </c:pt>
                <c:pt idx="1175">
                  <c:v>80.37856553</c:v>
                </c:pt>
                <c:pt idx="1176">
                  <c:v>80.06109652</c:v>
                </c:pt>
                <c:pt idx="1177">
                  <c:v>79.13129244</c:v>
                </c:pt>
                <c:pt idx="1178">
                  <c:v>79.03540105</c:v>
                </c:pt>
                <c:pt idx="1179">
                  <c:v>79.42307626</c:v>
                </c:pt>
                <c:pt idx="1180">
                  <c:v>82.14707685</c:v>
                </c:pt>
                <c:pt idx="1181">
                  <c:v>83.97826005</c:v>
                </c:pt>
                <c:pt idx="1182">
                  <c:v>85.39882259</c:v>
                </c:pt>
                <c:pt idx="1183">
                  <c:v>85.73855211</c:v>
                </c:pt>
                <c:pt idx="1184">
                  <c:v>87.62898249</c:v>
                </c:pt>
                <c:pt idx="1185">
                  <c:v>88.85331014</c:v>
                </c:pt>
                <c:pt idx="1186">
                  <c:v>87.32110261</c:v>
                </c:pt>
                <c:pt idx="1187">
                  <c:v>86.97007161</c:v>
                </c:pt>
                <c:pt idx="1188">
                  <c:v>87.59028346</c:v>
                </c:pt>
                <c:pt idx="1189">
                  <c:v>88.60673226</c:v>
                </c:pt>
                <c:pt idx="1190">
                  <c:v>86.31287308</c:v>
                </c:pt>
                <c:pt idx="1191">
                  <c:v>86.40123015</c:v>
                </c:pt>
                <c:pt idx="1192">
                  <c:v>86.81185081</c:v>
                </c:pt>
                <c:pt idx="1193">
                  <c:v>87.70227091</c:v>
                </c:pt>
                <c:pt idx="1194">
                  <c:v>87.7491892</c:v>
                </c:pt>
                <c:pt idx="1195">
                  <c:v>89.02933934</c:v>
                </c:pt>
                <c:pt idx="1196">
                  <c:v>87.45089847</c:v>
                </c:pt>
                <c:pt idx="1197">
                  <c:v>87.38754165</c:v>
                </c:pt>
                <c:pt idx="1198">
                  <c:v>87.92179372</c:v>
                </c:pt>
                <c:pt idx="1199">
                  <c:v>89.07351788</c:v>
                </c:pt>
                <c:pt idx="1200">
                  <c:v>89.84852584</c:v>
                </c:pt>
                <c:pt idx="1201">
                  <c:v>88.99851711</c:v>
                </c:pt>
                <c:pt idx="1202">
                  <c:v>90.32729788</c:v>
                </c:pt>
                <c:pt idx="1203">
                  <c:v>89.53824868</c:v>
                </c:pt>
                <c:pt idx="1204">
                  <c:v>90.06017185</c:v>
                </c:pt>
                <c:pt idx="1205">
                  <c:v>88.60467745</c:v>
                </c:pt>
                <c:pt idx="1206">
                  <c:v>87.8406285</c:v>
                </c:pt>
                <c:pt idx="1207">
                  <c:v>84.44127851</c:v>
                </c:pt>
                <c:pt idx="1208">
                  <c:v>85.74266174</c:v>
                </c:pt>
                <c:pt idx="1209">
                  <c:v>83.47209047</c:v>
                </c:pt>
                <c:pt idx="1210">
                  <c:v>82.76146673</c:v>
                </c:pt>
                <c:pt idx="1211">
                  <c:v>82.93578359</c:v>
                </c:pt>
                <c:pt idx="1212">
                  <c:v>84.16216605</c:v>
                </c:pt>
                <c:pt idx="1213">
                  <c:v>83.85223136</c:v>
                </c:pt>
                <c:pt idx="1214">
                  <c:v>80.57206067</c:v>
                </c:pt>
                <c:pt idx="1215">
                  <c:v>79.23266335</c:v>
                </c:pt>
                <c:pt idx="1216">
                  <c:v>80.49055299</c:v>
                </c:pt>
                <c:pt idx="1217">
                  <c:v>80.52206016</c:v>
                </c:pt>
                <c:pt idx="1218">
                  <c:v>79.58677658</c:v>
                </c:pt>
                <c:pt idx="1219">
                  <c:v>79.71657243</c:v>
                </c:pt>
                <c:pt idx="1220">
                  <c:v>77.53333082</c:v>
                </c:pt>
                <c:pt idx="1221">
                  <c:v>81.72173002</c:v>
                </c:pt>
                <c:pt idx="1222">
                  <c:v>81.23645106</c:v>
                </c:pt>
                <c:pt idx="1223">
                  <c:v>82.92413963</c:v>
                </c:pt>
                <c:pt idx="1224">
                  <c:v>81.23405377</c:v>
                </c:pt>
                <c:pt idx="1225">
                  <c:v>79.8662315</c:v>
                </c:pt>
                <c:pt idx="1226">
                  <c:v>80.18096076</c:v>
                </c:pt>
                <c:pt idx="1227">
                  <c:v>83.49503591</c:v>
                </c:pt>
                <c:pt idx="1228">
                  <c:v>84.12278208</c:v>
                </c:pt>
                <c:pt idx="1229">
                  <c:v>83.6210646</c:v>
                </c:pt>
                <c:pt idx="1230">
                  <c:v>83.20462197</c:v>
                </c:pt>
                <c:pt idx="1231">
                  <c:v>82.61660223</c:v>
                </c:pt>
                <c:pt idx="1232">
                  <c:v>85.08923037</c:v>
                </c:pt>
                <c:pt idx="1233">
                  <c:v>87.09062079</c:v>
                </c:pt>
                <c:pt idx="1234">
                  <c:v>86.86596095</c:v>
                </c:pt>
                <c:pt idx="1235">
                  <c:v>86.94438641</c:v>
                </c:pt>
                <c:pt idx="1236">
                  <c:v>87.60911927</c:v>
                </c:pt>
                <c:pt idx="1237">
                  <c:v>87.22007418</c:v>
                </c:pt>
                <c:pt idx="1238">
                  <c:v>85.7073874</c:v>
                </c:pt>
                <c:pt idx="1239">
                  <c:v>86.50534081</c:v>
                </c:pt>
                <c:pt idx="1240">
                  <c:v>86.72965818</c:v>
                </c:pt>
                <c:pt idx="1241">
                  <c:v>85.30224626</c:v>
                </c:pt>
                <c:pt idx="1242">
                  <c:v>83.93510892</c:v>
                </c:pt>
                <c:pt idx="1243">
                  <c:v>83.39674723</c:v>
                </c:pt>
                <c:pt idx="1244">
                  <c:v>81.88474539</c:v>
                </c:pt>
                <c:pt idx="1245">
                  <c:v>81.24261551</c:v>
                </c:pt>
                <c:pt idx="1246">
                  <c:v>79.69259958</c:v>
                </c:pt>
                <c:pt idx="1247">
                  <c:v>80.85699511</c:v>
                </c:pt>
                <c:pt idx="1248">
                  <c:v>80.35356528</c:v>
                </c:pt>
                <c:pt idx="1249">
                  <c:v>81.42309681</c:v>
                </c:pt>
                <c:pt idx="1250">
                  <c:v>83.12071699</c:v>
                </c:pt>
                <c:pt idx="1251">
                  <c:v>82.52756021</c:v>
                </c:pt>
                <c:pt idx="1252">
                  <c:v>82.1008435</c:v>
                </c:pt>
                <c:pt idx="1253">
                  <c:v>80.26281092</c:v>
                </c:pt>
                <c:pt idx="1254">
                  <c:v>79.85013545</c:v>
                </c:pt>
                <c:pt idx="1255">
                  <c:v>77.49086463</c:v>
                </c:pt>
                <c:pt idx="1256">
                  <c:v>78.5912184</c:v>
                </c:pt>
                <c:pt idx="1257">
                  <c:v>77.52819378</c:v>
                </c:pt>
                <c:pt idx="1258">
                  <c:v>77.35113717</c:v>
                </c:pt>
                <c:pt idx="1259">
                  <c:v>75.89838252</c:v>
                </c:pt>
                <c:pt idx="1260">
                  <c:v>78.73368562</c:v>
                </c:pt>
                <c:pt idx="1261">
                  <c:v>78.67957548</c:v>
                </c:pt>
                <c:pt idx="1262">
                  <c:v>77.92066357</c:v>
                </c:pt>
                <c:pt idx="1263">
                  <c:v>79.82890235</c:v>
                </c:pt>
                <c:pt idx="1264">
                  <c:v>78.93916718</c:v>
                </c:pt>
                <c:pt idx="1265">
                  <c:v>78.48882009</c:v>
                </c:pt>
                <c:pt idx="1266">
                  <c:v>78.50525862</c:v>
                </c:pt>
                <c:pt idx="1267">
                  <c:v>77.89737566</c:v>
                </c:pt>
                <c:pt idx="1268">
                  <c:v>77.49497426</c:v>
                </c:pt>
                <c:pt idx="1269">
                  <c:v>78.27409186</c:v>
                </c:pt>
                <c:pt idx="1270">
                  <c:v>76.13674113</c:v>
                </c:pt>
                <c:pt idx="1271">
                  <c:v>75.43296678</c:v>
                </c:pt>
                <c:pt idx="1272">
                  <c:v>74.95864684</c:v>
                </c:pt>
                <c:pt idx="1273">
                  <c:v>75.68536663</c:v>
                </c:pt>
                <c:pt idx="1274">
                  <c:v>74.61206793</c:v>
                </c:pt>
                <c:pt idx="1275">
                  <c:v>76.16002904</c:v>
                </c:pt>
                <c:pt idx="1276">
                  <c:v>75.85317657</c:v>
                </c:pt>
                <c:pt idx="1277">
                  <c:v>75.28604746</c:v>
                </c:pt>
                <c:pt idx="1278">
                  <c:v>74.37370932</c:v>
                </c:pt>
                <c:pt idx="1279">
                  <c:v>73.22986195</c:v>
                </c:pt>
                <c:pt idx="1280">
                  <c:v>72.66547259</c:v>
                </c:pt>
                <c:pt idx="1281">
                  <c:v>72.97574975</c:v>
                </c:pt>
                <c:pt idx="1282">
                  <c:v>73.67541447</c:v>
                </c:pt>
                <c:pt idx="1283">
                  <c:v>74.01891115</c:v>
                </c:pt>
                <c:pt idx="1284">
                  <c:v>74.32131152</c:v>
                </c:pt>
                <c:pt idx="1285">
                  <c:v>74.91412583</c:v>
                </c:pt>
                <c:pt idx="1286">
                  <c:v>75.84666966</c:v>
                </c:pt>
                <c:pt idx="1287">
                  <c:v>75.8216694</c:v>
                </c:pt>
                <c:pt idx="1288">
                  <c:v>75.34426724</c:v>
                </c:pt>
                <c:pt idx="1289">
                  <c:v>75.25419782</c:v>
                </c:pt>
                <c:pt idx="1290">
                  <c:v>75.59940684</c:v>
                </c:pt>
                <c:pt idx="1291">
                  <c:v>76.11996014</c:v>
                </c:pt>
                <c:pt idx="1292">
                  <c:v>74.99118142</c:v>
                </c:pt>
                <c:pt idx="1293">
                  <c:v>74.35350363</c:v>
                </c:pt>
                <c:pt idx="1294">
                  <c:v>73.66411299</c:v>
                </c:pt>
                <c:pt idx="1295">
                  <c:v>75.19700545</c:v>
                </c:pt>
                <c:pt idx="1296">
                  <c:v>77.79977192</c:v>
                </c:pt>
                <c:pt idx="1297">
                  <c:v>76.4090042</c:v>
                </c:pt>
                <c:pt idx="1298">
                  <c:v>76.96380442</c:v>
                </c:pt>
                <c:pt idx="1299">
                  <c:v>76.48160769</c:v>
                </c:pt>
                <c:pt idx="1300">
                  <c:v>75.5497488</c:v>
                </c:pt>
                <c:pt idx="1301">
                  <c:v>74.88090631</c:v>
                </c:pt>
                <c:pt idx="1302">
                  <c:v>74.23980383</c:v>
                </c:pt>
                <c:pt idx="1303">
                  <c:v>73.68055151</c:v>
                </c:pt>
                <c:pt idx="1304">
                  <c:v>75.01070216</c:v>
                </c:pt>
                <c:pt idx="1305">
                  <c:v>73.7932239</c:v>
                </c:pt>
                <c:pt idx="1306">
                  <c:v>73.00725692</c:v>
                </c:pt>
                <c:pt idx="1307">
                  <c:v>74.43466885</c:v>
                </c:pt>
                <c:pt idx="1308">
                  <c:v>74.8096727</c:v>
                </c:pt>
                <c:pt idx="1309">
                  <c:v>73.34664397</c:v>
                </c:pt>
                <c:pt idx="1310">
                  <c:v>74.75522009</c:v>
                </c:pt>
                <c:pt idx="1311">
                  <c:v>74.76549417</c:v>
                </c:pt>
                <c:pt idx="1312">
                  <c:v>75.39563763</c:v>
                </c:pt>
                <c:pt idx="1313">
                  <c:v>75.14905975</c:v>
                </c:pt>
                <c:pt idx="1314">
                  <c:v>75.2086494</c:v>
                </c:pt>
                <c:pt idx="1315">
                  <c:v>73.85521084</c:v>
                </c:pt>
                <c:pt idx="1316">
                  <c:v>73.12129919</c:v>
                </c:pt>
                <c:pt idx="1317">
                  <c:v>72.20348154</c:v>
                </c:pt>
                <c:pt idx="1318">
                  <c:v>70.25106422</c:v>
                </c:pt>
                <c:pt idx="1319">
                  <c:v>70.05585674</c:v>
                </c:pt>
                <c:pt idx="1320">
                  <c:v>70.05037723</c:v>
                </c:pt>
                <c:pt idx="1321">
                  <c:v>69.58975606</c:v>
                </c:pt>
                <c:pt idx="1322">
                  <c:v>69.6037973</c:v>
                </c:pt>
                <c:pt idx="1323">
                  <c:v>68.76611746</c:v>
                </c:pt>
                <c:pt idx="1324">
                  <c:v>69.46612465</c:v>
                </c:pt>
                <c:pt idx="1325">
                  <c:v>69.01783237</c:v>
                </c:pt>
                <c:pt idx="1326">
                  <c:v>71.08703172</c:v>
                </c:pt>
                <c:pt idx="1327">
                  <c:v>71.26682808</c:v>
                </c:pt>
                <c:pt idx="1328">
                  <c:v>73.10623054</c:v>
                </c:pt>
                <c:pt idx="1329">
                  <c:v>72.71376076</c:v>
                </c:pt>
                <c:pt idx="1330">
                  <c:v>73.06205201</c:v>
                </c:pt>
                <c:pt idx="1331">
                  <c:v>72.7199252</c:v>
                </c:pt>
                <c:pt idx="1332">
                  <c:v>73.82164885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985-4BBE-BDD7-7162AF2F8E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6100159"/>
        <c:axId val="466101119"/>
      </c:lineChart>
      <c:dateAx>
        <c:axId val="466100159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headings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466101119"/>
        <c:crosses val="autoZero"/>
        <c:auto val="1"/>
        <c:lblOffset val="100"/>
        <c:baseTimeUnit val="days"/>
      </c:dateAx>
      <c:valAx>
        <c:axId val="466101119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headings"/>
                <a:ea typeface="Roboto Light" panose="02000000000000000000" pitchFamily="2" charset="0"/>
                <a:cs typeface="Roboto Light" panose="02000000000000000000" pitchFamily="2" charset="0"/>
              </a:defRPr>
            </a:pPr>
            <a:endParaRPr lang="pt-BR"/>
          </a:p>
        </c:txPr>
        <c:crossAx val="466100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headings"/>
              <a:ea typeface="Roboto Light" panose="02000000000000000000" pitchFamily="2" charset="0"/>
              <a:cs typeface="Roboto Light" panose="02000000000000000000" pitchFamily="2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latin typeface="Arial headings"/>
          <a:ea typeface="Roboto Light" panose="02000000000000000000" pitchFamily="2" charset="0"/>
          <a:cs typeface="Roboto Light" panose="02000000000000000000" pitchFamily="2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12457" cy="462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35996" y="1"/>
            <a:ext cx="3012457" cy="462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709" cy="363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773453"/>
            <a:ext cx="3012457" cy="462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35996" y="8773453"/>
            <a:ext cx="3012457" cy="462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3d80d99a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63d80d99a1_0_0:notes"/>
          <p:cNvSpPr txBox="1">
            <a:spLocks noGrp="1"/>
          </p:cNvSpPr>
          <p:nvPr>
            <p:ph type="body" idx="1"/>
          </p:nvPr>
        </p:nvSpPr>
        <p:spPr>
          <a:xfrm>
            <a:off x="695007" y="4387136"/>
            <a:ext cx="5560200" cy="415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63d80d99a1_0_1999:notes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800" cy="3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263d80d99a1_0_19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3d80d99a1_0_505:notes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800" cy="3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126;g263d80d99a1_0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63d80d99a1_0_1342:notes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800" cy="3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Reduzi </a:t>
            </a:r>
            <a:endParaRPr dirty="0"/>
          </a:p>
        </p:txBody>
      </p:sp>
      <p:sp>
        <p:nvSpPr>
          <p:cNvPr id="160" name="Google Shape;160;g263d80d99a1_0_1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63d80d99a1_0_1831:notes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800" cy="3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g263d80d99a1_0_1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63d80d99a1_0_2324:notes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800" cy="3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9" name="Google Shape;209;g263d80d99a1_0_2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63d80d99a1_0_2533:notes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800" cy="3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263d80d99a1_0_2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63d80d99a1_0_2691:notes"/>
          <p:cNvSpPr txBox="1">
            <a:spLocks noGrp="1"/>
          </p:cNvSpPr>
          <p:nvPr>
            <p:ph type="body" idx="1"/>
          </p:nvPr>
        </p:nvSpPr>
        <p:spPr>
          <a:xfrm>
            <a:off x="694684" y="4444740"/>
            <a:ext cx="5560800" cy="3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263d80d99a1_0_2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154113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3 Espaços v1 Report">
  <p:cSld name="10_3 Espaços v1 Repor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788194" y="6300619"/>
            <a:ext cx="9901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2"/>
          </p:nvPr>
        </p:nvSpPr>
        <p:spPr>
          <a:xfrm>
            <a:off x="335999" y="2023865"/>
            <a:ext cx="11518800" cy="25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3"/>
          </p:nvPr>
        </p:nvSpPr>
        <p:spPr>
          <a:xfrm>
            <a:off x="336550" y="1228251"/>
            <a:ext cx="11518800" cy="727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marR="0" lvl="0" indent="-228600" algn="just" rtl="0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4"/>
          </p:nvPr>
        </p:nvSpPr>
        <p:spPr>
          <a:xfrm>
            <a:off x="336000" y="5029925"/>
            <a:ext cx="3685200" cy="9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5"/>
          </p:nvPr>
        </p:nvSpPr>
        <p:spPr>
          <a:xfrm>
            <a:off x="336000" y="4735310"/>
            <a:ext cx="3685200" cy="24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6"/>
          </p:nvPr>
        </p:nvSpPr>
        <p:spPr>
          <a:xfrm>
            <a:off x="4253456" y="5030967"/>
            <a:ext cx="3685200" cy="9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7"/>
          </p:nvPr>
        </p:nvSpPr>
        <p:spPr>
          <a:xfrm>
            <a:off x="4253456" y="4736352"/>
            <a:ext cx="3685200" cy="24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8"/>
          </p:nvPr>
        </p:nvSpPr>
        <p:spPr>
          <a:xfrm>
            <a:off x="8159750" y="5027157"/>
            <a:ext cx="3685200" cy="9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body" idx="9"/>
          </p:nvPr>
        </p:nvSpPr>
        <p:spPr>
          <a:xfrm>
            <a:off x="8159750" y="4732542"/>
            <a:ext cx="3685200" cy="24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3"/>
          </p:nvPr>
        </p:nvSpPr>
        <p:spPr>
          <a:xfrm>
            <a:off x="336550" y="188913"/>
            <a:ext cx="83520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4"/>
          </p:nvPr>
        </p:nvSpPr>
        <p:spPr>
          <a:xfrm>
            <a:off x="336001" y="775521"/>
            <a:ext cx="11518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dt" idx="10"/>
          </p:nvPr>
        </p:nvSpPr>
        <p:spPr>
          <a:xfrm>
            <a:off x="8723310" y="305162"/>
            <a:ext cx="3132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9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79">
          <p15:clr>
            <a:srgbClr val="FBAE40"/>
          </p15:clr>
        </p15:guide>
        <p15:guide id="2" pos="2536">
          <p15:clr>
            <a:srgbClr val="FBAE40"/>
          </p15:clr>
        </p15:guide>
        <p15:guide id="3" pos="4997">
          <p15:clr>
            <a:srgbClr val="FBAE40"/>
          </p15:clr>
        </p15:guide>
        <p15:guide id="4" pos="51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3 Espaços v1 Report">
  <p:cSld name="7_3 Espaços v1 Report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788194" y="6300619"/>
            <a:ext cx="9901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2"/>
          </p:nvPr>
        </p:nvSpPr>
        <p:spPr>
          <a:xfrm>
            <a:off x="6360110" y="4609835"/>
            <a:ext cx="5494800" cy="16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3"/>
          </p:nvPr>
        </p:nvSpPr>
        <p:spPr>
          <a:xfrm>
            <a:off x="336550" y="188913"/>
            <a:ext cx="83520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dt" idx="10"/>
          </p:nvPr>
        </p:nvSpPr>
        <p:spPr>
          <a:xfrm>
            <a:off x="8723310" y="305162"/>
            <a:ext cx="3132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900"/>
              <a:buNone/>
              <a:defRPr sz="11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4"/>
          </p:nvPr>
        </p:nvSpPr>
        <p:spPr>
          <a:xfrm>
            <a:off x="335999" y="813373"/>
            <a:ext cx="11518800" cy="24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5"/>
          </p:nvPr>
        </p:nvSpPr>
        <p:spPr>
          <a:xfrm>
            <a:off x="324164" y="4320461"/>
            <a:ext cx="5494800" cy="24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body" idx="6"/>
          </p:nvPr>
        </p:nvSpPr>
        <p:spPr>
          <a:xfrm>
            <a:off x="324164" y="2056730"/>
            <a:ext cx="11518800" cy="24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7"/>
          </p:nvPr>
        </p:nvSpPr>
        <p:spPr>
          <a:xfrm>
            <a:off x="6348275" y="4320460"/>
            <a:ext cx="5494800" cy="246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79">
          <p15:clr>
            <a:srgbClr val="FBAE40"/>
          </p15:clr>
        </p15:guide>
        <p15:guide id="2" pos="2536">
          <p15:clr>
            <a:srgbClr val="FBAE40"/>
          </p15:clr>
        </p15:guide>
        <p15:guide id="3" pos="4997">
          <p15:clr>
            <a:srgbClr val="FBAE40"/>
          </p15:clr>
        </p15:guide>
        <p15:guide id="4" pos="51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3 Espaços v1 Report">
  <p:cSld name="9_3 Espaços v1 Report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788194" y="6300619"/>
            <a:ext cx="9901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2"/>
          </p:nvPr>
        </p:nvSpPr>
        <p:spPr>
          <a:xfrm>
            <a:off x="335999" y="1814141"/>
            <a:ext cx="11518800" cy="25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3"/>
          </p:nvPr>
        </p:nvSpPr>
        <p:spPr>
          <a:xfrm>
            <a:off x="336550" y="188913"/>
            <a:ext cx="83520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4"/>
          </p:nvPr>
        </p:nvSpPr>
        <p:spPr>
          <a:xfrm>
            <a:off x="336001" y="775521"/>
            <a:ext cx="11518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984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dt" idx="10"/>
          </p:nvPr>
        </p:nvSpPr>
        <p:spPr>
          <a:xfrm>
            <a:off x="8723310" y="305162"/>
            <a:ext cx="3132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900"/>
              <a:buNone/>
              <a:defRPr sz="11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5"/>
          </p:nvPr>
        </p:nvSpPr>
        <p:spPr>
          <a:xfrm>
            <a:off x="335999" y="1251833"/>
            <a:ext cx="11518800" cy="49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6"/>
          </p:nvPr>
        </p:nvSpPr>
        <p:spPr>
          <a:xfrm>
            <a:off x="335999" y="4413592"/>
            <a:ext cx="11518800" cy="804300"/>
          </a:xfrm>
          <a:prstGeom prst="rect">
            <a:avLst/>
          </a:prstGeom>
          <a:solidFill>
            <a:srgbClr val="FFF1CC"/>
          </a:solidFill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857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79">
          <p15:clr>
            <a:srgbClr val="FBAE40"/>
          </p15:clr>
        </p15:guide>
        <p15:guide id="2" pos="2536">
          <p15:clr>
            <a:srgbClr val="FBAE40"/>
          </p15:clr>
        </p15:guide>
        <p15:guide id="3" pos="4997">
          <p15:clr>
            <a:srgbClr val="FBAE40"/>
          </p15:clr>
        </p15:guide>
        <p15:guide id="4" pos="51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laimer">
  <p:cSld name="Disclaimer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/>
        </p:nvSpPr>
        <p:spPr>
          <a:xfrm>
            <a:off x="336551" y="188913"/>
            <a:ext cx="83868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lang="pt-BR" sz="2400" b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Disclaimer</a:t>
            </a:r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dt" idx="10"/>
          </p:nvPr>
        </p:nvSpPr>
        <p:spPr>
          <a:xfrm>
            <a:off x="8723310" y="305162"/>
            <a:ext cx="31320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36001" y="876188"/>
            <a:ext cx="11519400" cy="6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1) Este relatório de análise foi elaborado pela XP Investimentos CCTVM S.A. (“XP Investimentos ou XP”) de acordo com todas as exigências previstas na Resolução CVM nº 20/2021, tem como objetivo fornecer informações que possam auxiliar o investidor a tomar sua própria decisão de investimento, não constituindo qualquer tipo de oferta ou solicitação de compra e/ou venda de qualquer produto. As informações contidas neste relatório são consideradas válidas na data de sua divulgação e foram obtidas de fontes públicas. A XP Investimentos não se responsabiliza por qualquer decisão tomada pelo cliente com base no presente relatório..</a:t>
            </a:r>
            <a:endParaRPr dirty="0"/>
          </a:p>
          <a:p>
            <a:pPr marL="0" marR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None/>
            </a:pPr>
            <a:endParaRPr sz="10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2) Este relatório foi elaborado considerando a classificação de risco dos produtos de modo a gerar resultados de alocação para cada perfil de investidor.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3) O(s) signatário(s) deste relatório declara(m) que as recomendações refletem única e exclusivamente suas análises e opiniões pessoais, que foram produzidas de forma independente, inclusive em relação à XP Investimentos e que estão sujeitas a modificações sem aviso prévio em decorrência de alterações nas condições de mercado, e que sua(s) remuneração(es) é(são) indiretamente influenciada por receitas provenientes dos negócios e operações financeiras realizadas pela XP Investimentos.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4) O analista responsável pelo conteúdo deste relatório e pelo cumprimento da Resolução CVM nº 20/2021 está indicado acima, sendo que, caso constem a indicação de mais um analista no relatório, o responsável será o primeiro analista credenciado a ser mencionado no relatório.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5) Os analistas da XP Investimentos estão obrigados ao cumprimento de todas as regras previstas no Código de Conduta da APIMEC para o Analista de Valores Mobiliários e na Política de Conduta dos Analistas de Valores Mobiliários da XP Investimentos.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6) O atendimento de nossos clientes é realizado por empregados da XP Investimentos ou por agentes autônomos de investimento que desempenham suas atividades por meio da XP, em conformidade com a Resolução CVM nº 16/2021, os quais encontram-se registrados na Associação Nacional das Corretoras e Distribuidoras de Títulos e Valores Mobiliários – ANCORD. O agente autônomo de investimento não pode realizar consultoria, administração ou gestão de patrimônio de clientes, devendo atuar como intermediário e solicitar autorização prévia do cliente para a realização de qualquer operação no mercado de capitais.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7) Os produtos apresentados neste relatório podem não ser adequados para todos os tipos de cliente. Antes de qualquer decisão, os clientes deverão realizar o processo de </a:t>
            </a:r>
            <a:r>
              <a:rPr lang="pt-BR" sz="800" b="0" dirty="0" err="1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suitability</a:t>
            </a: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 e confirmar se os produtos apresentados são indicados para o seu perfil de investidor. Este material não sugere qualquer alteração de carteira, mas somente orientação sobre produtos adequados a determinado perfil de investidor.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8) A rentabilidade de produtos financeiros pode apresentar variações e seu preço ou valor pode aumentar ou diminuir num curto espaço de tempo. Os desempenhos anteriores não são necessariamente indicativos de resultados futuros. A rentabilidade divulgada não é líquida de impostos. As informações presentes neste material são baseadas em simulações e os resultados reais poderão ser significativamente diferentes.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9) Este relatório é destinado à circulação exclusiva para a rede de relacionamento da XP Investimentos, incluindo agentes autônomos da XP e clientes da XP, podendo também ser divulgado no site da XP. Fica proibida sua reprodução ou redistribuição para qualquer pessoa, no todo ou em parte, qualquer que seja o propósito, sem o prévio consentimento expresso da XP Investimentos.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10) SAC. 0800 772 0202. A Ouvidoria da XP Investimentos tem a missão de servir de canal de contato sempre que os clientes que não se sentirem satisfeitos com as soluções dadas pela empresa aos seus problemas. O contato pode ser realizado por meio do telefone: 0800-722-3730.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11) O custo da operação e a política de cobrança estão definidos nas tabelas de custos operacionais disponibilizadas no site da XP Investimentos: www.xpi.com.br.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12) A XP Investimentos se exime de qualquer responsabilidade por quaisquer prejuízos, diretos ou indiretos, que venham a decorrer da utilização deste relatório ou seu conteúdo.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13) A Avaliação Técnica e a Avaliação de Fundamentos seguem diferentes metodologias de análise. A Análise Técnica é executada seguindo conceitos como tendência, suporte, resistência, </a:t>
            </a:r>
            <a:r>
              <a:rPr lang="pt-BR" sz="800" b="0" dirty="0" err="1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candles</a:t>
            </a: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, volumes, médias móveis entre outros. Já a Análise Fundamentalista utiliza como informação os resultados divulgados pelas companhias emissoras e suas projeções. Desta forma, as opiniões dos Analistas Fundamentalistas, que buscam os melhores retornos dadas as condições de mercado, o cenário macroeconômico e os eventos específicos da empresa e do setor, podem divergir das opiniões dos Analistas Técnicos, que visam identificar os movimentos mais prováveis dos preços dos ativos, com utilização de “</a:t>
            </a:r>
            <a:r>
              <a:rPr lang="pt-BR" sz="800" b="0" dirty="0" err="1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stops</a:t>
            </a: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” para limitar as possíveis perdas.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14) Para fins de verificação da adequação do perfil do investidor aos serviços e produtos de investimento oferecidos pela XP Investimentos, utilizamos a metodologia de adequação dos produtos por portfólio, nos termos das Regras e Procedimentos ANBIMA de </a:t>
            </a:r>
            <a:r>
              <a:rPr lang="pt-BR" sz="800" b="0" dirty="0" err="1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Suitability</a:t>
            </a: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 nº 01 e do Código ANBIMA de Regulação e Melhores Práticas para Distribuição de Produtos de Investimento. Essa metodologia consiste em atribuir uma pontuação máxima de risco para cada perfil de investidor (conservador, moderado e agressivo), bem como uma pontuação de risco para cada um dos produtos oferecidos pela XP Investimentos, de modo que todos os clientes possam ter acesso a todos os produtos, desde que dentro das quantidades e limites da pontuação de risco definidas para o seu perfil. Antes de aplicar nos produtos e/ou contratar os serviços objeto deste material, é importante que você verifique se a sua pontuação de risco atual comporta a aplicação nos produtos e/ou a contratação dos serviços em questão, bem como se há limitações de volume, concentração e/ou quantidade para a aplicação desejada. Você pode consultar essas informações diretamente no momento da transmissão da sua ordem ou, ainda, consultando o risco geral da sua carteira na tela de carteira (Visão Risco). Caso a sua pontuação de risco atual não comporte a aplicação/contratação pretendida, ou caso existam limitações em relação à quantidade e/ou volume financeiro para a referida aplicação/contratação, isto significa que, com base na composição atual da sua carteira, esta aplicação/contratação não está adequada ao seu perfil. Em caso de dúvidas sobre o processo de adequação dos produtos oferecidos pela XP Investimentos ao seu perfil de investidor, consulte o FAQ. A duração recomendada para o investimento é de curto prazo e o patrimônio do cliente não está garantido neste tipo de produto. As condições de mercado, mudanças climáticas e o cenário macroeconômico podem afetar o desempenho do investimento.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</a:pPr>
            <a:endParaRPr sz="800" b="0" dirty="0">
              <a:solidFill>
                <a:schemeClr val="accent6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Arial"/>
              <a:buNone/>
            </a:pPr>
            <a:r>
              <a:rPr lang="pt-BR" sz="800" b="0" dirty="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rPr>
              <a:t>15) ESTA INSTITUIÇÃO É ADERENTE À RESOLUÇÃO CVM Nº 16/2021.</a:t>
            </a:r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79">
          <p15:clr>
            <a:srgbClr val="FBAE40"/>
          </p15:clr>
        </p15:guide>
        <p15:guide id="2" pos="2536">
          <p15:clr>
            <a:srgbClr val="FBAE40"/>
          </p15:clr>
        </p15:guide>
        <p15:guide id="3" pos="4997">
          <p15:clr>
            <a:srgbClr val="FBAE40"/>
          </p15:clr>
        </p15:guide>
        <p15:guide id="4" pos="51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chamento">
  <p:cSld name="Fechamento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8" descr="A picture containing dark, night sky&#10;&#10;Description automatically generated"/>
          <p:cNvPicPr preferRelativeResize="0"/>
          <p:nvPr/>
        </p:nvPicPr>
        <p:blipFill rotWithShape="1">
          <a:blip r:embed="rId2">
            <a:alphaModFix amt="81000"/>
          </a:blip>
          <a:srcRect/>
          <a:stretch/>
        </p:blipFill>
        <p:spPr>
          <a:xfrm>
            <a:off x="3446236" y="0"/>
            <a:ext cx="8745765" cy="61150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8"/>
          <p:cNvGrpSpPr/>
          <p:nvPr/>
        </p:nvGrpSpPr>
        <p:grpSpPr>
          <a:xfrm>
            <a:off x="-1002" y="108"/>
            <a:ext cx="12192235" cy="6135860"/>
            <a:chOff x="-1486" y="-3020420"/>
            <a:chExt cx="18086686" cy="9102300"/>
          </a:xfrm>
        </p:grpSpPr>
        <p:cxnSp>
          <p:nvCxnSpPr>
            <p:cNvPr id="102" name="Google Shape;102;p18"/>
            <p:cNvCxnSpPr/>
            <p:nvPr/>
          </p:nvCxnSpPr>
          <p:spPr>
            <a:xfrm>
              <a:off x="0" y="4522839"/>
              <a:ext cx="18085200" cy="0"/>
            </a:xfrm>
            <a:prstGeom prst="straightConnector1">
              <a:avLst/>
            </a:prstGeom>
            <a:noFill/>
            <a:ln w="127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" name="Google Shape;103;p18"/>
            <p:cNvCxnSpPr/>
            <p:nvPr/>
          </p:nvCxnSpPr>
          <p:spPr>
            <a:xfrm rot="10800000" flipH="1">
              <a:off x="-1486" y="-3020420"/>
              <a:ext cx="8051700" cy="9102300"/>
            </a:xfrm>
            <a:prstGeom prst="straightConnector1">
              <a:avLst/>
            </a:prstGeom>
            <a:noFill/>
            <a:ln w="127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4" name="Google Shape;104;p18"/>
          <p:cNvSpPr/>
          <p:nvPr/>
        </p:nvSpPr>
        <p:spPr>
          <a:xfrm>
            <a:off x="5762123" y="3127829"/>
            <a:ext cx="668016" cy="602577"/>
          </a:xfrm>
          <a:custGeom>
            <a:avLst/>
            <a:gdLst/>
            <a:ahLst/>
            <a:cxnLst/>
            <a:rect l="l" t="t" r="r" b="b"/>
            <a:pathLst>
              <a:path w="1964753" h="1772284" extrusionOk="0">
                <a:moveTo>
                  <a:pt x="1430464" y="1369758"/>
                </a:moveTo>
                <a:lnTo>
                  <a:pt x="1653286" y="1369758"/>
                </a:lnTo>
                <a:cubicBezTo>
                  <a:pt x="1736852" y="1369758"/>
                  <a:pt x="1795081" y="1331785"/>
                  <a:pt x="1795081" y="1253300"/>
                </a:cubicBezTo>
                <a:cubicBezTo>
                  <a:pt x="1795081" y="1174814"/>
                  <a:pt x="1736852" y="1136840"/>
                  <a:pt x="1653286" y="1136840"/>
                </a:cubicBezTo>
                <a:lnTo>
                  <a:pt x="1430464" y="1136840"/>
                </a:lnTo>
                <a:lnTo>
                  <a:pt x="1430464" y="1369758"/>
                </a:lnTo>
                <a:close/>
                <a:moveTo>
                  <a:pt x="1430464" y="1772285"/>
                </a:moveTo>
                <a:lnTo>
                  <a:pt x="1726692" y="1772285"/>
                </a:lnTo>
                <a:cubicBezTo>
                  <a:pt x="1883664" y="1772285"/>
                  <a:pt x="1964690" y="1691259"/>
                  <a:pt x="1964690" y="1534287"/>
                </a:cubicBezTo>
                <a:lnTo>
                  <a:pt x="1964690" y="1369695"/>
                </a:lnTo>
                <a:lnTo>
                  <a:pt x="1959610" y="1369695"/>
                </a:lnTo>
                <a:cubicBezTo>
                  <a:pt x="1914017" y="1506410"/>
                  <a:pt x="1797558" y="1549464"/>
                  <a:pt x="1658303" y="1549464"/>
                </a:cubicBezTo>
                <a:lnTo>
                  <a:pt x="1438021" y="1549464"/>
                </a:lnTo>
                <a:cubicBezTo>
                  <a:pt x="1432941" y="1549464"/>
                  <a:pt x="1430401" y="1552003"/>
                  <a:pt x="1430401" y="1557083"/>
                </a:cubicBezTo>
                <a:lnTo>
                  <a:pt x="1430401" y="1772285"/>
                </a:lnTo>
                <a:close/>
                <a:moveTo>
                  <a:pt x="1012698" y="1253300"/>
                </a:moveTo>
                <a:lnTo>
                  <a:pt x="1240536" y="1473581"/>
                </a:lnTo>
                <a:lnTo>
                  <a:pt x="1240536" y="1033082"/>
                </a:lnTo>
                <a:lnTo>
                  <a:pt x="1012698" y="1253300"/>
                </a:lnTo>
                <a:close/>
                <a:moveTo>
                  <a:pt x="237998" y="1772285"/>
                </a:moveTo>
                <a:lnTo>
                  <a:pt x="1240599" y="1772285"/>
                </a:lnTo>
                <a:lnTo>
                  <a:pt x="1240599" y="1721676"/>
                </a:lnTo>
                <a:cubicBezTo>
                  <a:pt x="1240599" y="1633093"/>
                  <a:pt x="1270953" y="1582420"/>
                  <a:pt x="1341882" y="1554607"/>
                </a:cubicBezTo>
                <a:lnTo>
                  <a:pt x="1341882" y="1549527"/>
                </a:lnTo>
                <a:lnTo>
                  <a:pt x="1060831" y="1549527"/>
                </a:lnTo>
                <a:cubicBezTo>
                  <a:pt x="1045655" y="1549527"/>
                  <a:pt x="1040574" y="1546987"/>
                  <a:pt x="1030478" y="1536890"/>
                </a:cubicBezTo>
                <a:lnTo>
                  <a:pt x="883666" y="1384998"/>
                </a:lnTo>
                <a:lnTo>
                  <a:pt x="731774" y="1539431"/>
                </a:lnTo>
                <a:cubicBezTo>
                  <a:pt x="724154" y="1547051"/>
                  <a:pt x="719137" y="1549527"/>
                  <a:pt x="703898" y="1549527"/>
                </a:cubicBezTo>
                <a:lnTo>
                  <a:pt x="478599" y="1549527"/>
                </a:lnTo>
                <a:cubicBezTo>
                  <a:pt x="465963" y="1549527"/>
                  <a:pt x="465963" y="1541907"/>
                  <a:pt x="473519" y="1534351"/>
                </a:cubicBezTo>
                <a:lnTo>
                  <a:pt x="762127" y="1253300"/>
                </a:lnTo>
                <a:lnTo>
                  <a:pt x="468439" y="969708"/>
                </a:lnTo>
                <a:cubicBezTo>
                  <a:pt x="460819" y="962089"/>
                  <a:pt x="463360" y="954532"/>
                  <a:pt x="476060" y="954532"/>
                </a:cubicBezTo>
                <a:lnTo>
                  <a:pt x="703898" y="954532"/>
                </a:lnTo>
                <a:cubicBezTo>
                  <a:pt x="716534" y="954532"/>
                  <a:pt x="721614" y="957072"/>
                  <a:pt x="729234" y="964628"/>
                </a:cubicBezTo>
                <a:lnTo>
                  <a:pt x="888746" y="1124140"/>
                </a:lnTo>
                <a:lnTo>
                  <a:pt x="1038098" y="964628"/>
                </a:lnTo>
                <a:cubicBezTo>
                  <a:pt x="1045718" y="957008"/>
                  <a:pt x="1050735" y="954532"/>
                  <a:pt x="1060894" y="954532"/>
                </a:cubicBezTo>
                <a:lnTo>
                  <a:pt x="1655889" y="954532"/>
                </a:lnTo>
                <a:cubicBezTo>
                  <a:pt x="1792605" y="954532"/>
                  <a:pt x="1914144" y="1000125"/>
                  <a:pt x="1959674" y="1136840"/>
                </a:cubicBezTo>
                <a:lnTo>
                  <a:pt x="1964754" y="1136840"/>
                </a:lnTo>
                <a:lnTo>
                  <a:pt x="1964754" y="237998"/>
                </a:lnTo>
                <a:cubicBezTo>
                  <a:pt x="1964754" y="81026"/>
                  <a:pt x="1883728" y="0"/>
                  <a:pt x="1726755" y="0"/>
                </a:cubicBezTo>
                <a:lnTo>
                  <a:pt x="237998" y="0"/>
                </a:lnTo>
                <a:cubicBezTo>
                  <a:pt x="81026" y="0"/>
                  <a:pt x="0" y="81026"/>
                  <a:pt x="0" y="237998"/>
                </a:cubicBezTo>
                <a:lnTo>
                  <a:pt x="0" y="1534287"/>
                </a:lnTo>
                <a:cubicBezTo>
                  <a:pt x="0" y="1691259"/>
                  <a:pt x="81026" y="1772285"/>
                  <a:pt x="237998" y="17722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3750" y="6376921"/>
            <a:ext cx="924500" cy="213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onteudos.xpi.com.br/acoes/BMOB3" TargetMode="External"/><Relationship Id="rId4" Type="http://schemas.openxmlformats.org/officeDocument/2006/relationships/hyperlink" Target="https://conteudos.xpi.com.br/acoes/ALUP11" TargetMode="External"/><Relationship Id="rId5" Type="http://schemas.openxmlformats.org/officeDocument/2006/relationships/hyperlink" Target="https://conteudos.xpi.com.br/acoes/CEAB3" TargetMode="External"/><Relationship Id="rId6" Type="http://schemas.openxmlformats.org/officeDocument/2006/relationships/hyperlink" Target="https://conteudos.xpi.com.br/acoes/TUPY3" TargetMode="External"/><Relationship Id="rId7" Type="http://schemas.openxmlformats.org/officeDocument/2006/relationships/hyperlink" Target="https://conteudos.xpi.com.br/acoes/PRNR3" TargetMode="External"/><Relationship Id="rId8" Type="http://schemas.openxmlformats.org/officeDocument/2006/relationships/hyperlink" Target="https://conteudos.xpi.com.br/acoes/ECOR3" TargetMode="External"/><Relationship Id="rId9" Type="http://schemas.openxmlformats.org/officeDocument/2006/relationships/hyperlink" Target="https://conteudos.xpi.com.br/acoes/LWSA3" TargetMode="External"/><Relationship Id="rId10" Type="http://schemas.openxmlformats.org/officeDocument/2006/relationships/hyperlink" Target="https://conteudos.xpi.com.br/acoes/CURY3" TargetMode="External"/><Relationship Id="rId11" Type="http://schemas.openxmlformats.org/officeDocument/2006/relationships/hyperlink" Target="https://conteudos.xpi.com.br/acoes/DIRR3" TargetMode="External"/><Relationship Id="rId12" Type="http://schemas.openxmlformats.org/officeDocument/2006/relationships/hyperlink" Target="https://conteudos.xpi.com.br/acoes/TTEN3" TargetMode="External"/><Relationship Id="rId13" Type="http://schemas.openxmlformats.org/officeDocument/2006/relationships/hyperlink" Target="https://conteudos.xpi.com.br/acoes/SLCE3" TargetMode="External"/><Relationship Id="rId14" Type="http://schemas.openxmlformats.org/officeDocument/2006/relationships/hyperlink" Target="https://conteudos.xpi.com.br/acoes/ORVR3" TargetMode="External"/><Relationship Id="rId15" Type="http://schemas.openxmlformats.org/officeDocument/2006/relationships/hyperlink" Target="https://conteudos.xpi.com.br/acoes/VIVA3" TargetMode="External"/><Relationship Id="rId16" Type="http://schemas.openxmlformats.org/officeDocument/2006/relationships/hyperlink" Target="https://conteudos.xpi.com.br/acoes/BRBI11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/>
          <p:nvPr/>
        </p:nvSpPr>
        <p:spPr>
          <a:xfrm>
            <a:off x="0" y="-9200"/>
            <a:ext cx="12192000" cy="6858000"/>
          </a:xfrm>
          <a:prstGeom prst="rect">
            <a:avLst/>
          </a:prstGeom>
          <a:solidFill>
            <a:srgbClr val="0400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74267" y="635167"/>
            <a:ext cx="1466633" cy="460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22859"/>
            <a:ext cx="12192005" cy="3012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-9200"/>
            <a:ext cx="12192000" cy="6858000"/>
          </a:xfrm>
          <a:prstGeom prst="rect">
            <a:avLst/>
          </a:prstGeom>
          <a:solidFill>
            <a:srgbClr val="0400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4294967295"/>
          </p:nvPr>
        </p:nvSpPr>
        <p:spPr>
          <a:xfrm>
            <a:off x="723900" y="3514167"/>
            <a:ext cx="72939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</a:pPr>
            <a:r>
              <a:rPr lang="pt-BR" sz="5200" b="1" dirty="0">
                <a:solidFill>
                  <a:schemeClr val="lt1"/>
                </a:solidFill>
                <a:latin typeface="+mj-lt"/>
                <a:ea typeface="Helvetica Neue"/>
                <a:cs typeface="Helvetica Neue"/>
                <a:sym typeface="Helvetica Neue"/>
              </a:rPr>
              <a:t>Top </a:t>
            </a:r>
            <a:r>
              <a:rPr lang="pt-BR" sz="5200" b="1" dirty="0" err="1">
                <a:solidFill>
                  <a:schemeClr val="lt1"/>
                </a:solidFill>
                <a:latin typeface="+mj-lt"/>
                <a:ea typeface="Helvetica Neue"/>
                <a:cs typeface="Helvetica Neue"/>
                <a:sym typeface="Helvetica Neue"/>
              </a:rPr>
              <a:t>Small</a:t>
            </a:r>
            <a:r>
              <a:rPr lang="pt-BR" sz="5200" b="1" dirty="0">
                <a:solidFill>
                  <a:schemeClr val="lt1"/>
                </a:solidFill>
                <a:latin typeface="+mj-lt"/>
                <a:ea typeface="Helvetica Neue"/>
                <a:cs typeface="Helvetica Neue"/>
                <a:sym typeface="Helvetica Neue"/>
              </a:rPr>
              <a:t> Caps </a:t>
            </a:r>
            <a:r>
              <a:rPr lang="pt-BR" sz="5200" b="1" dirty="0" err="1">
                <a:solidFill>
                  <a:schemeClr val="lt1"/>
                </a:solidFill>
                <a:latin typeface="+mj-lt"/>
                <a:ea typeface="Helvetica Neue"/>
                <a:cs typeface="Helvetica Neue"/>
                <a:sym typeface="Helvetica Neue"/>
              </a:rPr>
              <a:t>Clear</a:t>
            </a:r>
            <a:endParaRPr sz="5200" b="1" dirty="0">
              <a:solidFill>
                <a:schemeClr val="lt1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20"/>
          <p:cNvSpPr txBox="1">
            <a:spLocks noGrp="1"/>
          </p:cNvSpPr>
          <p:nvPr>
            <p:ph type="body" idx="4294967295"/>
          </p:nvPr>
        </p:nvSpPr>
        <p:spPr>
          <a:xfrm>
            <a:off x="723900" y="2944469"/>
            <a:ext cx="43851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</a:pPr>
            <a:r>
              <a:rPr lang="pt-BR" sz="3200" dirty="0">
                <a:solidFill>
                  <a:schemeClr val="lt1"/>
                </a:solidFill>
                <a:latin typeface="+mj-lt"/>
                <a:ea typeface="Helvetica Neue"/>
                <a:cs typeface="Helvetica Neue"/>
                <a:sym typeface="Helvetica Neue"/>
              </a:rPr>
              <a:t>Nossa carteira</a:t>
            </a:r>
            <a:r>
              <a:rPr lang="pt-BR" sz="3900" dirty="0">
                <a:solidFill>
                  <a:schemeClr val="lt1"/>
                </a:solidFill>
                <a:latin typeface="+mj-lt"/>
                <a:ea typeface="Helvetica Neue"/>
                <a:cs typeface="Helvetica Neue"/>
                <a:sym typeface="Helvetica Neue"/>
              </a:rPr>
              <a:t> </a:t>
            </a:r>
            <a:endParaRPr sz="3900" b="1" dirty="0">
              <a:solidFill>
                <a:schemeClr val="lt1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20"/>
          <p:cNvSpPr txBox="1">
            <a:spLocks noGrp="1"/>
          </p:cNvSpPr>
          <p:nvPr>
            <p:ph type="body" idx="4294967295"/>
          </p:nvPr>
        </p:nvSpPr>
        <p:spPr>
          <a:xfrm>
            <a:off x="723900" y="4876366"/>
            <a:ext cx="43851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</a:pPr>
            <a:r>
              <a:rPr lang="pt-BR" sz="2900" b="1" dirty="0">
                <a:solidFill>
                  <a:schemeClr val="lt1"/>
                </a:solidFill>
                <a:latin typeface="+mj-lt"/>
                <a:ea typeface="Helvetica Neue"/>
                <a:cs typeface="Helvetica Neue"/>
                <a:sym typeface="Helvetica Neue"/>
              </a:rPr>
              <a:t>Ações</a:t>
            </a:r>
            <a:endParaRPr sz="3600" b="1" dirty="0">
              <a:solidFill>
                <a:schemeClr val="lt1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21" name="Google Shape;121;p20"/>
          <p:cNvCxnSpPr/>
          <p:nvPr/>
        </p:nvCxnSpPr>
        <p:spPr>
          <a:xfrm>
            <a:off x="723900" y="4632456"/>
            <a:ext cx="1440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2" name="Google Shape;12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8981" y="12154927"/>
            <a:ext cx="1238520" cy="124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848" y="418060"/>
            <a:ext cx="1238520" cy="1249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0;p21">
            <a:extLst>
              <a:ext uri="{FF2B5EF4-FFF2-40B4-BE49-F238E27FC236}">
                <a16:creationId xmlns:a16="http://schemas.microsoft.com/office/drawing/2014/main" id="{F0C33A63-C6A0-6451-4DC3-B767BB76D8E9}"/>
              </a:ext>
            </a:extLst>
          </p:cNvPr>
          <p:cNvSpPr txBox="1"/>
          <p:nvPr/>
        </p:nvSpPr>
        <p:spPr>
          <a:xfrm>
            <a:off x="10511402" y="3137169"/>
            <a:ext cx="1343100" cy="37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100" dirty="0">
                <a:solidFill>
                  <a:srgbClr val="0F0F0F"/>
                </a:solidFill>
                <a:latin typeface="+mj-lt"/>
                <a:ea typeface="Helvetica Neue"/>
                <a:cs typeface="Helvetica Neue"/>
                <a:sym typeface="Helvetica Neue"/>
              </a:rPr>
              <a:t>Research XP</a:t>
            </a:r>
            <a:endParaRPr lang="pt-BR" sz="1100" dirty="0">
              <a:solidFill>
                <a:srgbClr val="000000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0" y="-111967"/>
            <a:ext cx="12192000" cy="1472700"/>
          </a:xfrm>
          <a:prstGeom prst="rect">
            <a:avLst/>
          </a:prstGeom>
          <a:solidFill>
            <a:srgbClr val="0400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0400EB"/>
              </a:solidFill>
              <a:latin typeface="+mj-lt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336551" y="157990"/>
            <a:ext cx="83361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400" b="1" dirty="0">
                <a:solidFill>
                  <a:srgbClr val="F2F2F2"/>
                </a:solidFill>
                <a:latin typeface="+mj-lt"/>
                <a:ea typeface="Helvetica Neue"/>
                <a:cs typeface="Helvetica Neue"/>
                <a:sym typeface="Helvetica Neue"/>
              </a:rPr>
              <a:t>Carteira Top </a:t>
            </a:r>
            <a:r>
              <a:rPr lang="pt-BR" sz="2400" b="1" dirty="0" err="1">
                <a:solidFill>
                  <a:srgbClr val="F2F2F2"/>
                </a:solidFill>
                <a:latin typeface="+mj-lt"/>
                <a:ea typeface="Helvetica Neue"/>
                <a:cs typeface="Helvetica Neue"/>
                <a:sym typeface="Helvetica Neue"/>
              </a:rPr>
              <a:t>Small</a:t>
            </a:r>
            <a:r>
              <a:rPr lang="pt-BR" sz="2400" b="1" dirty="0">
                <a:solidFill>
                  <a:srgbClr val="F2F2F2"/>
                </a:solidFill>
                <a:latin typeface="+mj-lt"/>
                <a:ea typeface="Helvetica Neue"/>
                <a:cs typeface="Helvetica Neue"/>
                <a:sym typeface="Helvetica Neue"/>
              </a:rPr>
              <a:t> Caps </a:t>
            </a:r>
            <a:r>
              <a:rPr lang="pt-BR" sz="2400" b="1" dirty="0" err="1">
                <a:solidFill>
                  <a:srgbClr val="F2F2F2"/>
                </a:solidFill>
                <a:latin typeface="+mj-lt"/>
                <a:ea typeface="Helvetica Neue"/>
                <a:cs typeface="Helvetica Neue"/>
                <a:sym typeface="Helvetica Neue"/>
              </a:rPr>
              <a:t>Clear</a:t>
            </a:r>
            <a:endParaRPr sz="2400" b="1" dirty="0">
              <a:solidFill>
                <a:srgbClr val="F2F2F2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308367" y="1556538"/>
            <a:ext cx="9798000" cy="122124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just">
              <a:lnSpc>
                <a:spcPct val="125000"/>
              </a:lnSpc>
              <a:defRPr/>
            </a:pPr>
            <a:r>
              <a:rPr lang="pt-BR" sz="900" b="1" dirty="0">
                <a:latin typeface="Arial (Headings)"/>
              </a:rPr>
              <a:t xml:space="preserve">Estamos adicionando DIRR3 com 5% de peso, </a:t>
            </a:r>
            <a:r>
              <a:rPr lang="pt-BR" sz="900" dirty="0">
                <a:latin typeface="Arial (Headings)"/>
              </a:rPr>
              <a:t xml:space="preserve">apoiados sobretudo pelo múltiplo atrativo e pela exposição à melhora das perspectivas do MCMV. A companhia negocia a 4,8x P/L em 2027E, mantendo execução sólida e elevada rentabilidade. </a:t>
            </a:r>
            <a:r>
              <a:rPr lang="pt-BR" sz="900" b="1" dirty="0">
                <a:latin typeface="Arial (Headings)"/>
              </a:rPr>
              <a:t xml:space="preserve">Estamos aumentando SLCE3 de 5% para 7,5%, </a:t>
            </a:r>
            <a:r>
              <a:rPr lang="pt-BR" sz="900" dirty="0">
                <a:latin typeface="Arial (Headings)"/>
              </a:rPr>
              <a:t xml:space="preserve">refletindo uma visão mais construtiva para as commodities agrícolas, especialmente algodão, soja e milho, o que resulta em um balanço de risco e retorno mais favorável. </a:t>
            </a:r>
            <a:r>
              <a:rPr lang="pt-BR" sz="900" b="1" dirty="0">
                <a:latin typeface="Arial (Headings)"/>
              </a:rPr>
              <a:t>Estamos reduzindo nossa posição em CEAB3 de 10% para 5%</a:t>
            </a:r>
            <a:r>
              <a:rPr lang="pt-BR" sz="900" dirty="0">
                <a:latin typeface="Arial (Headings)"/>
              </a:rPr>
              <a:t xml:space="preserve">, em função da decisão de diminuir a exposição ao setor de consumo em um cenário macroeconômico ainda desafiador e de um 3T de vestuário pressionado pelo inverno mais quente e pelo menor fluxo durante a Copa do Mundo. </a:t>
            </a:r>
            <a:r>
              <a:rPr lang="pt-BR" sz="900" b="1" dirty="0">
                <a:latin typeface="Arial (Headings)"/>
              </a:rPr>
              <a:t>Estamos reduzindo CURY3 de 12,5% para 10%</a:t>
            </a:r>
            <a:r>
              <a:rPr lang="pt-BR" sz="900" dirty="0">
                <a:latin typeface="Arial (Headings)"/>
              </a:rPr>
              <a:t xml:space="preserve"> apenas para abrir espaço para a Direcional e manter exposição equilibrada ao setor, sem alteração em nossa visão positiva para a Cury.</a:t>
            </a:r>
          </a:p>
        </p:txBody>
      </p:sp>
      <p:sp>
        <p:nvSpPr>
          <p:cNvPr id="132" name="Google Shape;132;p21"/>
          <p:cNvSpPr txBox="1"/>
          <p:nvPr/>
        </p:nvSpPr>
        <p:spPr>
          <a:xfrm>
            <a:off x="317888" y="1035791"/>
            <a:ext cx="11518800" cy="35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Setembro 2026</a:t>
            </a:r>
          </a:p>
        </p:txBody>
      </p:sp>
      <p:sp>
        <p:nvSpPr>
          <p:cNvPr id="133" name="Google Shape;133;p21"/>
          <p:cNvSpPr txBox="1"/>
          <p:nvPr/>
        </p:nvSpPr>
        <p:spPr>
          <a:xfrm>
            <a:off x="308367" y="689518"/>
            <a:ext cx="115188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>
                <a:solidFill>
                  <a:schemeClr val="lt1"/>
                </a:solidFill>
                <a:latin typeface="+mj-lt"/>
                <a:ea typeface="Roboto Light"/>
                <a:cs typeface="Roboto Light"/>
                <a:sym typeface="Roboto Light"/>
              </a:rPr>
              <a:t>Adicionando DIRR3; aumentando SLCE3; reduzindo CEAB3 e CURY3</a:t>
            </a:r>
          </a:p>
        </p:txBody>
      </p:sp>
      <p:sp>
        <p:nvSpPr>
          <p:cNvPr id="134" name="Google Shape;134;p21"/>
          <p:cNvSpPr txBox="1"/>
          <p:nvPr/>
        </p:nvSpPr>
        <p:spPr>
          <a:xfrm>
            <a:off x="8723310" y="428064"/>
            <a:ext cx="3132000" cy="1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100" dirty="0">
                <a:solidFill>
                  <a:srgbClr val="FFFFF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Carteira Top </a:t>
            </a:r>
            <a:r>
              <a:rPr lang="pt-BR" sz="1100" dirty="0" err="1">
                <a:solidFill>
                  <a:srgbClr val="FFFFF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Small</a:t>
            </a:r>
            <a:r>
              <a:rPr lang="pt-BR" sz="1100" dirty="0">
                <a:solidFill>
                  <a:srgbClr val="FFFFF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Caps </a:t>
            </a:r>
            <a:r>
              <a:rPr lang="pt-BR" sz="1100" dirty="0" err="1">
                <a:solidFill>
                  <a:srgbClr val="FFFFF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endParaRPr sz="1100" dirty="0">
              <a:solidFill>
                <a:srgbClr val="FFFFFF"/>
              </a:solidFill>
              <a:latin typeface="+mj-l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336933" y="2768397"/>
            <a:ext cx="9872400" cy="1266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algn="just" rtl="0"/>
            <a:r>
              <a:rPr lang="pt-BR" sz="900" b="1" i="0" u="none" strike="noStrike" baseline="0" dirty="0">
                <a:solidFill>
                  <a:srgbClr val="18191A"/>
                </a:solidFill>
                <a:latin typeface="+mj-lt"/>
              </a:rPr>
              <a:t>Empresas com menor valor de capitalização. 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A Carteira Top </a:t>
            </a:r>
            <a:r>
              <a:rPr lang="pt-BR" sz="900" b="0" i="0" u="none" strike="noStrike" baseline="0" dirty="0" err="1">
                <a:solidFill>
                  <a:srgbClr val="18191A"/>
                </a:solidFill>
                <a:latin typeface="+mj-lt"/>
              </a:rPr>
              <a:t>Small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 Caps XP possui as melhores ações </a:t>
            </a:r>
            <a:r>
              <a:rPr lang="pt-BR" sz="900" b="0" i="1" u="none" strike="noStrike" baseline="0" dirty="0" err="1">
                <a:solidFill>
                  <a:srgbClr val="18191A"/>
                </a:solidFill>
                <a:latin typeface="+mj-lt"/>
              </a:rPr>
              <a:t>small</a:t>
            </a:r>
            <a:r>
              <a:rPr lang="pt-BR" sz="900" b="0" i="1" u="none" strike="noStrike" baseline="0" dirty="0">
                <a:solidFill>
                  <a:srgbClr val="18191A"/>
                </a:solidFill>
                <a:latin typeface="+mj-lt"/>
              </a:rPr>
              <a:t> caps 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sob nossa cobertura e que possam apresentar um desempenho acima do Ibovespa no horizonte de longo prazo. A composição da carteira é analisada mensalmente, e ela pode ou não sofrer alterações a cada mês.</a:t>
            </a:r>
          </a:p>
          <a:p>
            <a:pPr algn="just" rtl="0"/>
            <a:endParaRPr lang="pt-BR" sz="900" b="1" i="0" u="none" strike="noStrike" baseline="0" dirty="0">
              <a:solidFill>
                <a:srgbClr val="18191A"/>
              </a:solidFill>
              <a:latin typeface="+mj-lt"/>
            </a:endParaRPr>
          </a:p>
          <a:p>
            <a:pPr algn="just" rtl="0"/>
            <a:r>
              <a:rPr lang="pt-BR" sz="900" b="1" i="0" u="none" strike="noStrike" baseline="0" dirty="0">
                <a:solidFill>
                  <a:srgbClr val="18191A"/>
                </a:solidFill>
                <a:latin typeface="+mj-lt"/>
              </a:rPr>
              <a:t>Que tipos de empresas de buscamos? 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As principais características que buscamos nos papéis que compõem a carteira são: (i) empresas que possuem capitalização de mercado inferior a R$ 10 bilhões; (</a:t>
            </a:r>
            <a:r>
              <a:rPr lang="pt-BR" sz="900" b="0" i="0" u="none" strike="noStrike" baseline="0" dirty="0" err="1">
                <a:solidFill>
                  <a:srgbClr val="18191A"/>
                </a:solidFill>
                <a:latin typeface="+mj-lt"/>
              </a:rPr>
              <a:t>ii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) visão de longo prazo; (</a:t>
            </a:r>
            <a:r>
              <a:rPr lang="pt-BR" sz="900" b="0" i="0" u="none" strike="noStrike" baseline="0" dirty="0" err="1">
                <a:solidFill>
                  <a:srgbClr val="18191A"/>
                </a:solidFill>
                <a:latin typeface="+mj-lt"/>
              </a:rPr>
              <a:t>iii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) nomes de empresas com boas perspectivas de crescimento; (</a:t>
            </a:r>
            <a:r>
              <a:rPr lang="pt-BR" sz="900" b="0" i="0" u="none" strike="noStrike" baseline="0" dirty="0" err="1">
                <a:solidFill>
                  <a:srgbClr val="18191A"/>
                </a:solidFill>
                <a:latin typeface="+mj-lt"/>
              </a:rPr>
              <a:t>iv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) ações com </a:t>
            </a:r>
            <a:r>
              <a:rPr lang="pt-BR" sz="900" b="0" i="0" u="none" strike="noStrike" baseline="0" dirty="0" err="1">
                <a:solidFill>
                  <a:srgbClr val="18191A"/>
                </a:solidFill>
                <a:latin typeface="+mj-lt"/>
              </a:rPr>
              <a:t>valuation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 atraentes.</a:t>
            </a:r>
          </a:p>
          <a:p>
            <a:pPr algn="just" rtl="0"/>
            <a:endParaRPr lang="pt-BR" sz="900" b="1" i="0" u="none" strike="noStrike" baseline="0" dirty="0">
              <a:solidFill>
                <a:srgbClr val="18191A"/>
              </a:solidFill>
              <a:latin typeface="+mj-lt"/>
            </a:endParaRPr>
          </a:p>
          <a:p>
            <a:pPr algn="just"/>
            <a:r>
              <a:rPr lang="pt-BR" sz="900" b="1" i="0" u="none" strike="noStrike" baseline="0" dirty="0">
                <a:solidFill>
                  <a:srgbClr val="18191A"/>
                </a:solidFill>
                <a:latin typeface="+mj-lt"/>
              </a:rPr>
              <a:t xml:space="preserve">Desempenho. </a:t>
            </a:r>
            <a:r>
              <a:rPr lang="pt-BR" sz="900" b="0" i="0" u="none" strike="noStrike" baseline="0" dirty="0">
                <a:solidFill>
                  <a:srgbClr val="18191A"/>
                </a:solidFill>
                <a:latin typeface="+mj-lt"/>
              </a:rPr>
              <a:t>Em agosto, nossa carteira teve um desempenho de 1,2%, vs. -0,3% do Ibovespa. Desde o início, em maio de 2021, ela subiu 69,5%, vs. 49,2% do índice.</a:t>
            </a:r>
            <a:endParaRPr lang="pt-BR" sz="900" b="1" dirty="0">
              <a:solidFill>
                <a:srgbClr val="18191A"/>
              </a:solidFill>
            </a:endParaRPr>
          </a:p>
        </p:txBody>
      </p:sp>
      <p:cxnSp>
        <p:nvCxnSpPr>
          <p:cNvPr id="137" name="Google Shape;137;p21"/>
          <p:cNvCxnSpPr/>
          <p:nvPr/>
        </p:nvCxnSpPr>
        <p:spPr>
          <a:xfrm>
            <a:off x="10314250" y="1674208"/>
            <a:ext cx="0" cy="4446000"/>
          </a:xfrm>
          <a:prstGeom prst="straightConnector1">
            <a:avLst/>
          </a:prstGeom>
          <a:noFill/>
          <a:ln w="9525" cap="flat" cmpd="sng">
            <a:solidFill>
              <a:srgbClr val="0400E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8" name="Google Shape;138;p21"/>
          <p:cNvSpPr txBox="1"/>
          <p:nvPr/>
        </p:nvSpPr>
        <p:spPr>
          <a:xfrm>
            <a:off x="10512533" y="1612566"/>
            <a:ext cx="1343100" cy="37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100" dirty="0">
                <a:solidFill>
                  <a:srgbClr val="0F0F0F"/>
                </a:solidFill>
                <a:latin typeface="+mj-lt"/>
                <a:ea typeface="Helvetica Neue"/>
                <a:cs typeface="Helvetica Neue"/>
                <a:sym typeface="Helvetica Neue"/>
              </a:rPr>
              <a:t>Fernando Ferreira</a:t>
            </a:r>
            <a:endParaRPr sz="1100" dirty="0">
              <a:solidFill>
                <a:srgbClr val="000000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10512533" y="1827334"/>
            <a:ext cx="1343100" cy="48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900" dirty="0">
                <a:solidFill>
                  <a:srgbClr val="8F8F8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Estrategista-Chefe e Head do </a:t>
            </a:r>
            <a:r>
              <a:rPr lang="pt-BR" sz="900" dirty="0" err="1">
                <a:solidFill>
                  <a:srgbClr val="8F8F8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Research</a:t>
            </a:r>
            <a:endParaRPr sz="900" dirty="0">
              <a:solidFill>
                <a:srgbClr val="8F8F8F"/>
              </a:solidFill>
              <a:latin typeface="+mj-l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8933" y="802983"/>
            <a:ext cx="1136792" cy="3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ço Reservado para Texto 16">
            <a:extLst>
              <a:ext uri="{FF2B5EF4-FFF2-40B4-BE49-F238E27FC236}">
                <a16:creationId xmlns:a16="http://schemas.microsoft.com/office/drawing/2014/main" id="{2F9E0792-7C56-B0EF-4DA1-3E20B54AFBA5}"/>
              </a:ext>
            </a:extLst>
          </p:cNvPr>
          <p:cNvSpPr txBox="1">
            <a:spLocks/>
          </p:cNvSpPr>
          <p:nvPr/>
        </p:nvSpPr>
        <p:spPr>
          <a:xfrm>
            <a:off x="335998" y="6297397"/>
            <a:ext cx="9901004" cy="35735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6858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pt-BR" sz="700" b="0" kern="12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04817" indent="-136925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73902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41797" indent="-138114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209690" indent="-130971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82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85974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79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83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87" indent="-171453" algn="l" defTabSz="685808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srgbClr val="18191A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Fonte: Economatica e XP Research. Retornos da carteira incluem dividendos. Dados até 31/08/2026. Sempre consulte seu assessor de investimentos</a:t>
            </a:r>
          </a:p>
          <a:p>
            <a:pPr marL="0" marR="0" lvl="0" indent="0" algn="l" defTabSz="6858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srgbClr val="18191A"/>
              </a:solidFill>
              <a:effectLst/>
              <a:uLnTx/>
              <a:uFillTx/>
              <a:latin typeface="+mj-lt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Google Shape;177;p24">
            <a:extLst>
              <a:ext uri="{FF2B5EF4-FFF2-40B4-BE49-F238E27FC236}">
                <a16:creationId xmlns:a16="http://schemas.microsoft.com/office/drawing/2014/main" id="{D59726E7-0F78-CD60-519A-20052628F7D2}"/>
              </a:ext>
            </a:extLst>
          </p:cNvPr>
          <p:cNvSpPr txBox="1">
            <a:spLocks/>
          </p:cNvSpPr>
          <p:nvPr/>
        </p:nvSpPr>
        <p:spPr>
          <a:xfrm>
            <a:off x="7679380" y="84708"/>
            <a:ext cx="41760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DEF07EAB-FF36-413A-9F9A-0AF5F3187EB1}" type="datetime4">
              <a:rPr lang="pt-BR" sz="1100" smtClean="0">
                <a:solidFill>
                  <a:schemeClr val="bg1"/>
                </a:solidFill>
              </a:rPr>
              <a:pPr algn="r"/>
              <a:t>1 de setembro de 2026</a:t>
            </a:fld>
            <a:endParaRPr lang="pt-BR" sz="1100" dirty="0">
              <a:solidFill>
                <a:schemeClr val="bg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Google Shape;140;p21">
            <a:extLst>
              <a:ext uri="{FF2B5EF4-FFF2-40B4-BE49-F238E27FC236}">
                <a16:creationId xmlns:a16="http://schemas.microsoft.com/office/drawing/2014/main" id="{D3616853-FB08-3BB7-F5FF-C0CDF14C5339}"/>
              </a:ext>
            </a:extLst>
          </p:cNvPr>
          <p:cNvSpPr txBox="1"/>
          <p:nvPr/>
        </p:nvSpPr>
        <p:spPr>
          <a:xfrm>
            <a:off x="10512533" y="2201795"/>
            <a:ext cx="1343100" cy="54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0F0F0F"/>
                </a:solidFill>
                <a:latin typeface="+mj-lt"/>
                <a:ea typeface="Helvetica Neue"/>
                <a:cs typeface="Helvetica Neue"/>
                <a:sym typeface="Helvetica Neue"/>
              </a:rPr>
              <a:t>Raphael Figueredo</a:t>
            </a:r>
            <a:endParaRPr lang="pt-BR" sz="1100" dirty="0">
              <a:solidFill>
                <a:srgbClr val="000000"/>
              </a:solidFill>
              <a:latin typeface="+mj-lt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100" dirty="0">
              <a:solidFill>
                <a:srgbClr val="000000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141;p21">
            <a:extLst>
              <a:ext uri="{FF2B5EF4-FFF2-40B4-BE49-F238E27FC236}">
                <a16:creationId xmlns:a16="http://schemas.microsoft.com/office/drawing/2014/main" id="{8A436CE1-A129-A7BF-01BE-F542D70E08F7}"/>
              </a:ext>
            </a:extLst>
          </p:cNvPr>
          <p:cNvSpPr txBox="1"/>
          <p:nvPr/>
        </p:nvSpPr>
        <p:spPr>
          <a:xfrm>
            <a:off x="10511402" y="2406281"/>
            <a:ext cx="1343100" cy="48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rgbClr val="8F8F8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Estrategista de Ações</a:t>
            </a:r>
            <a:endParaRPr sz="900" dirty="0">
              <a:solidFill>
                <a:srgbClr val="8F8F8F"/>
              </a:solidFill>
              <a:latin typeface="+mj-l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900" dirty="0">
              <a:solidFill>
                <a:srgbClr val="8F8F8F"/>
              </a:solidFill>
              <a:latin typeface="+mj-l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" name="Google Shape;140;p21">
            <a:extLst>
              <a:ext uri="{FF2B5EF4-FFF2-40B4-BE49-F238E27FC236}">
                <a16:creationId xmlns:a16="http://schemas.microsoft.com/office/drawing/2014/main" id="{A97C8B6F-3A1C-1757-4DBC-12151F7446DD}"/>
              </a:ext>
            </a:extLst>
          </p:cNvPr>
          <p:cNvSpPr txBox="1"/>
          <p:nvPr/>
        </p:nvSpPr>
        <p:spPr>
          <a:xfrm>
            <a:off x="10511402" y="2654986"/>
            <a:ext cx="1343100" cy="54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0F0F0F"/>
                </a:solidFill>
                <a:latin typeface="+mj-lt"/>
                <a:ea typeface="Helvetica Neue"/>
                <a:cs typeface="Helvetica Neue"/>
                <a:sym typeface="Helvetica Neue"/>
              </a:rPr>
              <a:t>Caio Souza</a:t>
            </a:r>
            <a:endParaRPr lang="pt-BR" sz="1100" dirty="0">
              <a:solidFill>
                <a:srgbClr val="000000"/>
              </a:solidFill>
              <a:latin typeface="+mj-lt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100" dirty="0">
              <a:solidFill>
                <a:srgbClr val="000000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141;p21">
            <a:extLst>
              <a:ext uri="{FF2B5EF4-FFF2-40B4-BE49-F238E27FC236}">
                <a16:creationId xmlns:a16="http://schemas.microsoft.com/office/drawing/2014/main" id="{462EBDD0-A888-1519-6D0B-1B24A80F76B6}"/>
              </a:ext>
            </a:extLst>
          </p:cNvPr>
          <p:cNvSpPr txBox="1"/>
          <p:nvPr/>
        </p:nvSpPr>
        <p:spPr>
          <a:xfrm>
            <a:off x="10510271" y="2859472"/>
            <a:ext cx="1343100" cy="48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rgbClr val="8F8F8F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Estrategista de Ações</a:t>
            </a:r>
            <a:endParaRPr sz="900" dirty="0">
              <a:solidFill>
                <a:srgbClr val="8F8F8F"/>
              </a:solidFill>
              <a:latin typeface="+mj-l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900" dirty="0">
              <a:solidFill>
                <a:srgbClr val="8F8F8F"/>
              </a:solidFill>
              <a:latin typeface="+mj-l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E30A6E-2266-E738-BE24-A74825217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398601"/>
              </p:ext>
            </p:extLst>
          </p:nvPr>
        </p:nvGraphicFramePr>
        <p:xfrm>
          <a:off x="322631" y="3823106"/>
          <a:ext cx="9792000" cy="2428839"/>
        </p:xfrm>
        <a:graphic>
          <a:graphicData uri="http://schemas.openxmlformats.org/drawingml/2006/table">
            <a:tbl>
              <a:tblPr/>
              <a:tblGrid>
                <a:gridCol w="1162749">
                  <a:extLst>
                    <a:ext uri="{9D8B030D-6E8A-4147-A177-3AD203B41FA5}">
                      <a16:colId xmlns:a16="http://schemas.microsoft.com/office/drawing/2014/main" val="2902574305"/>
                    </a:ext>
                  </a:extLst>
                </a:gridCol>
                <a:gridCol w="1373979">
                  <a:extLst>
                    <a:ext uri="{9D8B030D-6E8A-4147-A177-3AD203B41FA5}">
                      <a16:colId xmlns:a16="http://schemas.microsoft.com/office/drawing/2014/main" val="2617455995"/>
                    </a:ext>
                  </a:extLst>
                </a:gridCol>
                <a:gridCol w="1196175">
                  <a:extLst>
                    <a:ext uri="{9D8B030D-6E8A-4147-A177-3AD203B41FA5}">
                      <a16:colId xmlns:a16="http://schemas.microsoft.com/office/drawing/2014/main" val="2584425909"/>
                    </a:ext>
                  </a:extLst>
                </a:gridCol>
                <a:gridCol w="1461115">
                  <a:extLst>
                    <a:ext uri="{9D8B030D-6E8A-4147-A177-3AD203B41FA5}">
                      <a16:colId xmlns:a16="http://schemas.microsoft.com/office/drawing/2014/main" val="400655490"/>
                    </a:ext>
                  </a:extLst>
                </a:gridCol>
                <a:gridCol w="1335345">
                  <a:extLst>
                    <a:ext uri="{9D8B030D-6E8A-4147-A177-3AD203B41FA5}">
                      <a16:colId xmlns:a16="http://schemas.microsoft.com/office/drawing/2014/main" val="3887173882"/>
                    </a:ext>
                  </a:extLst>
                </a:gridCol>
                <a:gridCol w="840552">
                  <a:extLst>
                    <a:ext uri="{9D8B030D-6E8A-4147-A177-3AD203B41FA5}">
                      <a16:colId xmlns:a16="http://schemas.microsoft.com/office/drawing/2014/main" val="1724019473"/>
                    </a:ext>
                  </a:extLst>
                </a:gridCol>
                <a:gridCol w="630419">
                  <a:extLst>
                    <a:ext uri="{9D8B030D-6E8A-4147-A177-3AD203B41FA5}">
                      <a16:colId xmlns:a16="http://schemas.microsoft.com/office/drawing/2014/main" val="335410067"/>
                    </a:ext>
                  </a:extLst>
                </a:gridCol>
                <a:gridCol w="806387">
                  <a:extLst>
                    <a:ext uri="{9D8B030D-6E8A-4147-A177-3AD203B41FA5}">
                      <a16:colId xmlns:a16="http://schemas.microsoft.com/office/drawing/2014/main" val="3799630845"/>
                    </a:ext>
                  </a:extLst>
                </a:gridCol>
                <a:gridCol w="985279">
                  <a:extLst>
                    <a:ext uri="{9D8B030D-6E8A-4147-A177-3AD203B41FA5}">
                      <a16:colId xmlns:a16="http://schemas.microsoft.com/office/drawing/2014/main" val="1134972601"/>
                    </a:ext>
                  </a:extLst>
                </a:gridCol>
              </a:tblGrid>
              <a:tr h="431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Segmento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Setor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Peso do setor (Ibovespa)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Peso do setor (Carteira)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Companhia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Ticker</a:t>
                      </a:r>
                      <a:endParaRPr lang="pt-BR" sz="900" b="1" i="0" u="none" strike="noStrike" dirty="0">
                        <a:solidFill>
                          <a:schemeClr val="bg1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Peso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Rating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Preço-Alvo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683842"/>
                  </a:ext>
                </a:extLst>
              </a:tr>
              <a:tr h="142646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Comunicações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Bemobi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BMOB3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R$ 31,00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339141"/>
                  </a:ext>
                </a:extLst>
              </a:tr>
              <a:tr h="14264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Cons. Disc.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1,4%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Vivara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VIVA3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R$ 35,00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300192"/>
                  </a:ext>
                </a:extLst>
              </a:tr>
              <a:tr h="14264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Cons. Disc.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1,4%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C&amp;A Modas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CEAB3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R$ 17,00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778183"/>
                  </a:ext>
                </a:extLst>
              </a:tr>
              <a:tr h="14264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Industriais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8,8%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Tupy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TUPY3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R$ 20,00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82816"/>
                  </a:ext>
                </a:extLst>
              </a:tr>
              <a:tr h="14264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Industriais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8,8%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Priner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PRNR3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R$ 31,00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498052"/>
                  </a:ext>
                </a:extLst>
              </a:tr>
              <a:tr h="14264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Industriais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8,8%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Ecorodovias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ECOR3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R$ 13,90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423601"/>
                  </a:ext>
                </a:extLst>
              </a:tr>
              <a:tr h="14264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Tec. Info.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0,8%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LWSA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LWSA3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R$ 5,00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697580"/>
                  </a:ext>
                </a:extLst>
              </a:tr>
              <a:tr h="14264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Imobiliário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1,8%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Cury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CURY3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R$ 45,00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254586"/>
                  </a:ext>
                </a:extLst>
              </a:tr>
              <a:tr h="14264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Cíclicas Domésticas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Imobiliário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1,8%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Direcional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DIRR3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R$ 20,00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15443"/>
                  </a:ext>
                </a:extLst>
              </a:tr>
              <a:tr h="142646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Defensivas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Cons. Básico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5,3%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12,5%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3tentos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TTEN3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R$ 21,60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171053"/>
                  </a:ext>
                </a:extLst>
              </a:tr>
              <a:tr h="14264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Defensivas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Cons. Básico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5,3%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12,5%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SLC Agrícola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SLCE3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Neutro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R$ 17,00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219402"/>
                  </a:ext>
                </a:extLst>
              </a:tr>
              <a:tr h="14264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Defensivas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Utilidade Pública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17,6%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Orizon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ORVR3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R$ 97,48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527899"/>
                  </a:ext>
                </a:extLst>
              </a:tr>
              <a:tr h="142646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Defensivas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Utilidade Pública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17,6%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27,5%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Alupar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ALUP11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12,5%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R$ 43,49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300192"/>
                  </a:ext>
                </a:extLst>
              </a:tr>
              <a:tr h="1426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Financeiro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Financeiro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26,7%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BR Partners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BRBI11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5,0%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Compra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R$ 26,00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3001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336561" y="6291419"/>
            <a:ext cx="9901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700"/>
              <a:buNone/>
            </a:pPr>
            <a:r>
              <a:rPr lang="pt-BR" dirty="0">
                <a:latin typeface="+mj-lt"/>
                <a:ea typeface="Helvetica Neue"/>
                <a:cs typeface="Helvetica Neue"/>
                <a:sym typeface="Helvetica Neue"/>
              </a:rPr>
              <a:t>Fonte: XP </a:t>
            </a:r>
            <a:r>
              <a:rPr lang="pt-BR" dirty="0" err="1">
                <a:latin typeface="+mj-lt"/>
                <a:ea typeface="Helvetica Neue"/>
                <a:cs typeface="Helvetica Neue"/>
                <a:sym typeface="Helvetica Neue"/>
              </a:rPr>
              <a:t>Research</a:t>
            </a:r>
            <a:r>
              <a:rPr lang="pt-BR" dirty="0">
                <a:latin typeface="+mj-lt"/>
                <a:ea typeface="Helvetica Neue"/>
                <a:cs typeface="Helvetica Neue"/>
                <a:sym typeface="Helvetica Neue"/>
              </a:rPr>
              <a:t>. /  Sempre consulte seu assessor de investimentos</a:t>
            </a:r>
            <a:endParaRPr dirty="0"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p23"/>
          <p:cNvSpPr txBox="1">
            <a:spLocks noGrp="1"/>
          </p:cNvSpPr>
          <p:nvPr>
            <p:ph type="body" idx="3"/>
          </p:nvPr>
        </p:nvSpPr>
        <p:spPr>
          <a:xfrm>
            <a:off x="336575" y="1283824"/>
            <a:ext cx="11518800" cy="19943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>
              <a:spcBef>
                <a:spcPts val="600"/>
              </a:spcBef>
            </a:pPr>
            <a:r>
              <a:rPr lang="pt-BR" sz="1000" b="1" dirty="0">
                <a:latin typeface="Arial (Headings)"/>
              </a:rPr>
              <a:t xml:space="preserve">Estamos adicionando DIRR3 com 5% de peso, </a:t>
            </a:r>
            <a:r>
              <a:rPr lang="pt-BR" sz="1000" dirty="0">
                <a:latin typeface="Arial (Headings)"/>
              </a:rPr>
              <a:t xml:space="preserve">apoiados sobretudo pelo múltiplo atrativo e pela exposição à melhora das perspectivas do MCMV. A companhia negocia a 4,8x P/L em 2027E, mantendo execução sólida e elevada rentabilidade. </a:t>
            </a:r>
            <a:r>
              <a:rPr lang="pt-BR" sz="1000" b="1" dirty="0">
                <a:latin typeface="Arial (Headings)"/>
              </a:rPr>
              <a:t xml:space="preserve">Estamos aumentando SLCE3 de 5% para 7,5%, </a:t>
            </a:r>
            <a:r>
              <a:rPr lang="pt-BR" sz="1000" dirty="0">
                <a:latin typeface="Arial (Headings)"/>
              </a:rPr>
              <a:t xml:space="preserve">refletindo uma visão mais construtiva para as commodities agrícolas, especialmente algodão, soja e milho, o que resulta em um balanço de risco e retorno mais favorável. </a:t>
            </a:r>
            <a:r>
              <a:rPr lang="pt-BR" sz="1000" b="1" dirty="0">
                <a:latin typeface="Arial (Headings)"/>
              </a:rPr>
              <a:t>Estamos reduzindo nossa posição em CEAB3 de 10% para 5%</a:t>
            </a:r>
            <a:r>
              <a:rPr lang="pt-BR" sz="1000" dirty="0">
                <a:latin typeface="Arial (Headings)"/>
              </a:rPr>
              <a:t xml:space="preserve">, em função da decisão de diminuir a exposição ao setor de consumo em um cenário macroeconômico ainda desafiador e de um 3T de vestuário pressionado pelo inverno mais quente e pelo menor fluxo durante a Copa do Mundo. </a:t>
            </a:r>
            <a:r>
              <a:rPr lang="pt-BR" sz="1000" b="1" dirty="0">
                <a:latin typeface="Arial (Headings)"/>
              </a:rPr>
              <a:t>Estamos reduzindo CURY3 de 12,5% para 10%</a:t>
            </a:r>
            <a:r>
              <a:rPr lang="pt-BR" sz="1000" dirty="0">
                <a:latin typeface="Arial (Headings)"/>
              </a:rPr>
              <a:t xml:space="preserve"> apenas para abrir espaço para a Direcional e manter exposição equilibrada ao setor, sem alteração em nossa visão positiva para a Cury.</a:t>
            </a:r>
          </a:p>
        </p:txBody>
      </p:sp>
      <p:sp>
        <p:nvSpPr>
          <p:cNvPr id="164" name="Google Shape;164;p23"/>
          <p:cNvSpPr txBox="1">
            <a:spLocks noGrp="1"/>
          </p:cNvSpPr>
          <p:nvPr>
            <p:ph type="body" idx="13"/>
          </p:nvPr>
        </p:nvSpPr>
        <p:spPr>
          <a:xfrm>
            <a:off x="336550" y="188913"/>
            <a:ext cx="83520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accent1"/>
              </a:buClr>
              <a:buSzPts val="2400"/>
              <a:buNone/>
            </a:pPr>
            <a:r>
              <a:rPr lang="pt-BR" b="1" dirty="0">
                <a:solidFill>
                  <a:srgbClr val="0400EB"/>
                </a:solidFill>
                <a:latin typeface="+mj-lt"/>
                <a:ea typeface="Helvetica Neue"/>
                <a:cs typeface="Helvetica Neue"/>
                <a:sym typeface="Helvetica Neue"/>
              </a:rPr>
              <a:t>Mudanças na carteira</a:t>
            </a:r>
            <a:endParaRPr b="1" dirty="0">
              <a:solidFill>
                <a:srgbClr val="0400EB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p23"/>
          <p:cNvSpPr txBox="1">
            <a:spLocks noGrp="1"/>
          </p:cNvSpPr>
          <p:nvPr>
            <p:ph type="body" idx="14"/>
          </p:nvPr>
        </p:nvSpPr>
        <p:spPr>
          <a:xfrm>
            <a:off x="336001" y="608034"/>
            <a:ext cx="11518800" cy="50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/>
            <a:r>
              <a:rPr lang="pt-BR" sz="1600" dirty="0">
                <a:latin typeface="+mj-lt"/>
              </a:rPr>
              <a:t>Adicionando DIRR3; aumentando SLCE3; reduzindo CEAB3 e CURY3</a:t>
            </a:r>
          </a:p>
        </p:txBody>
      </p:sp>
      <p:sp>
        <p:nvSpPr>
          <p:cNvPr id="3" name="Google Shape;177;p24">
            <a:extLst>
              <a:ext uri="{FF2B5EF4-FFF2-40B4-BE49-F238E27FC236}">
                <a16:creationId xmlns:a16="http://schemas.microsoft.com/office/drawing/2014/main" id="{89AC87FE-3E00-AC76-EBD9-0D441D172039}"/>
              </a:ext>
            </a:extLst>
          </p:cNvPr>
          <p:cNvSpPr txBox="1">
            <a:spLocks/>
          </p:cNvSpPr>
          <p:nvPr/>
        </p:nvSpPr>
        <p:spPr>
          <a:xfrm>
            <a:off x="7679380" y="196675"/>
            <a:ext cx="41760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DEF07EAB-FF36-413A-9F9A-0AF5F3187EB1}" type="datetime4">
              <a:rPr lang="pt-BR" sz="1100" smtClean="0">
                <a:solidFill>
                  <a:schemeClr val="bg1">
                    <a:lumMod val="50000"/>
                  </a:schemeClr>
                </a:solidFill>
              </a:rPr>
              <a:pPr algn="r"/>
              <a:t>1 de setembro de 2026</a:t>
            </a:fld>
            <a:endParaRPr lang="pt-BR" sz="1100" dirty="0">
              <a:solidFill>
                <a:schemeClr val="bg1">
                  <a:lumMod val="50000"/>
                </a:schemeClr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>
            <a:spLocks noGrp="1"/>
          </p:cNvSpPr>
          <p:nvPr>
            <p:ph type="body" idx="5"/>
          </p:nvPr>
        </p:nvSpPr>
        <p:spPr>
          <a:xfrm>
            <a:off x="323972" y="5485255"/>
            <a:ext cx="6765600" cy="24464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pt-BR" b="0" dirty="0">
                <a:latin typeface="+mj-lt"/>
                <a:ea typeface="Helvetica Neue"/>
                <a:cs typeface="Helvetica Neue"/>
                <a:sym typeface="Helvetica Neue"/>
              </a:rPr>
              <a:t>Figura 5: Indicadores de desempenho desde o início da carteira</a:t>
            </a:r>
            <a:endParaRPr b="0" dirty="0"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25"/>
          <p:cNvSpPr txBox="1">
            <a:spLocks noGrp="1"/>
          </p:cNvSpPr>
          <p:nvPr>
            <p:ph type="body" idx="1"/>
          </p:nvPr>
        </p:nvSpPr>
        <p:spPr>
          <a:xfrm>
            <a:off x="335996" y="6570159"/>
            <a:ext cx="9901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700"/>
              <a:buNone/>
            </a:pPr>
            <a:r>
              <a:rPr lang="pt-BR" dirty="0">
                <a:latin typeface="+mj-lt"/>
                <a:ea typeface="Helvetica Neue"/>
                <a:cs typeface="Helvetica Neue"/>
                <a:sym typeface="Helvetica Neue"/>
              </a:rPr>
              <a:t>Fonte: Economatica e XP Research. Retornos da carteira incluem dividendos. Dados até 31/08/2026. /  Sempre consulte seu assessor de Investimentos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body" idx="3"/>
          </p:nvPr>
        </p:nvSpPr>
        <p:spPr>
          <a:xfrm>
            <a:off x="324183" y="84009"/>
            <a:ext cx="1113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accent1"/>
              </a:buClr>
              <a:buSzPts val="2400"/>
              <a:buNone/>
            </a:pPr>
            <a:r>
              <a:rPr lang="pt-BR" b="1" dirty="0">
                <a:solidFill>
                  <a:srgbClr val="0400EB"/>
                </a:solidFill>
                <a:latin typeface="+mj-lt"/>
                <a:ea typeface="Helvetica Neue"/>
                <a:cs typeface="Helvetica Neue"/>
                <a:sym typeface="Helvetica Neue"/>
              </a:rPr>
              <a:t>Desempenho</a:t>
            </a:r>
            <a:endParaRPr b="1" dirty="0">
              <a:solidFill>
                <a:srgbClr val="0400EB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25"/>
          <p:cNvSpPr txBox="1">
            <a:spLocks noGrp="1"/>
          </p:cNvSpPr>
          <p:nvPr>
            <p:ph type="body" idx="4"/>
          </p:nvPr>
        </p:nvSpPr>
        <p:spPr>
          <a:xfrm>
            <a:off x="335998" y="2602028"/>
            <a:ext cx="6753600" cy="24464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pt-BR" b="0" dirty="0">
                <a:latin typeface="+mj-lt"/>
                <a:ea typeface="Helvetica Neue"/>
                <a:cs typeface="Helvetica Neue"/>
                <a:sym typeface="Helvetica Neue"/>
              </a:rPr>
              <a:t>Figura 4: Desempenho de cada ativo</a:t>
            </a:r>
            <a:endParaRPr b="0" dirty="0"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25"/>
          <p:cNvSpPr txBox="1">
            <a:spLocks noGrp="1"/>
          </p:cNvSpPr>
          <p:nvPr>
            <p:ph type="body" idx="7"/>
          </p:nvPr>
        </p:nvSpPr>
        <p:spPr>
          <a:xfrm>
            <a:off x="7252246" y="2449679"/>
            <a:ext cx="4658400" cy="396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/>
          <a:p>
            <a:pPr marL="0" indent="0">
              <a:spcBef>
                <a:spcPts val="0"/>
              </a:spcBef>
            </a:pPr>
            <a:r>
              <a:rPr lang="pt-BR" b="0" dirty="0">
                <a:latin typeface="+mj-lt"/>
                <a:sym typeface="Helvetica Neue"/>
              </a:rPr>
              <a:t>Figura 6: Desempenho da Carteira Top </a:t>
            </a:r>
            <a:r>
              <a:rPr lang="pt-BR" b="0" dirty="0" err="1">
                <a:latin typeface="+mj-lt"/>
                <a:sym typeface="Helvetica Neue"/>
              </a:rPr>
              <a:t>Small</a:t>
            </a:r>
            <a:r>
              <a:rPr lang="pt-BR" b="0" dirty="0">
                <a:latin typeface="+mj-lt"/>
                <a:sym typeface="Helvetica Neue"/>
              </a:rPr>
              <a:t> Caps vs. IBOV e SMLL (100 = 30 abr. 2021)</a:t>
            </a:r>
            <a:endParaRPr b="0" dirty="0">
              <a:latin typeface="+mj-lt"/>
              <a:sym typeface="Helvetica Neue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336000" y="782702"/>
            <a:ext cx="11518800" cy="244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2700" dir="5400000" algn="ctr" rotWithShape="0">
              <a:schemeClr val="dk2">
                <a:alpha val="69800"/>
              </a:schemeClr>
            </a:outerShdw>
          </a:effectLst>
        </p:spPr>
        <p:txBody>
          <a:bodyPr spcFirstLastPara="1" wrap="square" lIns="0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 dirty="0">
                <a:solidFill>
                  <a:schemeClr val="dk1"/>
                </a:solidFill>
                <a:latin typeface="+mj-lt"/>
                <a:ea typeface="Helvetica Neue"/>
                <a:cs typeface="Helvetica Neue"/>
                <a:sym typeface="Helvetica Neue"/>
              </a:rPr>
              <a:t>Figura 3: Desempenho da Carteira Top </a:t>
            </a:r>
            <a:r>
              <a:rPr lang="pt-BR" sz="1100" dirty="0" err="1">
                <a:solidFill>
                  <a:schemeClr val="dk1"/>
                </a:solidFill>
                <a:latin typeface="+mj-lt"/>
                <a:ea typeface="Helvetica Neue"/>
                <a:cs typeface="Helvetica Neue"/>
                <a:sym typeface="Helvetica Neue"/>
              </a:rPr>
              <a:t>Small</a:t>
            </a:r>
            <a:r>
              <a:rPr lang="pt-BR" sz="1100" dirty="0">
                <a:solidFill>
                  <a:schemeClr val="dk1"/>
                </a:solidFill>
                <a:latin typeface="+mj-lt"/>
                <a:ea typeface="Helvetica Neue"/>
                <a:cs typeface="Helvetica Neue"/>
                <a:sym typeface="Helvetica Neue"/>
              </a:rPr>
              <a:t> Caps </a:t>
            </a:r>
            <a:r>
              <a:rPr lang="pt-BR" sz="1100" dirty="0" err="1">
                <a:solidFill>
                  <a:schemeClr val="dk1"/>
                </a:solidFill>
                <a:latin typeface="+mj-lt"/>
                <a:ea typeface="Helvetica Neue"/>
                <a:cs typeface="Helvetica Neue"/>
                <a:sym typeface="Helvetica Neue"/>
              </a:rPr>
              <a:t>Clear</a:t>
            </a:r>
            <a:r>
              <a:rPr lang="pt-BR" sz="1100" dirty="0">
                <a:solidFill>
                  <a:schemeClr val="dk1"/>
                </a:solidFill>
                <a:latin typeface="+mj-lt"/>
                <a:ea typeface="Helvetica Neue"/>
                <a:cs typeface="Helvetica Neue"/>
                <a:sym typeface="Helvetica Neue"/>
              </a:rPr>
              <a:t> vs. Ibovespa e </a:t>
            </a:r>
            <a:r>
              <a:rPr lang="pt-BR" sz="1100" dirty="0" err="1">
                <a:solidFill>
                  <a:schemeClr val="dk1"/>
                </a:solidFill>
                <a:latin typeface="+mj-lt"/>
                <a:ea typeface="Helvetica Neue"/>
                <a:cs typeface="Helvetica Neue"/>
                <a:sym typeface="Helvetica Neue"/>
              </a:rPr>
              <a:t>Small</a:t>
            </a:r>
            <a:r>
              <a:rPr lang="pt-BR" sz="1100" dirty="0">
                <a:solidFill>
                  <a:schemeClr val="dk1"/>
                </a:solidFill>
                <a:latin typeface="+mj-lt"/>
                <a:ea typeface="Helvetica Neue"/>
                <a:cs typeface="Helvetica Neue"/>
                <a:sym typeface="Helvetica Neue"/>
              </a:rPr>
              <a:t> Cap</a:t>
            </a:r>
            <a:endParaRPr sz="1500" dirty="0"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Google Shape;177;p24">
            <a:extLst>
              <a:ext uri="{FF2B5EF4-FFF2-40B4-BE49-F238E27FC236}">
                <a16:creationId xmlns:a16="http://schemas.microsoft.com/office/drawing/2014/main" id="{2CF0FC41-15B8-C3FF-7457-3C2AAEE61EF3}"/>
              </a:ext>
            </a:extLst>
          </p:cNvPr>
          <p:cNvSpPr txBox="1">
            <a:spLocks/>
          </p:cNvSpPr>
          <p:nvPr/>
        </p:nvSpPr>
        <p:spPr>
          <a:xfrm>
            <a:off x="7679380" y="196675"/>
            <a:ext cx="41760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DEF07EAB-FF36-413A-9F9A-0AF5F3187EB1}" type="datetime4">
              <a:rPr lang="pt-BR" sz="1100" smtClean="0">
                <a:solidFill>
                  <a:schemeClr val="bg1">
                    <a:lumMod val="50000"/>
                  </a:schemeClr>
                </a:solidFill>
              </a:rPr>
              <a:pPr algn="r"/>
              <a:t>1 de setembro de 2026</a:t>
            </a:fld>
            <a:endParaRPr lang="pt-BR" sz="1100" dirty="0">
              <a:solidFill>
                <a:schemeClr val="bg1">
                  <a:lumMod val="50000"/>
                </a:schemeClr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E694AB-6856-8A59-9F14-7368C5575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774689"/>
              </p:ext>
            </p:extLst>
          </p:nvPr>
        </p:nvGraphicFramePr>
        <p:xfrm>
          <a:off x="335997" y="1076680"/>
          <a:ext cx="11483998" cy="1044000"/>
        </p:xfrm>
        <a:graphic>
          <a:graphicData uri="http://schemas.openxmlformats.org/drawingml/2006/table">
            <a:tbl>
              <a:tblPr/>
              <a:tblGrid>
                <a:gridCol w="1319753">
                  <a:extLst>
                    <a:ext uri="{9D8B030D-6E8A-4147-A177-3AD203B41FA5}">
                      <a16:colId xmlns:a16="http://schemas.microsoft.com/office/drawing/2014/main" val="177767304"/>
                    </a:ext>
                  </a:extLst>
                </a:gridCol>
                <a:gridCol w="1383620">
                  <a:extLst>
                    <a:ext uri="{9D8B030D-6E8A-4147-A177-3AD203B41FA5}">
                      <a16:colId xmlns:a16="http://schemas.microsoft.com/office/drawing/2014/main" val="1158677618"/>
                    </a:ext>
                  </a:extLst>
                </a:gridCol>
                <a:gridCol w="553447">
                  <a:extLst>
                    <a:ext uri="{9D8B030D-6E8A-4147-A177-3AD203B41FA5}">
                      <a16:colId xmlns:a16="http://schemas.microsoft.com/office/drawing/2014/main" val="987807891"/>
                    </a:ext>
                  </a:extLst>
                </a:gridCol>
                <a:gridCol w="659876">
                  <a:extLst>
                    <a:ext uri="{9D8B030D-6E8A-4147-A177-3AD203B41FA5}">
                      <a16:colId xmlns:a16="http://schemas.microsoft.com/office/drawing/2014/main" val="140133658"/>
                    </a:ext>
                  </a:extLst>
                </a:gridCol>
                <a:gridCol w="553447">
                  <a:extLst>
                    <a:ext uri="{9D8B030D-6E8A-4147-A177-3AD203B41FA5}">
                      <a16:colId xmlns:a16="http://schemas.microsoft.com/office/drawing/2014/main" val="1283867258"/>
                    </a:ext>
                  </a:extLst>
                </a:gridCol>
                <a:gridCol w="553447">
                  <a:extLst>
                    <a:ext uri="{9D8B030D-6E8A-4147-A177-3AD203B41FA5}">
                      <a16:colId xmlns:a16="http://schemas.microsoft.com/office/drawing/2014/main" val="1891549453"/>
                    </a:ext>
                  </a:extLst>
                </a:gridCol>
                <a:gridCol w="553447">
                  <a:extLst>
                    <a:ext uri="{9D8B030D-6E8A-4147-A177-3AD203B41FA5}">
                      <a16:colId xmlns:a16="http://schemas.microsoft.com/office/drawing/2014/main" val="1783627125"/>
                    </a:ext>
                  </a:extLst>
                </a:gridCol>
                <a:gridCol w="553447">
                  <a:extLst>
                    <a:ext uri="{9D8B030D-6E8A-4147-A177-3AD203B41FA5}">
                      <a16:colId xmlns:a16="http://schemas.microsoft.com/office/drawing/2014/main" val="1973439462"/>
                    </a:ext>
                  </a:extLst>
                </a:gridCol>
                <a:gridCol w="553447">
                  <a:extLst>
                    <a:ext uri="{9D8B030D-6E8A-4147-A177-3AD203B41FA5}">
                      <a16:colId xmlns:a16="http://schemas.microsoft.com/office/drawing/2014/main" val="4000203511"/>
                    </a:ext>
                  </a:extLst>
                </a:gridCol>
                <a:gridCol w="553447">
                  <a:extLst>
                    <a:ext uri="{9D8B030D-6E8A-4147-A177-3AD203B41FA5}">
                      <a16:colId xmlns:a16="http://schemas.microsoft.com/office/drawing/2014/main" val="646433848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3400361574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3875325279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312607577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2461546690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2018762604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32365661"/>
                    </a:ext>
                  </a:extLst>
                </a:gridCol>
                <a:gridCol w="159636">
                  <a:extLst>
                    <a:ext uri="{9D8B030D-6E8A-4147-A177-3AD203B41FA5}">
                      <a16:colId xmlns:a16="http://schemas.microsoft.com/office/drawing/2014/main" val="3498673980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3774773481"/>
                    </a:ext>
                  </a:extLst>
                </a:gridCol>
                <a:gridCol w="510873">
                  <a:extLst>
                    <a:ext uri="{9D8B030D-6E8A-4147-A177-3AD203B41FA5}">
                      <a16:colId xmlns:a16="http://schemas.microsoft.com/office/drawing/2014/main" val="3863052109"/>
                    </a:ext>
                  </a:extLst>
                </a:gridCol>
              </a:tblGrid>
              <a:tr h="261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 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Desde o início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2026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Últ</a:t>
                      </a: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. 12M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ago-26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jul-26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jun-26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mai-26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abr-26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mar-26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fev-26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jan-26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dez-25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nov-25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out-25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set-25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headings"/>
                      </a:endParaRP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2025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2024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77484"/>
                  </a:ext>
                </a:extLst>
              </a:tr>
              <a:tr h="261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Top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Small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 Caps XP 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69.5%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-11.2%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-7.9%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-1.4%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-5.1%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-1.7%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-6.2%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4.7%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5.5%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0.3%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4.2%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1.9%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2.4%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64.6%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-23.2%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996489"/>
                  </a:ext>
                </a:extLst>
              </a:tr>
              <a:tr h="261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Ibovespa 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49.2%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10.1%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25.5%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-0.3%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3.5%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-1.0%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-7.2%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-0.1%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-0.7%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4.1%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12.6%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1.3%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6.4%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2.3%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3.4%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34.0%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-10.4%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327778"/>
                  </a:ext>
                </a:extLst>
              </a:tr>
              <a:tr h="261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SMLL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-26.2%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-6.5%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-2.5%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-1.3%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-0.8%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-3.3%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-3.7%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-3.2%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-5.8%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1.9%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10.1%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-3.6%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6.0%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0.4%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1.6%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30.7%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-25.0%</a:t>
                      </a:r>
                    </a:p>
                  </a:txBody>
                  <a:tcPr marL="5847" marR="5847" marT="5847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E7E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81884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63DEAC-17F1-8E29-9797-2E638E292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68185"/>
              </p:ext>
            </p:extLst>
          </p:nvPr>
        </p:nvGraphicFramePr>
        <p:xfrm>
          <a:off x="335997" y="2919974"/>
          <a:ext cx="6753570" cy="2286000"/>
        </p:xfrm>
        <a:graphic>
          <a:graphicData uri="http://schemas.openxmlformats.org/drawingml/2006/table">
            <a:tbl>
              <a:tblPr/>
              <a:tblGrid>
                <a:gridCol w="824646">
                  <a:extLst>
                    <a:ext uri="{9D8B030D-6E8A-4147-A177-3AD203B41FA5}">
                      <a16:colId xmlns:a16="http://schemas.microsoft.com/office/drawing/2014/main" val="1643363968"/>
                    </a:ext>
                  </a:extLst>
                </a:gridCol>
                <a:gridCol w="924173">
                  <a:extLst>
                    <a:ext uri="{9D8B030D-6E8A-4147-A177-3AD203B41FA5}">
                      <a16:colId xmlns:a16="http://schemas.microsoft.com/office/drawing/2014/main" val="3012565868"/>
                    </a:ext>
                  </a:extLst>
                </a:gridCol>
                <a:gridCol w="924173">
                  <a:extLst>
                    <a:ext uri="{9D8B030D-6E8A-4147-A177-3AD203B41FA5}">
                      <a16:colId xmlns:a16="http://schemas.microsoft.com/office/drawing/2014/main" val="3063732700"/>
                    </a:ext>
                  </a:extLst>
                </a:gridCol>
                <a:gridCol w="924173">
                  <a:extLst>
                    <a:ext uri="{9D8B030D-6E8A-4147-A177-3AD203B41FA5}">
                      <a16:colId xmlns:a16="http://schemas.microsoft.com/office/drawing/2014/main" val="3145838215"/>
                    </a:ext>
                  </a:extLst>
                </a:gridCol>
                <a:gridCol w="1123225">
                  <a:extLst>
                    <a:ext uri="{9D8B030D-6E8A-4147-A177-3AD203B41FA5}">
                      <a16:colId xmlns:a16="http://schemas.microsoft.com/office/drawing/2014/main" val="2541686582"/>
                    </a:ext>
                  </a:extLst>
                </a:gridCol>
                <a:gridCol w="924173">
                  <a:extLst>
                    <a:ext uri="{9D8B030D-6E8A-4147-A177-3AD203B41FA5}">
                      <a16:colId xmlns:a16="http://schemas.microsoft.com/office/drawing/2014/main" val="2095209702"/>
                    </a:ext>
                  </a:extLst>
                </a:gridCol>
                <a:gridCol w="1109007">
                  <a:extLst>
                    <a:ext uri="{9D8B030D-6E8A-4147-A177-3AD203B41FA5}">
                      <a16:colId xmlns:a16="http://schemas.microsoft.com/office/drawing/2014/main" val="181119671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Companhia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Ticker</a:t>
                      </a:r>
                      <a:endParaRPr lang="pt-BR" sz="900" b="1" i="0" u="none" strike="noStrike" dirty="0">
                        <a:solidFill>
                          <a:schemeClr val="bg1"/>
                        </a:solidFill>
                        <a:effectLst/>
                        <a:latin typeface="Arial headings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Peso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Data de entrada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Desempenho desde entrada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Desempenho no mês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Desempenho </a:t>
                      </a:r>
                    </a:p>
                    <a:p>
                      <a:pPr algn="ctr" fontAlgn="ctr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headings"/>
                        </a:rPr>
                        <a:t>2026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938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Alupar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ALUP11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12.50%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mai-26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1.0%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4.6%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42956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Bemobi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BMOB3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dez-25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2.1%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7.9%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13.9%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977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BR Partners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BRBI11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mai-26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-25.5%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-5.4%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-31.2%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28789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C&amp;A Modas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CEAB3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jun-26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-28.2%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-11.9%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-34.8%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394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Cury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CURY3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12.50%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nov-22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271.1%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10.5%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6.3%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85786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Ecorodovias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ECOR3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jun-26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5.2%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-28.6%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9042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LWSA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LWSA3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dez-25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-1.1%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16.9%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8.1%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18543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Orizon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ORVR3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jun-24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71.6%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-6.0%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-5.3%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96602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Priner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PRNR3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fev-26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-19.0%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-10.8%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10.6%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5092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SLC Agrícola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SLCE3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ago-26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20.1%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20.1%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12.6%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6995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3tentos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rial heading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TTEN3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jan-26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-30.8%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-2.5%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-29.5%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09918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Tupy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TUPY3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ago-26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-3.1%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24.0%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63297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Vivara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VIVA3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5.00%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abr-26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-14.0%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0.5%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rial headings"/>
                        </a:rPr>
                        <a:t>-33.0%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9775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D7E2DAF-AC49-82E4-287C-57F3A4779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022855"/>
              </p:ext>
            </p:extLst>
          </p:nvPr>
        </p:nvGraphicFramePr>
        <p:xfrm>
          <a:off x="335996" y="5781320"/>
          <a:ext cx="6753572" cy="648000"/>
        </p:xfrm>
        <a:graphic>
          <a:graphicData uri="http://schemas.openxmlformats.org/drawingml/2006/table">
            <a:tbl>
              <a:tblPr/>
              <a:tblGrid>
                <a:gridCol w="2026072">
                  <a:extLst>
                    <a:ext uri="{9D8B030D-6E8A-4147-A177-3AD203B41FA5}">
                      <a16:colId xmlns:a16="http://schemas.microsoft.com/office/drawing/2014/main" val="1128083225"/>
                    </a:ext>
                  </a:extLst>
                </a:gridCol>
                <a:gridCol w="1679734">
                  <a:extLst>
                    <a:ext uri="{9D8B030D-6E8A-4147-A177-3AD203B41FA5}">
                      <a16:colId xmlns:a16="http://schemas.microsoft.com/office/drawing/2014/main" val="3742547822"/>
                    </a:ext>
                  </a:extLst>
                </a:gridCol>
                <a:gridCol w="1523883">
                  <a:extLst>
                    <a:ext uri="{9D8B030D-6E8A-4147-A177-3AD203B41FA5}">
                      <a16:colId xmlns:a16="http://schemas.microsoft.com/office/drawing/2014/main" val="2446225206"/>
                    </a:ext>
                  </a:extLst>
                </a:gridCol>
                <a:gridCol w="1523883">
                  <a:extLst>
                    <a:ext uri="{9D8B030D-6E8A-4147-A177-3AD203B41FA5}">
                      <a16:colId xmlns:a16="http://schemas.microsoft.com/office/drawing/2014/main" val="1893648851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Indicador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Top Small Caps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Ibovespa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Small Cap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90056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Sharpe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-0.60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0.58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-0.67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981261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Volatilidade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24.89%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17.19%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22.51%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192411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Beta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1.21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1.00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itchFamily="2" charset="0"/>
                          <a:ea typeface="Roboto Condensed" pitchFamily="2" charset="0"/>
                        </a:rPr>
                        <a:t>1.20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8845950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5CD66FD-A1F7-4945-8BD2-E9C4532103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0613395"/>
              </p:ext>
            </p:extLst>
          </p:nvPr>
        </p:nvGraphicFramePr>
        <p:xfrm>
          <a:off x="7252246" y="2919973"/>
          <a:ext cx="4615782" cy="29241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>
            <a:spLocks noGrp="1"/>
          </p:cNvSpPr>
          <p:nvPr>
            <p:ph type="body" idx="3"/>
          </p:nvPr>
        </p:nvSpPr>
        <p:spPr>
          <a:xfrm>
            <a:off x="336183" y="129559"/>
            <a:ext cx="111360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en-US" b="1" dirty="0" err="1">
                <a:solidFill>
                  <a:srgbClr val="0400EB"/>
                </a:solidFill>
                <a:latin typeface="+mj-lt"/>
                <a:ea typeface="Helvetica Neue"/>
                <a:cs typeface="Helvetica Neue"/>
                <a:sym typeface="Helvetica Neue"/>
              </a:rPr>
              <a:t>Carteira</a:t>
            </a:r>
            <a:r>
              <a:rPr lang="en-US" b="1" dirty="0">
                <a:solidFill>
                  <a:srgbClr val="0400EB"/>
                </a:solidFill>
                <a:latin typeface="+mj-lt"/>
                <a:ea typeface="Helvetica Neue"/>
                <a:cs typeface="Helvetica Neue"/>
                <a:sym typeface="Helvetica Neue"/>
              </a:rPr>
              <a:t> Top Small Caps Clear</a:t>
            </a:r>
          </a:p>
        </p:txBody>
      </p:sp>
      <p:sp>
        <p:nvSpPr>
          <p:cNvPr id="4" name="Google Shape;199;p26">
            <a:extLst>
              <a:ext uri="{FF2B5EF4-FFF2-40B4-BE49-F238E27FC236}">
                <a16:creationId xmlns:a16="http://schemas.microsoft.com/office/drawing/2014/main" id="{842C1B87-EBDF-CAE0-E2A8-9C97EE26F4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5994" y="6510819"/>
            <a:ext cx="99012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700"/>
              <a:buNone/>
            </a:pPr>
            <a:r>
              <a:rPr lang="pt-BR" dirty="0">
                <a:latin typeface="+mj-lt"/>
                <a:ea typeface="Helvetica Neue"/>
                <a:cs typeface="Helvetica Neue"/>
                <a:sym typeface="Helvetica Neue"/>
              </a:rPr>
              <a:t>Fontes: XP Research. /  Sempre consulte seu assessor de investimentos.</a:t>
            </a:r>
          </a:p>
        </p:txBody>
      </p:sp>
      <p:sp>
        <p:nvSpPr>
          <p:cNvPr id="3" name="Google Shape;177;p24">
            <a:extLst>
              <a:ext uri="{FF2B5EF4-FFF2-40B4-BE49-F238E27FC236}">
                <a16:creationId xmlns:a16="http://schemas.microsoft.com/office/drawing/2014/main" id="{F39F4294-FBD0-2437-0164-2660B97A6BEC}"/>
              </a:ext>
            </a:extLst>
          </p:cNvPr>
          <p:cNvSpPr txBox="1">
            <a:spLocks/>
          </p:cNvSpPr>
          <p:nvPr/>
        </p:nvSpPr>
        <p:spPr>
          <a:xfrm>
            <a:off x="7679380" y="196675"/>
            <a:ext cx="41760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DEF07EAB-FF36-413A-9F9A-0AF5F3187EB1}" type="datetime4">
              <a:rPr lang="pt-BR" sz="1100" smtClean="0">
                <a:solidFill>
                  <a:schemeClr val="bg1">
                    <a:lumMod val="50000"/>
                  </a:schemeClr>
                </a:solidFill>
              </a:rPr>
              <a:pPr algn="r"/>
              <a:t>1 de setembro de 2026</a:t>
            </a:fld>
            <a:endParaRPr lang="pt-BR" sz="1100" dirty="0">
              <a:solidFill>
                <a:schemeClr val="bg1">
                  <a:lumMod val="50000"/>
                </a:schemeClr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2" name="Table 21">
            <a:extLst>
              <a:ext uri="{FF2B5EF4-FFF2-40B4-BE49-F238E27FC236}">
                <a16:creationId xmlns:a16="http://schemas.microsoft.com/office/drawing/2014/main" id="{76C60697-E107-95E9-CFC3-565D54DD59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499140"/>
              </p:ext>
            </p:extLst>
          </p:nvPr>
        </p:nvGraphicFramePr>
        <p:xfrm>
          <a:off x="336549" y="869132"/>
          <a:ext cx="11518899" cy="499657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91339">
                  <a:extLst>
                    <a:ext uri="{9D8B030D-6E8A-4147-A177-3AD203B41FA5}">
                      <a16:colId xmlns:a16="http://schemas.microsoft.com/office/drawing/2014/main" val="4145286018"/>
                    </a:ext>
                  </a:extLst>
                </a:gridCol>
                <a:gridCol w="530726">
                  <a:extLst>
                    <a:ext uri="{9D8B030D-6E8A-4147-A177-3AD203B41FA5}">
                      <a16:colId xmlns:a16="http://schemas.microsoft.com/office/drawing/2014/main" val="173187423"/>
                    </a:ext>
                  </a:extLst>
                </a:gridCol>
                <a:gridCol w="463245">
                  <a:extLst>
                    <a:ext uri="{9D8B030D-6E8A-4147-A177-3AD203B41FA5}">
                      <a16:colId xmlns:a16="http://schemas.microsoft.com/office/drawing/2014/main" val="4270396654"/>
                    </a:ext>
                  </a:extLst>
                </a:gridCol>
                <a:gridCol w="896470">
                  <a:extLst>
                    <a:ext uri="{9D8B030D-6E8A-4147-A177-3AD203B41FA5}">
                      <a16:colId xmlns:a16="http://schemas.microsoft.com/office/drawing/2014/main" val="235090091"/>
                    </a:ext>
                  </a:extLst>
                </a:gridCol>
                <a:gridCol w="839009">
                  <a:extLst>
                    <a:ext uri="{9D8B030D-6E8A-4147-A177-3AD203B41FA5}">
                      <a16:colId xmlns:a16="http://schemas.microsoft.com/office/drawing/2014/main" val="542523139"/>
                    </a:ext>
                  </a:extLst>
                </a:gridCol>
                <a:gridCol w="6798352">
                  <a:extLst>
                    <a:ext uri="{9D8B030D-6E8A-4147-A177-3AD203B41FA5}">
                      <a16:colId xmlns:a16="http://schemas.microsoft.com/office/drawing/2014/main" val="1650878578"/>
                    </a:ext>
                  </a:extLst>
                </a:gridCol>
                <a:gridCol w="999758">
                  <a:extLst>
                    <a:ext uri="{9D8B030D-6E8A-4147-A177-3AD203B41FA5}">
                      <a16:colId xmlns:a16="http://schemas.microsoft.com/office/drawing/2014/main" val="2243829412"/>
                    </a:ext>
                  </a:extLst>
                </a:gridCol>
              </a:tblGrid>
              <a:tr h="2782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Companhia</a:t>
                      </a: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Ticker</a:t>
                      </a:r>
                      <a:endParaRPr lang="pt-BR" sz="900" b="1" i="0" u="none" strike="noStrike" dirty="0">
                        <a:solidFill>
                          <a:schemeClr val="bg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Peso</a:t>
                      </a: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Recomendação</a:t>
                      </a: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Preço Alvo</a:t>
                      </a: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Comentários</a:t>
                      </a:r>
                    </a:p>
                  </a:txBody>
                  <a:tcPr marL="2739" marR="2739" marT="2739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Link para </a:t>
                      </a:r>
                    </a:p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Tese</a:t>
                      </a:r>
                    </a:p>
                  </a:txBody>
                  <a:tcPr marL="2739" marR="2739" marT="2739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39261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Bemobi</a:t>
                      </a:r>
                      <a:endParaRPr lang="pt-BR" sz="800" b="0" i="0" u="none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BMOB3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10,0%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R$ 31,00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68580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chemeClr val="tx1"/>
                          </a:solidFill>
                          <a:latin typeface="Arial (Headings)"/>
                          <a:ea typeface="Roboto Condensed" pitchFamily="2" charset="0"/>
                        </a:rPr>
                        <a:t>Alta em agosto, acima do Ibovespa, em um mês de forte oscilação. O mercado reagiu positivamente ao conjunto sólido de resultados do 2T26, com o papel avançando no pregão seguinte à divulgação, ainda que parte do movimento tenha sido devolvida nos dias posteriores, à medida que os investidores reavaliaram os números.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3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0598281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Vivara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VIVA3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R$ 35,00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Alta em agosto, acima do Ibovespa, refletindo resultados em linha com as expectativas no 2T26. Apesar do cenário competitivo mais desafiador para a Life, dos impactos da Copa do Mundo e da base de comparação elevada, a marca Vivara apresentou crescimento saudável, e a companhia espera melhora nas vendas mesmas lojas da Life no 2S26.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15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6256564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C&amp;A Modas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CEAB3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R$ 17,00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Queda em agosto, abaixo do Ibovespa. O movimento reflete o ambiente mais negativo para o setor de vestuário após os resultados do 2T26, afetados pelo cenário macroeconômico desafiador e pelo menor fluxo nos shoppings durante a Copa do Mundo. Para o 3T, um inverno mais quente pode pressionar as vendas da coleção e exigir remarcações.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5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4431106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Tupy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TUPY3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R$ 20,00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Queda em agosto, abaixo do Ibovespa, em meio a resultados ainda pressionados no 2T26, com efeitos do câmbio e demanda mais fraca no mercado doméstico. Por outro lado, a melhora sequencial das margens a partir do 3T26, a redução da dívida líquida e o fortalecimento da carteira de pedidos na América do Norte reforçam a expectativa de inflexão.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6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330634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Priner</a:t>
                      </a:r>
                      <a:endParaRPr lang="pt-BR" sz="800" b="0" i="0" u="none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PRNR3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R$ 31,00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Queda em agosto, abaixo do Ibovespa.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7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6200516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Ecorodovias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ECOR3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R$ 13,90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Alta em agosto, acima do Ibovespa.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8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251311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LWSA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LWSA3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R$ 5,00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cs typeface="+mn-cs"/>
                        </a:rPr>
                        <a:t>Alta em agosto, acima do Ibovespa e um dos destaques positivos da carteira no mês. O movimento foi impulsionado pelos resultados do 2T26, que superaram o consenso de mercado e reforçaram a percepção de melhora operacional, com o papel mantendo trajetória favorável ao longo do período.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cs typeface="+mn-cs"/>
                          <a:hlinkClick r:id="rId9"/>
                        </a:rPr>
                        <a:t>Clique aqui</a:t>
                      </a:r>
                      <a:endParaRPr lang="pt-BR" sz="800" b="1" i="0" u="sng" strike="noStrike" kern="1200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4371798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Cury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CURY3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10,0%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R$ 45,00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Alta em agosto, acima do Ibovespa. Segue nossa principal escolha entre as construtoras de baixa renda, apoiada por execução consistente, elevada rentabilidade, forte velocidade de vendas e geração de caixa. O resultado do 2T26 reforçou essa leitura, com crescimento sólido de receita e margens preservadas em patamares elevados.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cs typeface="+mn-cs"/>
                          <a:hlinkClick r:id="rId10"/>
                        </a:rPr>
                        <a:t>Clique aqui</a:t>
                      </a:r>
                      <a:endParaRPr lang="pt-BR" sz="800" b="1" i="0" u="sng" strike="noStrike" kern="1200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7871362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Direcional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DIRR3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R$ 20,00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Incluímos a Direcional na carteira em setembro, apoiados sobretudo pelo múltiplo atrativo e pela exposição à melhora das perspectivas do MCMV. A companhia negocia a 4,8 vezes o lucro projetado para 2027, mantendo execução sólida e elevada rentabilidade.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cs typeface="+mn-cs"/>
                          <a:hlinkClick r:id="rId11"/>
                        </a:rPr>
                        <a:t>Clique aqui</a:t>
                      </a:r>
                      <a:endParaRPr lang="pt-BR" sz="800" b="1" i="0" u="sng" strike="noStrike" kern="1200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182313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3tentos</a:t>
                      </a:r>
                      <a:endParaRPr lang="pt-BR" sz="800" b="0" i="0" u="none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TTEN3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R$ 21,60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Queda em agosto, abaixo do Ibovespa, refletindo o sentimento ainda pressionado após um trimestre de resultados abaixo do esperado. Persistem riscos de revisões negativas de lucro e ruídos na comunicação com o mercado, mas esperamos melhora estrutural ao longo do 3T e do 4T. Segue nossa principal preferência no segmento.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cs typeface="+mn-cs"/>
                          <a:hlinkClick r:id="rId12"/>
                        </a:rPr>
                        <a:t>Clique aqui</a:t>
                      </a:r>
                      <a:endParaRPr lang="pt-BR" sz="800" b="1" i="0" u="sng" strike="noStrike" kern="1200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06573929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SLC Agrícola</a:t>
                      </a:r>
                      <a:endParaRPr lang="pt-BR" sz="800" b="0" i="0" u="none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SLCE3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7,5%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Neutro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R$ 17,00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Alta em agosto, acima do Ibovespa e o principal destaque positivo da carteira, refletindo a alta dos preços das commodities agrícolas. A alavancagem da companhia e os riscos associados ao El Niño ainda limitam uma valorização mais expressiva no curto prazo, mas o cenário mais construtivo para as commodities sustenta a trajetória.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cs typeface="+mn-cs"/>
                          <a:hlinkClick r:id="rId13"/>
                        </a:rPr>
                        <a:t>Clique aqui</a:t>
                      </a:r>
                      <a:endParaRPr lang="pt-BR" sz="800" b="1" i="0" u="sng" strike="noStrike" kern="1200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008998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Orizon</a:t>
                      </a:r>
                      <a:endParaRPr lang="pt-BR" sz="800" b="0" i="0" u="none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ORVR3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15,0%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R$ 97,48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Queda em agosto, abaixo do Ibovespa. O resultado do 2T26 veio, de maneira geral, em linha com as expectativas, impulsionado pelo desempenho sólido dos aterros e pelo avanço da planta de biometano de Jaboatão, mas contrabalançado pela Vital, pressionada por custos da conversão da frota para biometano.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cs typeface="+mn-cs"/>
                          <a:hlinkClick r:id="rId14"/>
                        </a:rPr>
                        <a:t>Clique aqui</a:t>
                      </a:r>
                      <a:endParaRPr lang="pt-BR" sz="800" b="1" i="0" u="sng" strike="noStrike" kern="1200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05566598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Alupar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ALUP11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12,5%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R$ 43,49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Alta em agosto, acima do Ibovespa. Por ser um papel mais defensivo, com receitas previsíveis, tende a apresentar desempenho mais resiliente em períodos adversos. Os resultados do 2T26 vieram em linha com as expectativas, com geração ligeiramente acima do esperado e avanço das receitas de transmissão, refletindo a entrada em operação de novos projetos.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4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6256564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BR Partners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BRBI11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5,0%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Compra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R$ 26,00</a:t>
                      </a:r>
                    </a:p>
                  </a:txBody>
                  <a:tcPr marL="4409" marR="4409" marT="4409" marB="0" anchor="ctr"/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pt-B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</a:rPr>
                        <a:t>Queda em agosto, abaixo do Ibovespa, acompanhando o cenário macroeconômico mais desafiador, que pode limitar a conversão de operações e a atividade de mercado de capitais em 2026. Seguimos construtivos com a tese, ainda que o cenário de curto prazo permaneça desafiador.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800" b="1" i="0" u="sng" strike="noStrike" dirty="0">
                          <a:solidFill>
                            <a:schemeClr val="tx1"/>
                          </a:solidFill>
                          <a:effectLst/>
                          <a:latin typeface="Arial (Headings)"/>
                          <a:ea typeface="Roboto Condensed" pitchFamily="2" charset="0"/>
                          <a:hlinkClick r:id="rId16"/>
                        </a:rPr>
                        <a:t>Clique aqui</a:t>
                      </a:r>
                      <a:endParaRPr lang="pt-BR" sz="800" b="1" i="0" u="sng" strike="noStrike" dirty="0">
                        <a:solidFill>
                          <a:schemeClr val="tx1"/>
                        </a:solidFill>
                        <a:effectLst/>
                        <a:latin typeface="Arial (Headings)"/>
                        <a:ea typeface="Roboto Condensed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625656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9107" y="704088"/>
            <a:ext cx="1116200" cy="35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6"/>
          <p:cNvSpPr txBox="1"/>
          <p:nvPr/>
        </p:nvSpPr>
        <p:spPr>
          <a:xfrm>
            <a:off x="202532" y="352641"/>
            <a:ext cx="49887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5825" tIns="165825" rIns="165825" bIns="1658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0400F5"/>
                </a:solidFill>
                <a:latin typeface="+mj-lt"/>
                <a:ea typeface="Helvetica Neue"/>
                <a:cs typeface="Helvetica Neue"/>
                <a:sym typeface="Helvetica Neue"/>
              </a:rPr>
              <a:t>Informações Importantes</a:t>
            </a:r>
            <a:endParaRPr sz="2700" b="1" i="0" u="none" strike="noStrike" cap="none">
              <a:solidFill>
                <a:srgbClr val="0400F5"/>
              </a:solidFill>
              <a:latin typeface="+mj-lt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Disclaimer</a:t>
            </a:r>
            <a:endParaRPr sz="2700" b="1" i="0" u="none" strike="noStrike" cap="none">
              <a:solidFill>
                <a:srgbClr val="0400F5"/>
              </a:solidFill>
              <a:latin typeface="+mj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9" name="Google Shape;329;p36"/>
          <p:cNvSpPr txBox="1"/>
          <p:nvPr/>
        </p:nvSpPr>
        <p:spPr>
          <a:xfrm>
            <a:off x="202533" y="1405833"/>
            <a:ext cx="11700300" cy="463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5825" tIns="165825" rIns="165825" bIns="1658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1) Este relatório de análise foi elaborado pela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Corretora, que é uma marca da XP Investimentos CCTVM S.A. (“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”) de acordo com todas as exigências previstas na Resolução CVM nº 20/2021, tem como objetivo fornecer informações que possam auxiliar o investidor a tomar sua própria decisão de investimento, não constituindo qualquer tipo de oferta ou solicitação de compra e/ou venda de qualquer produto. As informações contidas neste relatório são consideradas válidas na data de sua divulgação e foram obtidas de fontes públicas. 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não se responsabiliza por qualquer decisão tomada pelo cliente com base no presente relatório.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2) Este relatório foi elaborado considerando a classificação de risco dos produtos de modo a gerar resultados de alocação para cada perfil de investidor.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3) O(s) signatário(s) deste relatório declara(m) que as recomendações refletem única e exclusivamente suas análises e opiniões pessoais, que foram produzidas de forma independente, inclusive em relação à 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e que estão sujeitas a modificações sem aviso prévio em decorrência de alterações nas condições de mercado, e que sua(s) remuneração(es) é(são) indiretamente influenciada por receitas provenientes dos negócios e operações financeiras realizadas pela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4) O analista responsável pelo conteúdo deste relatório e pelo cumprimento da Resolução CVM nº 20/2021 está indicado acima, sendo que, caso constem a indicação de mais um analista no relatório, o responsável será o primeiro analista credenciado a ser mencionado no relatório.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5) Os analistas da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estão obrigados ao cumprimento de todas as regras previstas no Código de Conduta da APIMEC para o Analista de Valores Mobiliários e na Política de Conduta dos Analistas de Valores Mobiliários do Grupo XP.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6) Os produtos apresentados neste relatório podem não ser adequados para todos os tipos de cliente. Antes de qualquer decisão, os clientes deverão realizar o processo de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suitability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e confirmar se os produtos apresentados são indicados para o seu perfil de investidor. Este material não sugere qualquer alteração de carteira, mas somente orientação sobre produtos adequados a determinado perfil de investidor.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7) A rentabilidade de produtos financeiros pode apresentar variações e seu preço ou valor pode aumentar ou diminuir num curto espaço de tempo. Os desempenhos anteriores não são necessariamente indicativos de resultados futuros. A rentabilidade divulgada não é líquida de impostos. As informações presentes neste material são baseadas em simulações e os resultados reais poderão ser significativamente diferentes.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8) Este relatório é destinado à circulação exclusiva para a rede de relacionamento da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. Fica proibida sua reprodução ou redistribuição para qualquer pessoa, no todo ou em parte, qualquer que seja o propósito, sem o prévio consentimento expresso da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9) SAC. 0800-77-40404. A Ouvidoria da 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tem a missão de servir de canal de contato sempre que os clientes que não se sentirem satisfeitos com as soluções dadas pela empresa aos seus problemas. O contato pode ser realizado por meio do telefone: 0800-77-40404.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10) O custo da operação e a política de cobrança estão definidos nas tabelas de custos operacionais disponibilizadas no site da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: https://corretora.clear.com.br/custos/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11) A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Clear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se exime de qualquer responsabilidade por quaisquer prejuízos, diretos ou indiretos, que venham a decorrer da utilização deste relatório ou seu conteúdo.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12) A Avaliação Técnica e a Avaliação de Fundamentos seguem diferentes metodologias de análise. A Análise Técnica é executada seguindo conceitos como tendência, suporte, resistência,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candles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, volumes, médias móveis entre outros. Já a Análise Fundamentalista utiliza como informação os resultados divulgados pelas companhias emissoras e suas projeções. Desta forma, as opiniões dos Analistas Fundamentalistas, que buscam os melhores retornos dadas as condições de mercado, o cenário macroeconômico e os eventos específicos da empresa e do setor, podem divergir das opiniões dos Analistas Técnicos, que visam identificar os movimentos mais prováveis dos preços dos ativos, com utilização de “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stops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” para limitar as possíveis perdas.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13) Antes de qualquer decisão, os clientes deverão realizar o processo de </a:t>
            </a:r>
            <a:r>
              <a:rPr lang="pt-BR" sz="900" b="0" i="0" u="none" strike="noStrike" cap="none" dirty="0" err="1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suitability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+mj-lt"/>
                <a:ea typeface="Helvetica Neue Light"/>
                <a:cs typeface="Helvetica Neue Light"/>
                <a:sym typeface="Helvetica Neue Light"/>
              </a:rPr>
              <a:t> e confirmar se os produtos apresentados são indicados para o seu perfil de investidor.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900" b="0" i="0" u="none" strike="noStrike" cap="none" dirty="0">
              <a:solidFill>
                <a:srgbClr val="000000"/>
              </a:solidFill>
              <a:latin typeface="+mj-l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" name="Google Shape;177;p24">
            <a:extLst>
              <a:ext uri="{FF2B5EF4-FFF2-40B4-BE49-F238E27FC236}">
                <a16:creationId xmlns:a16="http://schemas.microsoft.com/office/drawing/2014/main" id="{9F3DB74A-1A68-7693-E012-AF1BA2B044DE}"/>
              </a:ext>
            </a:extLst>
          </p:cNvPr>
          <p:cNvSpPr txBox="1">
            <a:spLocks/>
          </p:cNvSpPr>
          <p:nvPr/>
        </p:nvSpPr>
        <p:spPr>
          <a:xfrm>
            <a:off x="7679380" y="196675"/>
            <a:ext cx="41760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DEF07EAB-FF36-413A-9F9A-0AF5F3187EB1}" type="datetime4">
              <a:rPr lang="pt-BR" sz="1100" smtClean="0">
                <a:solidFill>
                  <a:schemeClr val="bg1">
                    <a:lumMod val="50000"/>
                  </a:schemeClr>
                </a:solidFill>
              </a:rPr>
              <a:pPr algn="r"/>
              <a:t>1 de setembro de 2026</a:t>
            </a:fld>
            <a:endParaRPr lang="pt-BR" sz="1100" dirty="0">
              <a:solidFill>
                <a:schemeClr val="bg1">
                  <a:lumMod val="50000"/>
                </a:schemeClr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/>
          <p:nvPr/>
        </p:nvSpPr>
        <p:spPr>
          <a:xfrm>
            <a:off x="0" y="-9200"/>
            <a:ext cx="12192000" cy="6858000"/>
          </a:xfrm>
          <a:prstGeom prst="rect">
            <a:avLst/>
          </a:prstGeom>
          <a:solidFill>
            <a:srgbClr val="0400E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pic>
        <p:nvPicPr>
          <p:cNvPr id="335" name="Google Shape;33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0800" y="3074600"/>
            <a:ext cx="2199933" cy="6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400F5"/>
      </a:accent1>
      <a:accent2>
        <a:srgbClr val="212121"/>
      </a:accent2>
      <a:accent3>
        <a:srgbClr val="78909C"/>
      </a:accent3>
      <a:accent4>
        <a:srgbClr val="FFAB40"/>
      </a:accent4>
      <a:accent5>
        <a:srgbClr val="0400F5"/>
      </a:accent5>
      <a:accent6>
        <a:srgbClr val="EEFF41"/>
      </a:accent6>
      <a:hlink>
        <a:srgbClr val="0400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6a9157b-bcf3-4eac-b03e-7cf007ba9fdf}" enabled="1" method="Standard" siteId="{cf56e405-d2b0-4266-b210-aa04636b616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1759</TotalTime>
  <Words>2674</Words>
  <Application>Microsoft Office PowerPoint</Application>
  <PresentationFormat>Widescreen</PresentationFormat>
  <Paragraphs>431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Roboto Light</vt:lpstr>
      <vt:lpstr>Helvetica Neue Light</vt:lpstr>
      <vt:lpstr>Roboto Condensed</vt:lpstr>
      <vt:lpstr>Arial (Headings)</vt:lpstr>
      <vt:lpstr>Roboto</vt:lpstr>
      <vt:lpstr>Arial headings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 Caps Clear</dc:title>
  <dc:creator>Luiz Antonio</dc:creator>
  <cp:lastModifiedBy>Guilherme Ramos</cp:lastModifiedBy>
  <cp:revision>122</cp:revision>
  <dcterms:modified xsi:type="dcterms:W3CDTF">2026-07-03T17:41:28Z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a9157b-bcf3-4eac-b03e-7cf007ba9fdf_Enabled">
    <vt:lpwstr>true</vt:lpwstr>
  </property>
  <property fmtid="{D5CDD505-2E9C-101B-9397-08002B2CF9AE}" pid="3" name="MSIP_Label_e6a9157b-bcf3-4eac-b03e-7cf007ba9fdf_SetDate">
    <vt:lpwstr>2024-05-06T10:57:47Z</vt:lpwstr>
  </property>
  <property fmtid="{D5CDD505-2E9C-101B-9397-08002B2CF9AE}" pid="4" name="MSIP_Label_e6a9157b-bcf3-4eac-b03e-7cf007ba9fdf_Method">
    <vt:lpwstr>Standard</vt:lpwstr>
  </property>
  <property fmtid="{D5CDD505-2E9C-101B-9397-08002B2CF9AE}" pid="5" name="MSIP_Label_e6a9157b-bcf3-4eac-b03e-7cf007ba9fdf_Name">
    <vt:lpwstr>Publica</vt:lpwstr>
  </property>
  <property fmtid="{D5CDD505-2E9C-101B-9397-08002B2CF9AE}" pid="6" name="MSIP_Label_e6a9157b-bcf3-4eac-b03e-7cf007ba9fdf_SiteId">
    <vt:lpwstr>cf56e405-d2b0-4266-b210-aa04636b6161</vt:lpwstr>
  </property>
  <property fmtid="{D5CDD505-2E9C-101B-9397-08002B2CF9AE}" pid="7" name="MSIP_Label_e6a9157b-bcf3-4eac-b03e-7cf007ba9fdf_ActionId">
    <vt:lpwstr>df57a497-70dc-4f23-bd8d-a50da139203f</vt:lpwstr>
  </property>
  <property fmtid="{D5CDD505-2E9C-101B-9397-08002B2CF9AE}" pid="8" name="MSIP_Label_e6a9157b-bcf3-4eac-b03e-7cf007ba9fdf_ContentBits">
    <vt:lpwstr>2</vt:lpwstr>
  </property>
  <property fmtid="{D5CDD505-2E9C-101B-9397-08002B2CF9AE}" pid="9" name="ClassificationContentMarkingFooterLocations">
    <vt:lpwstr>Simple Light:3</vt:lpwstr>
  </property>
  <property fmtid="{D5CDD505-2E9C-101B-9397-08002B2CF9AE}" pid="10" name="ClassificationContentMarkingFooterText">
    <vt:lpwstr>[ CLASSIFICAÇÃO: PÚBLICA ]</vt:lpwstr>
  </property>
</Properties>
</file>