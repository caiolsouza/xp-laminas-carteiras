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83" r:id="rId4"/>
  </p:sldMasterIdLst>
  <p:notesMasterIdLst>
    <p:notesMasterId r:id="rId12"/>
  </p:notesMasterIdLst>
  <p:handoutMasterIdLst>
    <p:handoutMasterId r:id="rId13"/>
  </p:handoutMasterIdLst>
  <p:sldIdLst>
    <p:sldId id="312" r:id="rId5"/>
    <p:sldId id="264" r:id="rId6"/>
    <p:sldId id="281" r:id="rId7"/>
    <p:sldId id="275" r:id="rId8"/>
    <p:sldId id="313" r:id="rId9"/>
    <p:sldId id="314" r:id="rId10"/>
    <p:sldId id="271" r:id="rId11"/>
  </p:sldIdLst>
  <p:sldSz cx="12192000" cy="6858000"/>
  <p:notesSz cx="6950075" cy="9236075"/>
  <p:custDataLst>
    <p:tags r:id="rId14"/>
  </p:custDataLst>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3863" userDrawn="1">
          <p15:clr>
            <a:srgbClr val="A4A3A4"/>
          </p15:clr>
        </p15:guide>
        <p15:guide id="6" orient="horz" pos="363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B42ED4F-8EBE-474C-3F8A-8E5FC5FA0DDD}" name="Caio Souza" initials="CS" userId="S::caio.lsouza@xpi.com.br::3c9a17a9-6dee-4d8b-b93c-2a0cbe4083ed"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lexandre Charro" initials="AC" lastIdx="1" clrIdx="0">
    <p:extLst>
      <p:ext uri="{19B8F6BF-5375-455C-9EA6-DF929625EA0E}">
        <p15:presenceInfo xmlns:p15="http://schemas.microsoft.com/office/powerpoint/2012/main" userId="S-1-5-21-825419234-150732314-3353524455-56516" providerId="AD"/>
      </p:ext>
    </p:extLst>
  </p:cmAuthor>
  <p:cmAuthor id="2" name="Celine Castilho" initials="CC" lastIdx="2" clrIdx="1">
    <p:extLst>
      <p:ext uri="{19B8F6BF-5375-455C-9EA6-DF929625EA0E}">
        <p15:presenceInfo xmlns:p15="http://schemas.microsoft.com/office/powerpoint/2012/main" userId="S::celine.castilho@xpi.com.br::2590b44e-83a4-4c1a-b270-b76c45ed9ca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62130"/>
    <a:srgbClr val="D2D2D2"/>
    <a:srgbClr val="F2F2F2"/>
    <a:srgbClr val="E7E6E6"/>
    <a:srgbClr val="000000"/>
    <a:srgbClr val="18191A"/>
    <a:srgbClr val="D9D9D9"/>
    <a:srgbClr val="263C3E"/>
    <a:srgbClr val="498F87"/>
    <a:srgbClr val="C8F9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191" autoAdjust="0"/>
    <p:restoredTop sz="96061" autoAdjust="0"/>
  </p:normalViewPr>
  <p:slideViewPr>
    <p:cSldViewPr snapToGrid="0">
      <p:cViewPr varScale="1">
        <p:scale>
          <a:sx n="91" d="100"/>
          <a:sy n="91" d="100"/>
        </p:scale>
        <p:origin x="634" y="72"/>
      </p:cViewPr>
      <p:guideLst>
        <p:guide pos="3863"/>
        <p:guide orient="horz" pos="3634"/>
      </p:guideLst>
    </p:cSldViewPr>
  </p:slideViewPr>
  <p:outlineViewPr>
    <p:cViewPr>
      <p:scale>
        <a:sx n="33" d="100"/>
        <a:sy n="33" d="100"/>
      </p:scale>
      <p:origin x="0" y="-13122"/>
    </p:cViewPr>
  </p:outlineViewPr>
  <p:notesTextViewPr>
    <p:cViewPr>
      <p:scale>
        <a:sx n="3" d="2"/>
        <a:sy n="3" d="2"/>
      </p:scale>
      <p:origin x="0" y="0"/>
    </p:cViewPr>
  </p:notesTextViewPr>
  <p:sorterViewPr>
    <p:cViewPr varScale="1">
      <p:scale>
        <a:sx n="1" d="1"/>
        <a:sy n="1" d="1"/>
      </p:scale>
      <p:origin x="0" y="-7806"/>
    </p:cViewPr>
  </p:sorterViewPr>
  <p:notesViewPr>
    <p:cSldViewPr snapToGrid="0">
      <p:cViewPr varScale="1">
        <p:scale>
          <a:sx n="83" d="100"/>
          <a:sy n="83" d="100"/>
        </p:scale>
        <p:origin x="3828" y="96"/>
      </p:cViewPr>
      <p:guideLst/>
    </p:cSldViewPr>
  </p:notesViewPr>
  <p:gridSpacing cx="59999" cy="59999"/>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tags" Target="tags/tag1.xml"/><Relationship Id="rId15" Type="http://schemas.openxmlformats.org/officeDocument/2006/relationships/commentAuthors" Target="commentAuthors.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microsoft.com/office/2018/10/relationships/authors" Target="author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1.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Sheet1!$B$1</c:f>
              <c:strCache>
                <c:ptCount val="1"/>
                <c:pt idx="0">
                  <c:v>Top Dividendos XP</c:v>
                </c:pt>
              </c:strCache>
            </c:strRef>
          </c:tx>
          <c:spPr>
            <a:ln w="22225" cap="rnd">
              <a:solidFill>
                <a:schemeClr val="accent4"/>
              </a:solidFill>
              <a:round/>
            </a:ln>
            <a:effectLst/>
          </c:spPr>
          <c:marker>
            <c:symbol val="none"/>
          </c:marker>
          <c:cat>
            <c:numRef>
              <c:f>Sheet1!$A$2:$A$2033</c:f>
              <c:numCache>
                <c:formatCode>yyyy\-mm\-dd</c:formatCode>
                <c:ptCount val="2032"/>
                <c:pt idx="0">
                  <c:v>43281.0</c:v>
                </c:pt>
                <c:pt idx="1">
                  <c:v>43283.0</c:v>
                </c:pt>
                <c:pt idx="2">
                  <c:v>43284.0</c:v>
                </c:pt>
                <c:pt idx="3">
                  <c:v>43285.0</c:v>
                </c:pt>
                <c:pt idx="4">
                  <c:v>43286.0</c:v>
                </c:pt>
                <c:pt idx="5">
                  <c:v>43287.0</c:v>
                </c:pt>
                <c:pt idx="6">
                  <c:v>43291.0</c:v>
                </c:pt>
                <c:pt idx="7">
                  <c:v>43292.0</c:v>
                </c:pt>
                <c:pt idx="8">
                  <c:v>43293.0</c:v>
                </c:pt>
                <c:pt idx="9">
                  <c:v>43294.0</c:v>
                </c:pt>
                <c:pt idx="10">
                  <c:v>43297.0</c:v>
                </c:pt>
                <c:pt idx="11">
                  <c:v>43298.0</c:v>
                </c:pt>
                <c:pt idx="12">
                  <c:v>43299.0</c:v>
                </c:pt>
                <c:pt idx="13">
                  <c:v>43300.0</c:v>
                </c:pt>
                <c:pt idx="14">
                  <c:v>43301.0</c:v>
                </c:pt>
                <c:pt idx="15">
                  <c:v>43304.0</c:v>
                </c:pt>
                <c:pt idx="16">
                  <c:v>43305.0</c:v>
                </c:pt>
                <c:pt idx="17">
                  <c:v>43306.0</c:v>
                </c:pt>
                <c:pt idx="18">
                  <c:v>43307.0</c:v>
                </c:pt>
                <c:pt idx="19">
                  <c:v>43308.0</c:v>
                </c:pt>
                <c:pt idx="20">
                  <c:v>43311.0</c:v>
                </c:pt>
                <c:pt idx="21">
                  <c:v>43312.0</c:v>
                </c:pt>
                <c:pt idx="22">
                  <c:v>43313.0</c:v>
                </c:pt>
                <c:pt idx="23">
                  <c:v>43314.0</c:v>
                </c:pt>
                <c:pt idx="24">
                  <c:v>43315.0</c:v>
                </c:pt>
                <c:pt idx="25">
                  <c:v>43318.0</c:v>
                </c:pt>
                <c:pt idx="26">
                  <c:v>43319.0</c:v>
                </c:pt>
                <c:pt idx="27">
                  <c:v>43320.0</c:v>
                </c:pt>
                <c:pt idx="28">
                  <c:v>43321.0</c:v>
                </c:pt>
                <c:pt idx="29">
                  <c:v>43322.0</c:v>
                </c:pt>
                <c:pt idx="30">
                  <c:v>43325.0</c:v>
                </c:pt>
                <c:pt idx="31">
                  <c:v>43326.0</c:v>
                </c:pt>
                <c:pt idx="32">
                  <c:v>43327.0</c:v>
                </c:pt>
                <c:pt idx="33">
                  <c:v>43328.0</c:v>
                </c:pt>
                <c:pt idx="34">
                  <c:v>43329.0</c:v>
                </c:pt>
                <c:pt idx="35">
                  <c:v>43332.0</c:v>
                </c:pt>
                <c:pt idx="36">
                  <c:v>43333.0</c:v>
                </c:pt>
                <c:pt idx="37">
                  <c:v>43334.0</c:v>
                </c:pt>
                <c:pt idx="38">
                  <c:v>43335.0</c:v>
                </c:pt>
                <c:pt idx="39">
                  <c:v>43336.0</c:v>
                </c:pt>
                <c:pt idx="40">
                  <c:v>43339.0</c:v>
                </c:pt>
                <c:pt idx="41">
                  <c:v>43340.0</c:v>
                </c:pt>
                <c:pt idx="42">
                  <c:v>43341.0</c:v>
                </c:pt>
                <c:pt idx="43">
                  <c:v>43342.0</c:v>
                </c:pt>
                <c:pt idx="44">
                  <c:v>43343.0</c:v>
                </c:pt>
                <c:pt idx="45">
                  <c:v>43346.0</c:v>
                </c:pt>
                <c:pt idx="46">
                  <c:v>43347.0</c:v>
                </c:pt>
                <c:pt idx="47">
                  <c:v>43348.0</c:v>
                </c:pt>
                <c:pt idx="48">
                  <c:v>43349.0</c:v>
                </c:pt>
                <c:pt idx="49">
                  <c:v>43353.0</c:v>
                </c:pt>
                <c:pt idx="50">
                  <c:v>43354.0</c:v>
                </c:pt>
                <c:pt idx="51">
                  <c:v>43355.0</c:v>
                </c:pt>
                <c:pt idx="52">
                  <c:v>43356.0</c:v>
                </c:pt>
                <c:pt idx="53">
                  <c:v>43357.0</c:v>
                </c:pt>
                <c:pt idx="54">
                  <c:v>43360.0</c:v>
                </c:pt>
                <c:pt idx="55">
                  <c:v>43361.0</c:v>
                </c:pt>
                <c:pt idx="56">
                  <c:v>43362.0</c:v>
                </c:pt>
                <c:pt idx="57">
                  <c:v>43363.0</c:v>
                </c:pt>
                <c:pt idx="58">
                  <c:v>43364.0</c:v>
                </c:pt>
                <c:pt idx="59">
                  <c:v>43367.0</c:v>
                </c:pt>
                <c:pt idx="60">
                  <c:v>43368.0</c:v>
                </c:pt>
                <c:pt idx="61">
                  <c:v>43369.0</c:v>
                </c:pt>
                <c:pt idx="62">
                  <c:v>43370.0</c:v>
                </c:pt>
                <c:pt idx="63">
                  <c:v>43371.0</c:v>
                </c:pt>
                <c:pt idx="64">
                  <c:v>43374.0</c:v>
                </c:pt>
                <c:pt idx="65">
                  <c:v>43375.0</c:v>
                </c:pt>
                <c:pt idx="66">
                  <c:v>43376.0</c:v>
                </c:pt>
                <c:pt idx="67">
                  <c:v>43377.0</c:v>
                </c:pt>
                <c:pt idx="68">
                  <c:v>43378.0</c:v>
                </c:pt>
                <c:pt idx="69">
                  <c:v>43381.0</c:v>
                </c:pt>
                <c:pt idx="70">
                  <c:v>43382.0</c:v>
                </c:pt>
                <c:pt idx="71">
                  <c:v>43383.0</c:v>
                </c:pt>
                <c:pt idx="72">
                  <c:v>43384.0</c:v>
                </c:pt>
                <c:pt idx="73">
                  <c:v>43388.0</c:v>
                </c:pt>
                <c:pt idx="74">
                  <c:v>43389.0</c:v>
                </c:pt>
                <c:pt idx="75">
                  <c:v>43390.0</c:v>
                </c:pt>
                <c:pt idx="76">
                  <c:v>43391.0</c:v>
                </c:pt>
                <c:pt idx="77">
                  <c:v>43392.0</c:v>
                </c:pt>
                <c:pt idx="78">
                  <c:v>43395.0</c:v>
                </c:pt>
                <c:pt idx="79">
                  <c:v>43396.0</c:v>
                </c:pt>
                <c:pt idx="80">
                  <c:v>43397.0</c:v>
                </c:pt>
                <c:pt idx="81">
                  <c:v>43398.0</c:v>
                </c:pt>
                <c:pt idx="82">
                  <c:v>43399.0</c:v>
                </c:pt>
                <c:pt idx="83">
                  <c:v>43402.0</c:v>
                </c:pt>
                <c:pt idx="84">
                  <c:v>43403.0</c:v>
                </c:pt>
                <c:pt idx="85">
                  <c:v>43404.0</c:v>
                </c:pt>
                <c:pt idx="86">
                  <c:v>43405.0</c:v>
                </c:pt>
                <c:pt idx="87">
                  <c:v>43409.0</c:v>
                </c:pt>
                <c:pt idx="88">
                  <c:v>43410.0</c:v>
                </c:pt>
                <c:pt idx="89">
                  <c:v>43411.0</c:v>
                </c:pt>
                <c:pt idx="90">
                  <c:v>43412.0</c:v>
                </c:pt>
                <c:pt idx="91">
                  <c:v>43413.0</c:v>
                </c:pt>
                <c:pt idx="92">
                  <c:v>43416.0</c:v>
                </c:pt>
                <c:pt idx="93">
                  <c:v>43417.0</c:v>
                </c:pt>
                <c:pt idx="94">
                  <c:v>43418.0</c:v>
                </c:pt>
                <c:pt idx="95">
                  <c:v>43420.0</c:v>
                </c:pt>
                <c:pt idx="96">
                  <c:v>43423.0</c:v>
                </c:pt>
                <c:pt idx="97">
                  <c:v>43425.0</c:v>
                </c:pt>
                <c:pt idx="98">
                  <c:v>43426.0</c:v>
                </c:pt>
                <c:pt idx="99">
                  <c:v>43427.0</c:v>
                </c:pt>
                <c:pt idx="100">
                  <c:v>43430.0</c:v>
                </c:pt>
                <c:pt idx="101">
                  <c:v>43431.0</c:v>
                </c:pt>
                <c:pt idx="102">
                  <c:v>43432.0</c:v>
                </c:pt>
                <c:pt idx="103">
                  <c:v>43433.0</c:v>
                </c:pt>
                <c:pt idx="104">
                  <c:v>43434.0</c:v>
                </c:pt>
                <c:pt idx="105">
                  <c:v>43437.0</c:v>
                </c:pt>
                <c:pt idx="106">
                  <c:v>43438.0</c:v>
                </c:pt>
                <c:pt idx="107">
                  <c:v>43439.0</c:v>
                </c:pt>
                <c:pt idx="108">
                  <c:v>43440.0</c:v>
                </c:pt>
                <c:pt idx="109">
                  <c:v>43441.0</c:v>
                </c:pt>
                <c:pt idx="110">
                  <c:v>43444.0</c:v>
                </c:pt>
                <c:pt idx="111">
                  <c:v>43445.0</c:v>
                </c:pt>
                <c:pt idx="112">
                  <c:v>43446.0</c:v>
                </c:pt>
                <c:pt idx="113">
                  <c:v>43447.0</c:v>
                </c:pt>
                <c:pt idx="114">
                  <c:v>43448.0</c:v>
                </c:pt>
                <c:pt idx="115">
                  <c:v>43451.0</c:v>
                </c:pt>
                <c:pt idx="116">
                  <c:v>43452.0</c:v>
                </c:pt>
                <c:pt idx="117">
                  <c:v>43453.0</c:v>
                </c:pt>
                <c:pt idx="118">
                  <c:v>43454.0</c:v>
                </c:pt>
                <c:pt idx="119">
                  <c:v>43455.0</c:v>
                </c:pt>
                <c:pt idx="120">
                  <c:v>43460.0</c:v>
                </c:pt>
                <c:pt idx="121">
                  <c:v>43461.0</c:v>
                </c:pt>
                <c:pt idx="122">
                  <c:v>43462.0</c:v>
                </c:pt>
                <c:pt idx="123">
                  <c:v>43467.0</c:v>
                </c:pt>
                <c:pt idx="124">
                  <c:v>43468.0</c:v>
                </c:pt>
                <c:pt idx="125">
                  <c:v>43469.0</c:v>
                </c:pt>
                <c:pt idx="126">
                  <c:v>43472.0</c:v>
                </c:pt>
                <c:pt idx="127">
                  <c:v>43473.0</c:v>
                </c:pt>
                <c:pt idx="128">
                  <c:v>43474.0</c:v>
                </c:pt>
                <c:pt idx="129">
                  <c:v>43475.0</c:v>
                </c:pt>
                <c:pt idx="130">
                  <c:v>43476.0</c:v>
                </c:pt>
                <c:pt idx="131">
                  <c:v>43479.0</c:v>
                </c:pt>
                <c:pt idx="132">
                  <c:v>43480.0</c:v>
                </c:pt>
                <c:pt idx="133">
                  <c:v>43481.0</c:v>
                </c:pt>
                <c:pt idx="134">
                  <c:v>43482.0</c:v>
                </c:pt>
                <c:pt idx="135">
                  <c:v>43483.0</c:v>
                </c:pt>
                <c:pt idx="136">
                  <c:v>43486.0</c:v>
                </c:pt>
                <c:pt idx="137">
                  <c:v>43487.0</c:v>
                </c:pt>
                <c:pt idx="138">
                  <c:v>43488.0</c:v>
                </c:pt>
                <c:pt idx="139">
                  <c:v>43489.0</c:v>
                </c:pt>
                <c:pt idx="140">
                  <c:v>43493.0</c:v>
                </c:pt>
                <c:pt idx="141">
                  <c:v>43494.0</c:v>
                </c:pt>
                <c:pt idx="142">
                  <c:v>43495.0</c:v>
                </c:pt>
                <c:pt idx="143">
                  <c:v>43496.0</c:v>
                </c:pt>
                <c:pt idx="144">
                  <c:v>43497.0</c:v>
                </c:pt>
                <c:pt idx="145">
                  <c:v>43500.0</c:v>
                </c:pt>
                <c:pt idx="146">
                  <c:v>43501.0</c:v>
                </c:pt>
                <c:pt idx="147">
                  <c:v>43502.0</c:v>
                </c:pt>
                <c:pt idx="148">
                  <c:v>43503.0</c:v>
                </c:pt>
                <c:pt idx="149">
                  <c:v>43504.0</c:v>
                </c:pt>
                <c:pt idx="150">
                  <c:v>43507.0</c:v>
                </c:pt>
                <c:pt idx="151">
                  <c:v>43508.0</c:v>
                </c:pt>
                <c:pt idx="152">
                  <c:v>43509.0</c:v>
                </c:pt>
                <c:pt idx="153">
                  <c:v>43510.0</c:v>
                </c:pt>
                <c:pt idx="154">
                  <c:v>43511.0</c:v>
                </c:pt>
                <c:pt idx="155">
                  <c:v>43514.0</c:v>
                </c:pt>
                <c:pt idx="156">
                  <c:v>43515.0</c:v>
                </c:pt>
                <c:pt idx="157">
                  <c:v>43516.0</c:v>
                </c:pt>
                <c:pt idx="158">
                  <c:v>43517.0</c:v>
                </c:pt>
                <c:pt idx="159">
                  <c:v>43518.0</c:v>
                </c:pt>
                <c:pt idx="160">
                  <c:v>43521.0</c:v>
                </c:pt>
                <c:pt idx="161">
                  <c:v>43522.0</c:v>
                </c:pt>
                <c:pt idx="162">
                  <c:v>43523.0</c:v>
                </c:pt>
                <c:pt idx="163">
                  <c:v>43524.0</c:v>
                </c:pt>
                <c:pt idx="164">
                  <c:v>43525.0</c:v>
                </c:pt>
                <c:pt idx="165">
                  <c:v>43530.0</c:v>
                </c:pt>
                <c:pt idx="166">
                  <c:v>43531.0</c:v>
                </c:pt>
                <c:pt idx="167">
                  <c:v>43532.0</c:v>
                </c:pt>
                <c:pt idx="168">
                  <c:v>43535.0</c:v>
                </c:pt>
                <c:pt idx="169">
                  <c:v>43536.0</c:v>
                </c:pt>
                <c:pt idx="170">
                  <c:v>43537.0</c:v>
                </c:pt>
                <c:pt idx="171">
                  <c:v>43538.0</c:v>
                </c:pt>
                <c:pt idx="172">
                  <c:v>43539.0</c:v>
                </c:pt>
                <c:pt idx="173">
                  <c:v>43542.0</c:v>
                </c:pt>
                <c:pt idx="174">
                  <c:v>43543.0</c:v>
                </c:pt>
                <c:pt idx="175">
                  <c:v>43544.0</c:v>
                </c:pt>
                <c:pt idx="176">
                  <c:v>43545.0</c:v>
                </c:pt>
                <c:pt idx="177">
                  <c:v>43546.0</c:v>
                </c:pt>
                <c:pt idx="178">
                  <c:v>43549.0</c:v>
                </c:pt>
                <c:pt idx="179">
                  <c:v>43550.0</c:v>
                </c:pt>
                <c:pt idx="180">
                  <c:v>43551.0</c:v>
                </c:pt>
                <c:pt idx="181">
                  <c:v>43552.0</c:v>
                </c:pt>
                <c:pt idx="182">
                  <c:v>43553.0</c:v>
                </c:pt>
                <c:pt idx="183">
                  <c:v>43556.0</c:v>
                </c:pt>
                <c:pt idx="184">
                  <c:v>43557.0</c:v>
                </c:pt>
                <c:pt idx="185">
                  <c:v>43558.0</c:v>
                </c:pt>
                <c:pt idx="186">
                  <c:v>43559.0</c:v>
                </c:pt>
                <c:pt idx="187">
                  <c:v>43560.0</c:v>
                </c:pt>
                <c:pt idx="188">
                  <c:v>43563.0</c:v>
                </c:pt>
                <c:pt idx="189">
                  <c:v>43564.0</c:v>
                </c:pt>
                <c:pt idx="190">
                  <c:v>43565.0</c:v>
                </c:pt>
                <c:pt idx="191">
                  <c:v>43566.0</c:v>
                </c:pt>
                <c:pt idx="192">
                  <c:v>43567.0</c:v>
                </c:pt>
                <c:pt idx="193">
                  <c:v>43570.0</c:v>
                </c:pt>
                <c:pt idx="194">
                  <c:v>43571.0</c:v>
                </c:pt>
                <c:pt idx="195">
                  <c:v>43572.0</c:v>
                </c:pt>
                <c:pt idx="196">
                  <c:v>43573.0</c:v>
                </c:pt>
                <c:pt idx="197">
                  <c:v>43577.0</c:v>
                </c:pt>
                <c:pt idx="198">
                  <c:v>43578.0</c:v>
                </c:pt>
                <c:pt idx="199">
                  <c:v>43579.0</c:v>
                </c:pt>
                <c:pt idx="200">
                  <c:v>43580.0</c:v>
                </c:pt>
                <c:pt idx="201">
                  <c:v>43581.0</c:v>
                </c:pt>
                <c:pt idx="202">
                  <c:v>43584.0</c:v>
                </c:pt>
                <c:pt idx="203">
                  <c:v>43585.0</c:v>
                </c:pt>
                <c:pt idx="204">
                  <c:v>43587.0</c:v>
                </c:pt>
                <c:pt idx="205">
                  <c:v>43588.0</c:v>
                </c:pt>
                <c:pt idx="206">
                  <c:v>43591.0</c:v>
                </c:pt>
                <c:pt idx="207">
                  <c:v>43592.0</c:v>
                </c:pt>
                <c:pt idx="208">
                  <c:v>43593.0</c:v>
                </c:pt>
                <c:pt idx="209">
                  <c:v>43594.0</c:v>
                </c:pt>
                <c:pt idx="210">
                  <c:v>43595.0</c:v>
                </c:pt>
                <c:pt idx="211">
                  <c:v>43598.0</c:v>
                </c:pt>
                <c:pt idx="212">
                  <c:v>43599.0</c:v>
                </c:pt>
                <c:pt idx="213">
                  <c:v>43600.0</c:v>
                </c:pt>
                <c:pt idx="214">
                  <c:v>43601.0</c:v>
                </c:pt>
                <c:pt idx="215">
                  <c:v>43602.0</c:v>
                </c:pt>
                <c:pt idx="216">
                  <c:v>43605.0</c:v>
                </c:pt>
                <c:pt idx="217">
                  <c:v>43606.0</c:v>
                </c:pt>
                <c:pt idx="218">
                  <c:v>43607.0</c:v>
                </c:pt>
                <c:pt idx="219">
                  <c:v>43608.0</c:v>
                </c:pt>
                <c:pt idx="220">
                  <c:v>43609.0</c:v>
                </c:pt>
                <c:pt idx="221">
                  <c:v>43612.0</c:v>
                </c:pt>
                <c:pt idx="222">
                  <c:v>43613.0</c:v>
                </c:pt>
                <c:pt idx="223">
                  <c:v>43614.0</c:v>
                </c:pt>
                <c:pt idx="224">
                  <c:v>43615.0</c:v>
                </c:pt>
                <c:pt idx="225">
                  <c:v>43616.0</c:v>
                </c:pt>
                <c:pt idx="226">
                  <c:v>43619.0</c:v>
                </c:pt>
                <c:pt idx="227">
                  <c:v>43620.0</c:v>
                </c:pt>
                <c:pt idx="228">
                  <c:v>43621.0</c:v>
                </c:pt>
                <c:pt idx="229">
                  <c:v>43622.0</c:v>
                </c:pt>
                <c:pt idx="230">
                  <c:v>43623.0</c:v>
                </c:pt>
                <c:pt idx="231">
                  <c:v>43626.0</c:v>
                </c:pt>
                <c:pt idx="232">
                  <c:v>43627.0</c:v>
                </c:pt>
                <c:pt idx="233">
                  <c:v>43628.0</c:v>
                </c:pt>
                <c:pt idx="234">
                  <c:v>43629.0</c:v>
                </c:pt>
                <c:pt idx="235">
                  <c:v>43630.0</c:v>
                </c:pt>
                <c:pt idx="236">
                  <c:v>43633.0</c:v>
                </c:pt>
                <c:pt idx="237">
                  <c:v>43634.0</c:v>
                </c:pt>
                <c:pt idx="238">
                  <c:v>43635.0</c:v>
                </c:pt>
                <c:pt idx="239">
                  <c:v>43637.0</c:v>
                </c:pt>
                <c:pt idx="240">
                  <c:v>43640.0</c:v>
                </c:pt>
                <c:pt idx="241">
                  <c:v>43641.0</c:v>
                </c:pt>
                <c:pt idx="242">
                  <c:v>43642.0</c:v>
                </c:pt>
                <c:pt idx="243">
                  <c:v>43643.0</c:v>
                </c:pt>
                <c:pt idx="244">
                  <c:v>43644.0</c:v>
                </c:pt>
                <c:pt idx="245">
                  <c:v>43647.0</c:v>
                </c:pt>
                <c:pt idx="246">
                  <c:v>43648.0</c:v>
                </c:pt>
                <c:pt idx="247">
                  <c:v>43649.0</c:v>
                </c:pt>
                <c:pt idx="248">
                  <c:v>43650.0</c:v>
                </c:pt>
                <c:pt idx="249">
                  <c:v>43651.0</c:v>
                </c:pt>
                <c:pt idx="250">
                  <c:v>43654.0</c:v>
                </c:pt>
                <c:pt idx="251">
                  <c:v>43656.0</c:v>
                </c:pt>
                <c:pt idx="252">
                  <c:v>43657.0</c:v>
                </c:pt>
                <c:pt idx="253">
                  <c:v>43658.0</c:v>
                </c:pt>
                <c:pt idx="254">
                  <c:v>43661.0</c:v>
                </c:pt>
                <c:pt idx="255">
                  <c:v>43662.0</c:v>
                </c:pt>
                <c:pt idx="256">
                  <c:v>43663.0</c:v>
                </c:pt>
                <c:pt idx="257">
                  <c:v>43664.0</c:v>
                </c:pt>
                <c:pt idx="258">
                  <c:v>43665.0</c:v>
                </c:pt>
                <c:pt idx="259">
                  <c:v>43668.0</c:v>
                </c:pt>
                <c:pt idx="260">
                  <c:v>43669.0</c:v>
                </c:pt>
                <c:pt idx="261">
                  <c:v>43670.0</c:v>
                </c:pt>
                <c:pt idx="262">
                  <c:v>43671.0</c:v>
                </c:pt>
                <c:pt idx="263">
                  <c:v>43672.0</c:v>
                </c:pt>
                <c:pt idx="264">
                  <c:v>43675.0</c:v>
                </c:pt>
                <c:pt idx="265">
                  <c:v>43676.0</c:v>
                </c:pt>
                <c:pt idx="266">
                  <c:v>43677.0</c:v>
                </c:pt>
                <c:pt idx="267">
                  <c:v>43678.0</c:v>
                </c:pt>
                <c:pt idx="268">
                  <c:v>43679.0</c:v>
                </c:pt>
                <c:pt idx="269">
                  <c:v>43682.0</c:v>
                </c:pt>
                <c:pt idx="270">
                  <c:v>43683.0</c:v>
                </c:pt>
                <c:pt idx="271">
                  <c:v>43684.0</c:v>
                </c:pt>
                <c:pt idx="272">
                  <c:v>43685.0</c:v>
                </c:pt>
                <c:pt idx="273">
                  <c:v>43686.0</c:v>
                </c:pt>
                <c:pt idx="274">
                  <c:v>43689.0</c:v>
                </c:pt>
                <c:pt idx="275">
                  <c:v>43690.0</c:v>
                </c:pt>
                <c:pt idx="276">
                  <c:v>43691.0</c:v>
                </c:pt>
                <c:pt idx="277">
                  <c:v>43692.0</c:v>
                </c:pt>
                <c:pt idx="278">
                  <c:v>43693.0</c:v>
                </c:pt>
                <c:pt idx="279">
                  <c:v>43696.0</c:v>
                </c:pt>
                <c:pt idx="280">
                  <c:v>43697.0</c:v>
                </c:pt>
                <c:pt idx="281">
                  <c:v>43698.0</c:v>
                </c:pt>
                <c:pt idx="282">
                  <c:v>43699.0</c:v>
                </c:pt>
                <c:pt idx="283">
                  <c:v>43700.0</c:v>
                </c:pt>
                <c:pt idx="284">
                  <c:v>43703.0</c:v>
                </c:pt>
                <c:pt idx="285">
                  <c:v>43704.0</c:v>
                </c:pt>
                <c:pt idx="286">
                  <c:v>43705.0</c:v>
                </c:pt>
                <c:pt idx="287">
                  <c:v>43706.0</c:v>
                </c:pt>
                <c:pt idx="288">
                  <c:v>43707.0</c:v>
                </c:pt>
                <c:pt idx="289">
                  <c:v>43710.0</c:v>
                </c:pt>
                <c:pt idx="290">
                  <c:v>43711.0</c:v>
                </c:pt>
                <c:pt idx="291">
                  <c:v>43712.0</c:v>
                </c:pt>
                <c:pt idx="292">
                  <c:v>43713.0</c:v>
                </c:pt>
                <c:pt idx="293">
                  <c:v>43714.0</c:v>
                </c:pt>
                <c:pt idx="294">
                  <c:v>43717.0</c:v>
                </c:pt>
                <c:pt idx="295">
                  <c:v>43718.0</c:v>
                </c:pt>
                <c:pt idx="296">
                  <c:v>43719.0</c:v>
                </c:pt>
                <c:pt idx="297">
                  <c:v>43720.0</c:v>
                </c:pt>
                <c:pt idx="298">
                  <c:v>43721.0</c:v>
                </c:pt>
                <c:pt idx="299">
                  <c:v>43724.0</c:v>
                </c:pt>
                <c:pt idx="300">
                  <c:v>43725.0</c:v>
                </c:pt>
                <c:pt idx="301">
                  <c:v>43726.0</c:v>
                </c:pt>
                <c:pt idx="302">
                  <c:v>43727.0</c:v>
                </c:pt>
                <c:pt idx="303">
                  <c:v>43728.0</c:v>
                </c:pt>
                <c:pt idx="304">
                  <c:v>43731.0</c:v>
                </c:pt>
                <c:pt idx="305">
                  <c:v>43732.0</c:v>
                </c:pt>
                <c:pt idx="306">
                  <c:v>43733.0</c:v>
                </c:pt>
                <c:pt idx="307">
                  <c:v>43734.0</c:v>
                </c:pt>
                <c:pt idx="308">
                  <c:v>43735.0</c:v>
                </c:pt>
                <c:pt idx="309">
                  <c:v>43738.0</c:v>
                </c:pt>
                <c:pt idx="310">
                  <c:v>43739.0</c:v>
                </c:pt>
                <c:pt idx="311">
                  <c:v>43740.0</c:v>
                </c:pt>
                <c:pt idx="312">
                  <c:v>43741.0</c:v>
                </c:pt>
                <c:pt idx="313">
                  <c:v>43742.0</c:v>
                </c:pt>
                <c:pt idx="314">
                  <c:v>43745.0</c:v>
                </c:pt>
                <c:pt idx="315">
                  <c:v>43746.0</c:v>
                </c:pt>
                <c:pt idx="316">
                  <c:v>43747.0</c:v>
                </c:pt>
                <c:pt idx="317">
                  <c:v>43748.0</c:v>
                </c:pt>
                <c:pt idx="318">
                  <c:v>43749.0</c:v>
                </c:pt>
                <c:pt idx="319">
                  <c:v>43752.0</c:v>
                </c:pt>
                <c:pt idx="320">
                  <c:v>43753.0</c:v>
                </c:pt>
                <c:pt idx="321">
                  <c:v>43754.0</c:v>
                </c:pt>
                <c:pt idx="322">
                  <c:v>43755.0</c:v>
                </c:pt>
                <c:pt idx="323">
                  <c:v>43756.0</c:v>
                </c:pt>
                <c:pt idx="324">
                  <c:v>43759.0</c:v>
                </c:pt>
                <c:pt idx="325">
                  <c:v>43760.0</c:v>
                </c:pt>
                <c:pt idx="326">
                  <c:v>43761.0</c:v>
                </c:pt>
                <c:pt idx="327">
                  <c:v>43762.0</c:v>
                </c:pt>
                <c:pt idx="328">
                  <c:v>43763.0</c:v>
                </c:pt>
                <c:pt idx="329">
                  <c:v>43766.0</c:v>
                </c:pt>
                <c:pt idx="330">
                  <c:v>43767.0</c:v>
                </c:pt>
                <c:pt idx="331">
                  <c:v>43768.0</c:v>
                </c:pt>
                <c:pt idx="332">
                  <c:v>43769.0</c:v>
                </c:pt>
                <c:pt idx="333">
                  <c:v>43770.0</c:v>
                </c:pt>
                <c:pt idx="334">
                  <c:v>43773.0</c:v>
                </c:pt>
                <c:pt idx="335">
                  <c:v>43774.0</c:v>
                </c:pt>
                <c:pt idx="336">
                  <c:v>43775.0</c:v>
                </c:pt>
                <c:pt idx="337">
                  <c:v>43776.0</c:v>
                </c:pt>
                <c:pt idx="338">
                  <c:v>43777.0</c:v>
                </c:pt>
                <c:pt idx="339">
                  <c:v>43780.0</c:v>
                </c:pt>
                <c:pt idx="340">
                  <c:v>43781.0</c:v>
                </c:pt>
                <c:pt idx="341">
                  <c:v>43782.0</c:v>
                </c:pt>
                <c:pt idx="342">
                  <c:v>43783.0</c:v>
                </c:pt>
                <c:pt idx="343">
                  <c:v>43787.0</c:v>
                </c:pt>
                <c:pt idx="344">
                  <c:v>43788.0</c:v>
                </c:pt>
                <c:pt idx="345">
                  <c:v>43790.0</c:v>
                </c:pt>
                <c:pt idx="346">
                  <c:v>43791.0</c:v>
                </c:pt>
                <c:pt idx="347">
                  <c:v>43794.0</c:v>
                </c:pt>
                <c:pt idx="348">
                  <c:v>43795.0</c:v>
                </c:pt>
                <c:pt idx="349">
                  <c:v>43796.0</c:v>
                </c:pt>
                <c:pt idx="350">
                  <c:v>43797.0</c:v>
                </c:pt>
                <c:pt idx="351">
                  <c:v>43798.0</c:v>
                </c:pt>
                <c:pt idx="352">
                  <c:v>43801.0</c:v>
                </c:pt>
                <c:pt idx="353">
                  <c:v>43802.0</c:v>
                </c:pt>
                <c:pt idx="354">
                  <c:v>43803.0</c:v>
                </c:pt>
                <c:pt idx="355">
                  <c:v>43804.0</c:v>
                </c:pt>
                <c:pt idx="356">
                  <c:v>43805.0</c:v>
                </c:pt>
                <c:pt idx="357">
                  <c:v>43808.0</c:v>
                </c:pt>
                <c:pt idx="358">
                  <c:v>43809.0</c:v>
                </c:pt>
                <c:pt idx="359">
                  <c:v>43810.0</c:v>
                </c:pt>
                <c:pt idx="360">
                  <c:v>43811.0</c:v>
                </c:pt>
                <c:pt idx="361">
                  <c:v>43812.0</c:v>
                </c:pt>
                <c:pt idx="362">
                  <c:v>43815.0</c:v>
                </c:pt>
                <c:pt idx="363">
                  <c:v>43816.0</c:v>
                </c:pt>
                <c:pt idx="364">
                  <c:v>43817.0</c:v>
                </c:pt>
                <c:pt idx="365">
                  <c:v>43818.0</c:v>
                </c:pt>
                <c:pt idx="366">
                  <c:v>43819.0</c:v>
                </c:pt>
                <c:pt idx="367">
                  <c:v>43822.0</c:v>
                </c:pt>
                <c:pt idx="368">
                  <c:v>43825.0</c:v>
                </c:pt>
                <c:pt idx="369">
                  <c:v>43826.0</c:v>
                </c:pt>
                <c:pt idx="370">
                  <c:v>43829.0</c:v>
                </c:pt>
                <c:pt idx="371">
                  <c:v>43832.0</c:v>
                </c:pt>
                <c:pt idx="372">
                  <c:v>43833.0</c:v>
                </c:pt>
                <c:pt idx="373">
                  <c:v>43836.0</c:v>
                </c:pt>
                <c:pt idx="374">
                  <c:v>43837.0</c:v>
                </c:pt>
                <c:pt idx="375">
                  <c:v>43838.0</c:v>
                </c:pt>
                <c:pt idx="376">
                  <c:v>43839.0</c:v>
                </c:pt>
                <c:pt idx="377">
                  <c:v>43840.0</c:v>
                </c:pt>
                <c:pt idx="378">
                  <c:v>43843.0</c:v>
                </c:pt>
                <c:pt idx="379">
                  <c:v>43844.0</c:v>
                </c:pt>
                <c:pt idx="380">
                  <c:v>43845.0</c:v>
                </c:pt>
                <c:pt idx="381">
                  <c:v>43846.0</c:v>
                </c:pt>
                <c:pt idx="382">
                  <c:v>43847.0</c:v>
                </c:pt>
                <c:pt idx="383">
                  <c:v>43850.0</c:v>
                </c:pt>
                <c:pt idx="384">
                  <c:v>43851.0</c:v>
                </c:pt>
                <c:pt idx="385">
                  <c:v>43852.0</c:v>
                </c:pt>
                <c:pt idx="386">
                  <c:v>43853.0</c:v>
                </c:pt>
                <c:pt idx="387">
                  <c:v>43854.0</c:v>
                </c:pt>
                <c:pt idx="388">
                  <c:v>43857.0</c:v>
                </c:pt>
                <c:pt idx="389">
                  <c:v>43858.0</c:v>
                </c:pt>
                <c:pt idx="390">
                  <c:v>43859.0</c:v>
                </c:pt>
                <c:pt idx="391">
                  <c:v>43860.0</c:v>
                </c:pt>
                <c:pt idx="392">
                  <c:v>43861.0</c:v>
                </c:pt>
                <c:pt idx="393">
                  <c:v>43864.0</c:v>
                </c:pt>
                <c:pt idx="394">
                  <c:v>43865.0</c:v>
                </c:pt>
                <c:pt idx="395">
                  <c:v>43866.0</c:v>
                </c:pt>
                <c:pt idx="396">
                  <c:v>43867.0</c:v>
                </c:pt>
                <c:pt idx="397">
                  <c:v>43868.0</c:v>
                </c:pt>
                <c:pt idx="398">
                  <c:v>43871.0</c:v>
                </c:pt>
                <c:pt idx="399">
                  <c:v>43872.0</c:v>
                </c:pt>
                <c:pt idx="400">
                  <c:v>43873.0</c:v>
                </c:pt>
                <c:pt idx="401">
                  <c:v>43874.0</c:v>
                </c:pt>
                <c:pt idx="402">
                  <c:v>43875.0</c:v>
                </c:pt>
                <c:pt idx="403">
                  <c:v>43878.0</c:v>
                </c:pt>
                <c:pt idx="404">
                  <c:v>43879.0</c:v>
                </c:pt>
                <c:pt idx="405">
                  <c:v>43880.0</c:v>
                </c:pt>
                <c:pt idx="406">
                  <c:v>43881.0</c:v>
                </c:pt>
                <c:pt idx="407">
                  <c:v>43882.0</c:v>
                </c:pt>
                <c:pt idx="408">
                  <c:v>43887.0</c:v>
                </c:pt>
                <c:pt idx="409">
                  <c:v>43888.0</c:v>
                </c:pt>
                <c:pt idx="410">
                  <c:v>43889.0</c:v>
                </c:pt>
                <c:pt idx="411">
                  <c:v>43892.0</c:v>
                </c:pt>
                <c:pt idx="412">
                  <c:v>43893.0</c:v>
                </c:pt>
                <c:pt idx="413">
                  <c:v>43894.0</c:v>
                </c:pt>
                <c:pt idx="414">
                  <c:v>43895.0</c:v>
                </c:pt>
                <c:pt idx="415">
                  <c:v>43896.0</c:v>
                </c:pt>
                <c:pt idx="416">
                  <c:v>43899.0</c:v>
                </c:pt>
                <c:pt idx="417">
                  <c:v>43900.0</c:v>
                </c:pt>
                <c:pt idx="418">
                  <c:v>43901.0</c:v>
                </c:pt>
                <c:pt idx="419">
                  <c:v>43902.0</c:v>
                </c:pt>
                <c:pt idx="420">
                  <c:v>43903.0</c:v>
                </c:pt>
                <c:pt idx="421">
                  <c:v>43906.0</c:v>
                </c:pt>
                <c:pt idx="422">
                  <c:v>43907.0</c:v>
                </c:pt>
                <c:pt idx="423">
                  <c:v>43908.0</c:v>
                </c:pt>
                <c:pt idx="424">
                  <c:v>43909.0</c:v>
                </c:pt>
                <c:pt idx="425">
                  <c:v>43910.0</c:v>
                </c:pt>
                <c:pt idx="426">
                  <c:v>43913.0</c:v>
                </c:pt>
                <c:pt idx="427">
                  <c:v>43914.0</c:v>
                </c:pt>
                <c:pt idx="428">
                  <c:v>43915.0</c:v>
                </c:pt>
                <c:pt idx="429">
                  <c:v>43916.0</c:v>
                </c:pt>
                <c:pt idx="430">
                  <c:v>43917.0</c:v>
                </c:pt>
                <c:pt idx="431">
                  <c:v>43920.0</c:v>
                </c:pt>
                <c:pt idx="432">
                  <c:v>43921.0</c:v>
                </c:pt>
                <c:pt idx="433">
                  <c:v>43922.0</c:v>
                </c:pt>
                <c:pt idx="434">
                  <c:v>43923.0</c:v>
                </c:pt>
                <c:pt idx="435">
                  <c:v>43924.0</c:v>
                </c:pt>
                <c:pt idx="436">
                  <c:v>43927.0</c:v>
                </c:pt>
                <c:pt idx="437">
                  <c:v>43928.0</c:v>
                </c:pt>
                <c:pt idx="438">
                  <c:v>43929.0</c:v>
                </c:pt>
                <c:pt idx="439">
                  <c:v>43930.0</c:v>
                </c:pt>
                <c:pt idx="440">
                  <c:v>43934.0</c:v>
                </c:pt>
                <c:pt idx="441">
                  <c:v>43935.0</c:v>
                </c:pt>
                <c:pt idx="442">
                  <c:v>43936.0</c:v>
                </c:pt>
                <c:pt idx="443">
                  <c:v>43937.0</c:v>
                </c:pt>
                <c:pt idx="444">
                  <c:v>43938.0</c:v>
                </c:pt>
                <c:pt idx="445">
                  <c:v>43941.0</c:v>
                </c:pt>
                <c:pt idx="446">
                  <c:v>43943.0</c:v>
                </c:pt>
                <c:pt idx="447">
                  <c:v>43944.0</c:v>
                </c:pt>
                <c:pt idx="448">
                  <c:v>43945.0</c:v>
                </c:pt>
                <c:pt idx="449">
                  <c:v>43948.0</c:v>
                </c:pt>
                <c:pt idx="450">
                  <c:v>43949.0</c:v>
                </c:pt>
                <c:pt idx="451">
                  <c:v>43950.0</c:v>
                </c:pt>
                <c:pt idx="452">
                  <c:v>43951.0</c:v>
                </c:pt>
                <c:pt idx="453">
                  <c:v>43955.0</c:v>
                </c:pt>
                <c:pt idx="454">
                  <c:v>43956.0</c:v>
                </c:pt>
                <c:pt idx="455">
                  <c:v>43957.0</c:v>
                </c:pt>
                <c:pt idx="456">
                  <c:v>43958.0</c:v>
                </c:pt>
                <c:pt idx="457">
                  <c:v>43959.0</c:v>
                </c:pt>
                <c:pt idx="458">
                  <c:v>43962.0</c:v>
                </c:pt>
                <c:pt idx="459">
                  <c:v>43963.0</c:v>
                </c:pt>
                <c:pt idx="460">
                  <c:v>43964.0</c:v>
                </c:pt>
                <c:pt idx="461">
                  <c:v>43965.0</c:v>
                </c:pt>
                <c:pt idx="462">
                  <c:v>43966.0</c:v>
                </c:pt>
                <c:pt idx="463">
                  <c:v>43969.0</c:v>
                </c:pt>
                <c:pt idx="464">
                  <c:v>43970.0</c:v>
                </c:pt>
                <c:pt idx="465">
                  <c:v>43971.0</c:v>
                </c:pt>
                <c:pt idx="466">
                  <c:v>43972.0</c:v>
                </c:pt>
                <c:pt idx="467">
                  <c:v>43973.0</c:v>
                </c:pt>
                <c:pt idx="468">
                  <c:v>43976.0</c:v>
                </c:pt>
                <c:pt idx="469">
                  <c:v>43977.0</c:v>
                </c:pt>
                <c:pt idx="470">
                  <c:v>43978.0</c:v>
                </c:pt>
                <c:pt idx="471">
                  <c:v>43979.0</c:v>
                </c:pt>
                <c:pt idx="472">
                  <c:v>43980.0</c:v>
                </c:pt>
                <c:pt idx="473">
                  <c:v>43983.0</c:v>
                </c:pt>
                <c:pt idx="474">
                  <c:v>43984.0</c:v>
                </c:pt>
                <c:pt idx="475">
                  <c:v>43985.0</c:v>
                </c:pt>
                <c:pt idx="476">
                  <c:v>43986.0</c:v>
                </c:pt>
                <c:pt idx="477">
                  <c:v>43987.0</c:v>
                </c:pt>
                <c:pt idx="478">
                  <c:v>43990.0</c:v>
                </c:pt>
                <c:pt idx="479">
                  <c:v>43991.0</c:v>
                </c:pt>
                <c:pt idx="480">
                  <c:v>43992.0</c:v>
                </c:pt>
                <c:pt idx="481">
                  <c:v>43994.0</c:v>
                </c:pt>
                <c:pt idx="482">
                  <c:v>43997.0</c:v>
                </c:pt>
                <c:pt idx="483">
                  <c:v>43998.0</c:v>
                </c:pt>
                <c:pt idx="484">
                  <c:v>43999.0</c:v>
                </c:pt>
                <c:pt idx="485">
                  <c:v>44000.0</c:v>
                </c:pt>
                <c:pt idx="486">
                  <c:v>44001.0</c:v>
                </c:pt>
                <c:pt idx="487">
                  <c:v>44004.0</c:v>
                </c:pt>
                <c:pt idx="488">
                  <c:v>44005.0</c:v>
                </c:pt>
                <c:pt idx="489">
                  <c:v>44006.0</c:v>
                </c:pt>
                <c:pt idx="490">
                  <c:v>44007.0</c:v>
                </c:pt>
                <c:pt idx="491">
                  <c:v>44008.0</c:v>
                </c:pt>
                <c:pt idx="492">
                  <c:v>44011.0</c:v>
                </c:pt>
                <c:pt idx="493">
                  <c:v>44012.0</c:v>
                </c:pt>
                <c:pt idx="494">
                  <c:v>44013.0</c:v>
                </c:pt>
                <c:pt idx="495">
                  <c:v>44014.0</c:v>
                </c:pt>
                <c:pt idx="496">
                  <c:v>44015.0</c:v>
                </c:pt>
                <c:pt idx="497">
                  <c:v>44018.0</c:v>
                </c:pt>
                <c:pt idx="498">
                  <c:v>44019.0</c:v>
                </c:pt>
                <c:pt idx="499">
                  <c:v>44020.0</c:v>
                </c:pt>
                <c:pt idx="500">
                  <c:v>44021.0</c:v>
                </c:pt>
                <c:pt idx="501">
                  <c:v>44022.0</c:v>
                </c:pt>
                <c:pt idx="502">
                  <c:v>44025.0</c:v>
                </c:pt>
                <c:pt idx="503">
                  <c:v>44026.0</c:v>
                </c:pt>
                <c:pt idx="504">
                  <c:v>44027.0</c:v>
                </c:pt>
                <c:pt idx="505">
                  <c:v>44028.0</c:v>
                </c:pt>
                <c:pt idx="506">
                  <c:v>44029.0</c:v>
                </c:pt>
                <c:pt idx="507">
                  <c:v>44032.0</c:v>
                </c:pt>
                <c:pt idx="508">
                  <c:v>44033.0</c:v>
                </c:pt>
                <c:pt idx="509">
                  <c:v>44034.0</c:v>
                </c:pt>
                <c:pt idx="510">
                  <c:v>44035.0</c:v>
                </c:pt>
                <c:pt idx="511">
                  <c:v>44036.0</c:v>
                </c:pt>
                <c:pt idx="512">
                  <c:v>44039.0</c:v>
                </c:pt>
                <c:pt idx="513">
                  <c:v>44040.0</c:v>
                </c:pt>
                <c:pt idx="514">
                  <c:v>44041.0</c:v>
                </c:pt>
                <c:pt idx="515">
                  <c:v>44042.0</c:v>
                </c:pt>
                <c:pt idx="516">
                  <c:v>44043.0</c:v>
                </c:pt>
                <c:pt idx="517">
                  <c:v>44046.0</c:v>
                </c:pt>
                <c:pt idx="518">
                  <c:v>44047.0</c:v>
                </c:pt>
                <c:pt idx="519">
                  <c:v>44048.0</c:v>
                </c:pt>
                <c:pt idx="520">
                  <c:v>44049.0</c:v>
                </c:pt>
                <c:pt idx="521">
                  <c:v>44050.0</c:v>
                </c:pt>
                <c:pt idx="522">
                  <c:v>44053.0</c:v>
                </c:pt>
                <c:pt idx="523">
                  <c:v>44054.0</c:v>
                </c:pt>
                <c:pt idx="524">
                  <c:v>44055.0</c:v>
                </c:pt>
                <c:pt idx="525">
                  <c:v>44056.0</c:v>
                </c:pt>
                <c:pt idx="526">
                  <c:v>44057.0</c:v>
                </c:pt>
                <c:pt idx="527">
                  <c:v>44060.0</c:v>
                </c:pt>
                <c:pt idx="528">
                  <c:v>44061.0</c:v>
                </c:pt>
                <c:pt idx="529">
                  <c:v>44062.0</c:v>
                </c:pt>
                <c:pt idx="530">
                  <c:v>44063.0</c:v>
                </c:pt>
                <c:pt idx="531">
                  <c:v>44064.0</c:v>
                </c:pt>
                <c:pt idx="532">
                  <c:v>44067.0</c:v>
                </c:pt>
                <c:pt idx="533">
                  <c:v>44068.0</c:v>
                </c:pt>
                <c:pt idx="534">
                  <c:v>44069.0</c:v>
                </c:pt>
                <c:pt idx="535">
                  <c:v>44070.0</c:v>
                </c:pt>
                <c:pt idx="536">
                  <c:v>44071.0</c:v>
                </c:pt>
                <c:pt idx="537">
                  <c:v>44074.0</c:v>
                </c:pt>
                <c:pt idx="538">
                  <c:v>44075.0</c:v>
                </c:pt>
                <c:pt idx="539">
                  <c:v>44076.0</c:v>
                </c:pt>
                <c:pt idx="540">
                  <c:v>44077.0</c:v>
                </c:pt>
                <c:pt idx="541">
                  <c:v>44078.0</c:v>
                </c:pt>
                <c:pt idx="542">
                  <c:v>44082.0</c:v>
                </c:pt>
                <c:pt idx="543">
                  <c:v>44083.0</c:v>
                </c:pt>
                <c:pt idx="544">
                  <c:v>44084.0</c:v>
                </c:pt>
                <c:pt idx="545">
                  <c:v>44085.0</c:v>
                </c:pt>
                <c:pt idx="546">
                  <c:v>44088.0</c:v>
                </c:pt>
                <c:pt idx="547">
                  <c:v>44089.0</c:v>
                </c:pt>
                <c:pt idx="548">
                  <c:v>44090.0</c:v>
                </c:pt>
                <c:pt idx="549">
                  <c:v>44091.0</c:v>
                </c:pt>
                <c:pt idx="550">
                  <c:v>44092.0</c:v>
                </c:pt>
                <c:pt idx="551">
                  <c:v>44095.0</c:v>
                </c:pt>
                <c:pt idx="552">
                  <c:v>44096.0</c:v>
                </c:pt>
                <c:pt idx="553">
                  <c:v>44097.0</c:v>
                </c:pt>
                <c:pt idx="554">
                  <c:v>44098.0</c:v>
                </c:pt>
                <c:pt idx="555">
                  <c:v>44099.0</c:v>
                </c:pt>
                <c:pt idx="556">
                  <c:v>44102.0</c:v>
                </c:pt>
                <c:pt idx="557">
                  <c:v>44103.0</c:v>
                </c:pt>
                <c:pt idx="558">
                  <c:v>44104.0</c:v>
                </c:pt>
                <c:pt idx="559">
                  <c:v>44105.0</c:v>
                </c:pt>
                <c:pt idx="560">
                  <c:v>44106.0</c:v>
                </c:pt>
                <c:pt idx="561">
                  <c:v>44109.0</c:v>
                </c:pt>
                <c:pt idx="562">
                  <c:v>44110.0</c:v>
                </c:pt>
                <c:pt idx="563">
                  <c:v>44111.0</c:v>
                </c:pt>
                <c:pt idx="564">
                  <c:v>44112.0</c:v>
                </c:pt>
                <c:pt idx="565">
                  <c:v>44113.0</c:v>
                </c:pt>
                <c:pt idx="566">
                  <c:v>44117.0</c:v>
                </c:pt>
                <c:pt idx="567">
                  <c:v>44118.0</c:v>
                </c:pt>
                <c:pt idx="568">
                  <c:v>44119.0</c:v>
                </c:pt>
                <c:pt idx="569">
                  <c:v>44120.0</c:v>
                </c:pt>
                <c:pt idx="570">
                  <c:v>44123.0</c:v>
                </c:pt>
                <c:pt idx="571">
                  <c:v>44124.0</c:v>
                </c:pt>
                <c:pt idx="572">
                  <c:v>44125.0</c:v>
                </c:pt>
                <c:pt idx="573">
                  <c:v>44126.0</c:v>
                </c:pt>
                <c:pt idx="574">
                  <c:v>44127.0</c:v>
                </c:pt>
                <c:pt idx="575">
                  <c:v>44130.0</c:v>
                </c:pt>
                <c:pt idx="576">
                  <c:v>44131.0</c:v>
                </c:pt>
                <c:pt idx="577">
                  <c:v>44132.0</c:v>
                </c:pt>
                <c:pt idx="578">
                  <c:v>44133.0</c:v>
                </c:pt>
                <c:pt idx="579">
                  <c:v>44134.0</c:v>
                </c:pt>
                <c:pt idx="580">
                  <c:v>44138.0</c:v>
                </c:pt>
                <c:pt idx="581">
                  <c:v>44139.0</c:v>
                </c:pt>
                <c:pt idx="582">
                  <c:v>44140.0</c:v>
                </c:pt>
                <c:pt idx="583">
                  <c:v>44141.0</c:v>
                </c:pt>
                <c:pt idx="584">
                  <c:v>44144.0</c:v>
                </c:pt>
                <c:pt idx="585">
                  <c:v>44145.0</c:v>
                </c:pt>
                <c:pt idx="586">
                  <c:v>44146.0</c:v>
                </c:pt>
                <c:pt idx="587">
                  <c:v>44147.0</c:v>
                </c:pt>
                <c:pt idx="588">
                  <c:v>44148.0</c:v>
                </c:pt>
                <c:pt idx="589">
                  <c:v>44151.0</c:v>
                </c:pt>
                <c:pt idx="590">
                  <c:v>44152.0</c:v>
                </c:pt>
                <c:pt idx="591">
                  <c:v>44153.0</c:v>
                </c:pt>
                <c:pt idx="592">
                  <c:v>44154.0</c:v>
                </c:pt>
                <c:pt idx="593">
                  <c:v>44155.0</c:v>
                </c:pt>
                <c:pt idx="594">
                  <c:v>44158.0</c:v>
                </c:pt>
                <c:pt idx="595">
                  <c:v>44159.0</c:v>
                </c:pt>
                <c:pt idx="596">
                  <c:v>44160.0</c:v>
                </c:pt>
                <c:pt idx="597">
                  <c:v>44161.0</c:v>
                </c:pt>
                <c:pt idx="598">
                  <c:v>44162.0</c:v>
                </c:pt>
                <c:pt idx="599">
                  <c:v>44165.0</c:v>
                </c:pt>
                <c:pt idx="600">
                  <c:v>44166.0</c:v>
                </c:pt>
                <c:pt idx="601">
                  <c:v>44167.0</c:v>
                </c:pt>
                <c:pt idx="602">
                  <c:v>44168.0</c:v>
                </c:pt>
                <c:pt idx="603">
                  <c:v>44169.0</c:v>
                </c:pt>
                <c:pt idx="604">
                  <c:v>44172.0</c:v>
                </c:pt>
                <c:pt idx="605">
                  <c:v>44173.0</c:v>
                </c:pt>
                <c:pt idx="606">
                  <c:v>44174.0</c:v>
                </c:pt>
                <c:pt idx="607">
                  <c:v>44175.0</c:v>
                </c:pt>
                <c:pt idx="608">
                  <c:v>44176.0</c:v>
                </c:pt>
                <c:pt idx="609">
                  <c:v>44179.0</c:v>
                </c:pt>
                <c:pt idx="610">
                  <c:v>44180.0</c:v>
                </c:pt>
                <c:pt idx="611">
                  <c:v>44181.0</c:v>
                </c:pt>
                <c:pt idx="612">
                  <c:v>44182.0</c:v>
                </c:pt>
                <c:pt idx="613">
                  <c:v>44183.0</c:v>
                </c:pt>
                <c:pt idx="614">
                  <c:v>44186.0</c:v>
                </c:pt>
                <c:pt idx="615">
                  <c:v>44187.0</c:v>
                </c:pt>
                <c:pt idx="616">
                  <c:v>44188.0</c:v>
                </c:pt>
                <c:pt idx="617">
                  <c:v>44193.0</c:v>
                </c:pt>
                <c:pt idx="618">
                  <c:v>44194.0</c:v>
                </c:pt>
                <c:pt idx="619">
                  <c:v>44195.0</c:v>
                </c:pt>
                <c:pt idx="620">
                  <c:v>44200.0</c:v>
                </c:pt>
                <c:pt idx="621">
                  <c:v>44201.0</c:v>
                </c:pt>
                <c:pt idx="622">
                  <c:v>44202.0</c:v>
                </c:pt>
                <c:pt idx="623">
                  <c:v>44203.0</c:v>
                </c:pt>
                <c:pt idx="624">
                  <c:v>44204.0</c:v>
                </c:pt>
                <c:pt idx="625">
                  <c:v>44207.0</c:v>
                </c:pt>
                <c:pt idx="626">
                  <c:v>44208.0</c:v>
                </c:pt>
                <c:pt idx="627">
                  <c:v>44209.0</c:v>
                </c:pt>
                <c:pt idx="628">
                  <c:v>44210.0</c:v>
                </c:pt>
                <c:pt idx="629">
                  <c:v>44211.0</c:v>
                </c:pt>
                <c:pt idx="630">
                  <c:v>44214.0</c:v>
                </c:pt>
                <c:pt idx="631">
                  <c:v>44215.0</c:v>
                </c:pt>
                <c:pt idx="632">
                  <c:v>44216.0</c:v>
                </c:pt>
                <c:pt idx="633">
                  <c:v>44217.0</c:v>
                </c:pt>
                <c:pt idx="634">
                  <c:v>44218.0</c:v>
                </c:pt>
                <c:pt idx="635">
                  <c:v>44222.0</c:v>
                </c:pt>
                <c:pt idx="636">
                  <c:v>44223.0</c:v>
                </c:pt>
                <c:pt idx="637">
                  <c:v>44224.0</c:v>
                </c:pt>
                <c:pt idx="638">
                  <c:v>44225.0</c:v>
                </c:pt>
                <c:pt idx="639">
                  <c:v>44228.0</c:v>
                </c:pt>
                <c:pt idx="640">
                  <c:v>44229.0</c:v>
                </c:pt>
                <c:pt idx="641">
                  <c:v>44230.0</c:v>
                </c:pt>
                <c:pt idx="642">
                  <c:v>44231.0</c:v>
                </c:pt>
                <c:pt idx="643">
                  <c:v>44232.0</c:v>
                </c:pt>
                <c:pt idx="644">
                  <c:v>44235.0</c:v>
                </c:pt>
                <c:pt idx="645">
                  <c:v>44236.0</c:v>
                </c:pt>
                <c:pt idx="646">
                  <c:v>44237.0</c:v>
                </c:pt>
                <c:pt idx="647">
                  <c:v>44238.0</c:v>
                </c:pt>
                <c:pt idx="648">
                  <c:v>44239.0</c:v>
                </c:pt>
                <c:pt idx="649">
                  <c:v>44244.0</c:v>
                </c:pt>
                <c:pt idx="650">
                  <c:v>44245.0</c:v>
                </c:pt>
                <c:pt idx="651">
                  <c:v>44246.0</c:v>
                </c:pt>
                <c:pt idx="652">
                  <c:v>44249.0</c:v>
                </c:pt>
                <c:pt idx="653">
                  <c:v>44250.0</c:v>
                </c:pt>
                <c:pt idx="654">
                  <c:v>44251.0</c:v>
                </c:pt>
                <c:pt idx="655">
                  <c:v>44252.0</c:v>
                </c:pt>
                <c:pt idx="656">
                  <c:v>44253.0</c:v>
                </c:pt>
                <c:pt idx="657">
                  <c:v>44256.0</c:v>
                </c:pt>
                <c:pt idx="658">
                  <c:v>44257.0</c:v>
                </c:pt>
                <c:pt idx="659">
                  <c:v>44258.0</c:v>
                </c:pt>
                <c:pt idx="660">
                  <c:v>44259.0</c:v>
                </c:pt>
                <c:pt idx="661">
                  <c:v>44260.0</c:v>
                </c:pt>
                <c:pt idx="662">
                  <c:v>44263.0</c:v>
                </c:pt>
                <c:pt idx="663">
                  <c:v>44264.0</c:v>
                </c:pt>
                <c:pt idx="664">
                  <c:v>44265.0</c:v>
                </c:pt>
                <c:pt idx="665">
                  <c:v>44266.0</c:v>
                </c:pt>
                <c:pt idx="666">
                  <c:v>44267.0</c:v>
                </c:pt>
                <c:pt idx="667">
                  <c:v>44270.0</c:v>
                </c:pt>
                <c:pt idx="668">
                  <c:v>44271.0</c:v>
                </c:pt>
                <c:pt idx="669">
                  <c:v>44272.0</c:v>
                </c:pt>
                <c:pt idx="670">
                  <c:v>44273.0</c:v>
                </c:pt>
                <c:pt idx="671">
                  <c:v>44274.0</c:v>
                </c:pt>
                <c:pt idx="672">
                  <c:v>44277.0</c:v>
                </c:pt>
                <c:pt idx="673">
                  <c:v>44278.0</c:v>
                </c:pt>
                <c:pt idx="674">
                  <c:v>44279.0</c:v>
                </c:pt>
                <c:pt idx="675">
                  <c:v>44280.0</c:v>
                </c:pt>
                <c:pt idx="676">
                  <c:v>44281.0</c:v>
                </c:pt>
                <c:pt idx="677">
                  <c:v>44284.0</c:v>
                </c:pt>
                <c:pt idx="678">
                  <c:v>44285.0</c:v>
                </c:pt>
                <c:pt idx="679">
                  <c:v>44286.0</c:v>
                </c:pt>
                <c:pt idx="680">
                  <c:v>44287.0</c:v>
                </c:pt>
                <c:pt idx="681">
                  <c:v>44291.0</c:v>
                </c:pt>
                <c:pt idx="682">
                  <c:v>44292.0</c:v>
                </c:pt>
                <c:pt idx="683">
                  <c:v>44293.0</c:v>
                </c:pt>
                <c:pt idx="684">
                  <c:v>44294.0</c:v>
                </c:pt>
                <c:pt idx="685">
                  <c:v>44295.0</c:v>
                </c:pt>
                <c:pt idx="686">
                  <c:v>44298.0</c:v>
                </c:pt>
                <c:pt idx="687">
                  <c:v>44299.0</c:v>
                </c:pt>
                <c:pt idx="688">
                  <c:v>44300.0</c:v>
                </c:pt>
                <c:pt idx="689">
                  <c:v>44301.0</c:v>
                </c:pt>
                <c:pt idx="690">
                  <c:v>44302.0</c:v>
                </c:pt>
                <c:pt idx="691">
                  <c:v>44305.0</c:v>
                </c:pt>
                <c:pt idx="692">
                  <c:v>44306.0</c:v>
                </c:pt>
                <c:pt idx="693">
                  <c:v>44308.0</c:v>
                </c:pt>
                <c:pt idx="694">
                  <c:v>44309.0</c:v>
                </c:pt>
                <c:pt idx="695">
                  <c:v>44312.0</c:v>
                </c:pt>
                <c:pt idx="696">
                  <c:v>44313.0</c:v>
                </c:pt>
                <c:pt idx="697">
                  <c:v>44314.0</c:v>
                </c:pt>
                <c:pt idx="698">
                  <c:v>44315.0</c:v>
                </c:pt>
                <c:pt idx="699">
                  <c:v>44316.0</c:v>
                </c:pt>
                <c:pt idx="700">
                  <c:v>44319.0</c:v>
                </c:pt>
                <c:pt idx="701">
                  <c:v>44320.0</c:v>
                </c:pt>
                <c:pt idx="702">
                  <c:v>44321.0</c:v>
                </c:pt>
                <c:pt idx="703">
                  <c:v>44322.0</c:v>
                </c:pt>
                <c:pt idx="704">
                  <c:v>44323.0</c:v>
                </c:pt>
                <c:pt idx="705">
                  <c:v>44326.0</c:v>
                </c:pt>
                <c:pt idx="706">
                  <c:v>44327.0</c:v>
                </c:pt>
                <c:pt idx="707">
                  <c:v>44328.0</c:v>
                </c:pt>
                <c:pt idx="708">
                  <c:v>44329.0</c:v>
                </c:pt>
                <c:pt idx="709">
                  <c:v>44330.0</c:v>
                </c:pt>
                <c:pt idx="710">
                  <c:v>44333.0</c:v>
                </c:pt>
                <c:pt idx="711">
                  <c:v>44334.0</c:v>
                </c:pt>
                <c:pt idx="712">
                  <c:v>44335.0</c:v>
                </c:pt>
                <c:pt idx="713">
                  <c:v>44336.0</c:v>
                </c:pt>
                <c:pt idx="714">
                  <c:v>44337.0</c:v>
                </c:pt>
                <c:pt idx="715">
                  <c:v>44340.0</c:v>
                </c:pt>
                <c:pt idx="716">
                  <c:v>44341.0</c:v>
                </c:pt>
                <c:pt idx="717">
                  <c:v>44342.0</c:v>
                </c:pt>
                <c:pt idx="718">
                  <c:v>44343.0</c:v>
                </c:pt>
                <c:pt idx="719">
                  <c:v>44344.0</c:v>
                </c:pt>
                <c:pt idx="720">
                  <c:v>44347.0</c:v>
                </c:pt>
                <c:pt idx="721">
                  <c:v>44348.0</c:v>
                </c:pt>
                <c:pt idx="722">
                  <c:v>44349.0</c:v>
                </c:pt>
                <c:pt idx="723">
                  <c:v>44351.0</c:v>
                </c:pt>
                <c:pt idx="724">
                  <c:v>44354.0</c:v>
                </c:pt>
                <c:pt idx="725">
                  <c:v>44355.0</c:v>
                </c:pt>
                <c:pt idx="726">
                  <c:v>44356.0</c:v>
                </c:pt>
                <c:pt idx="727">
                  <c:v>44357.0</c:v>
                </c:pt>
                <c:pt idx="728">
                  <c:v>44358.0</c:v>
                </c:pt>
                <c:pt idx="729">
                  <c:v>44361.0</c:v>
                </c:pt>
                <c:pt idx="730">
                  <c:v>44362.0</c:v>
                </c:pt>
                <c:pt idx="731">
                  <c:v>44363.0</c:v>
                </c:pt>
                <c:pt idx="732">
                  <c:v>44364.0</c:v>
                </c:pt>
                <c:pt idx="733">
                  <c:v>44365.0</c:v>
                </c:pt>
                <c:pt idx="734">
                  <c:v>44368.0</c:v>
                </c:pt>
                <c:pt idx="735">
                  <c:v>44369.0</c:v>
                </c:pt>
                <c:pt idx="736">
                  <c:v>44370.0</c:v>
                </c:pt>
                <c:pt idx="737">
                  <c:v>44371.0</c:v>
                </c:pt>
                <c:pt idx="738">
                  <c:v>44372.0</c:v>
                </c:pt>
                <c:pt idx="739">
                  <c:v>44375.0</c:v>
                </c:pt>
                <c:pt idx="740">
                  <c:v>44376.0</c:v>
                </c:pt>
                <c:pt idx="741">
                  <c:v>44377.0</c:v>
                </c:pt>
                <c:pt idx="742">
                  <c:v>44378.0</c:v>
                </c:pt>
                <c:pt idx="743">
                  <c:v>44379.0</c:v>
                </c:pt>
                <c:pt idx="744">
                  <c:v>44382.0</c:v>
                </c:pt>
                <c:pt idx="745">
                  <c:v>44383.0</c:v>
                </c:pt>
                <c:pt idx="746">
                  <c:v>44384.0</c:v>
                </c:pt>
                <c:pt idx="747">
                  <c:v>44385.0</c:v>
                </c:pt>
                <c:pt idx="748">
                  <c:v>44389.0</c:v>
                </c:pt>
                <c:pt idx="749">
                  <c:v>44390.0</c:v>
                </c:pt>
                <c:pt idx="750">
                  <c:v>44391.0</c:v>
                </c:pt>
                <c:pt idx="751">
                  <c:v>44392.0</c:v>
                </c:pt>
                <c:pt idx="752">
                  <c:v>44393.0</c:v>
                </c:pt>
                <c:pt idx="753">
                  <c:v>44396.0</c:v>
                </c:pt>
                <c:pt idx="754">
                  <c:v>44397.0</c:v>
                </c:pt>
                <c:pt idx="755">
                  <c:v>44398.0</c:v>
                </c:pt>
                <c:pt idx="756">
                  <c:v>44399.0</c:v>
                </c:pt>
                <c:pt idx="757">
                  <c:v>44400.0</c:v>
                </c:pt>
                <c:pt idx="758">
                  <c:v>44403.0</c:v>
                </c:pt>
                <c:pt idx="759">
                  <c:v>44404.0</c:v>
                </c:pt>
                <c:pt idx="760">
                  <c:v>44405.0</c:v>
                </c:pt>
                <c:pt idx="761">
                  <c:v>44406.0</c:v>
                </c:pt>
                <c:pt idx="762">
                  <c:v>44407.0</c:v>
                </c:pt>
                <c:pt idx="763">
                  <c:v>44410.0</c:v>
                </c:pt>
                <c:pt idx="764">
                  <c:v>44411.0</c:v>
                </c:pt>
                <c:pt idx="765">
                  <c:v>44412.0</c:v>
                </c:pt>
                <c:pt idx="766">
                  <c:v>44413.0</c:v>
                </c:pt>
                <c:pt idx="767">
                  <c:v>44414.0</c:v>
                </c:pt>
                <c:pt idx="768">
                  <c:v>44417.0</c:v>
                </c:pt>
                <c:pt idx="769">
                  <c:v>44418.0</c:v>
                </c:pt>
                <c:pt idx="770">
                  <c:v>44419.0</c:v>
                </c:pt>
                <c:pt idx="771">
                  <c:v>44420.0</c:v>
                </c:pt>
                <c:pt idx="772">
                  <c:v>44421.0</c:v>
                </c:pt>
                <c:pt idx="773">
                  <c:v>44424.0</c:v>
                </c:pt>
                <c:pt idx="774">
                  <c:v>44425.0</c:v>
                </c:pt>
                <c:pt idx="775">
                  <c:v>44426.0</c:v>
                </c:pt>
                <c:pt idx="776">
                  <c:v>44427.0</c:v>
                </c:pt>
                <c:pt idx="777">
                  <c:v>44428.0</c:v>
                </c:pt>
                <c:pt idx="778">
                  <c:v>44431.0</c:v>
                </c:pt>
                <c:pt idx="779">
                  <c:v>44432.0</c:v>
                </c:pt>
                <c:pt idx="780">
                  <c:v>44433.0</c:v>
                </c:pt>
                <c:pt idx="781">
                  <c:v>44434.0</c:v>
                </c:pt>
                <c:pt idx="782">
                  <c:v>44435.0</c:v>
                </c:pt>
                <c:pt idx="783">
                  <c:v>44438.0</c:v>
                </c:pt>
                <c:pt idx="784">
                  <c:v>44439.0</c:v>
                </c:pt>
                <c:pt idx="785">
                  <c:v>44440.0</c:v>
                </c:pt>
                <c:pt idx="786">
                  <c:v>44441.0</c:v>
                </c:pt>
                <c:pt idx="787">
                  <c:v>44442.0</c:v>
                </c:pt>
                <c:pt idx="788">
                  <c:v>44445.0</c:v>
                </c:pt>
                <c:pt idx="789">
                  <c:v>44447.0</c:v>
                </c:pt>
                <c:pt idx="790">
                  <c:v>44448.0</c:v>
                </c:pt>
                <c:pt idx="791">
                  <c:v>44449.0</c:v>
                </c:pt>
                <c:pt idx="792">
                  <c:v>44452.0</c:v>
                </c:pt>
                <c:pt idx="793">
                  <c:v>44453.0</c:v>
                </c:pt>
                <c:pt idx="794">
                  <c:v>44454.0</c:v>
                </c:pt>
                <c:pt idx="795">
                  <c:v>44455.0</c:v>
                </c:pt>
                <c:pt idx="796">
                  <c:v>44456.0</c:v>
                </c:pt>
                <c:pt idx="797">
                  <c:v>44459.0</c:v>
                </c:pt>
                <c:pt idx="798">
                  <c:v>44460.0</c:v>
                </c:pt>
                <c:pt idx="799">
                  <c:v>44461.0</c:v>
                </c:pt>
                <c:pt idx="800">
                  <c:v>44462.0</c:v>
                </c:pt>
                <c:pt idx="801">
                  <c:v>44463.0</c:v>
                </c:pt>
                <c:pt idx="802">
                  <c:v>44466.0</c:v>
                </c:pt>
                <c:pt idx="803">
                  <c:v>44467.0</c:v>
                </c:pt>
                <c:pt idx="804">
                  <c:v>44468.0</c:v>
                </c:pt>
                <c:pt idx="805">
                  <c:v>44469.0</c:v>
                </c:pt>
                <c:pt idx="806">
                  <c:v>44470.0</c:v>
                </c:pt>
                <c:pt idx="807">
                  <c:v>44473.0</c:v>
                </c:pt>
                <c:pt idx="808">
                  <c:v>44474.0</c:v>
                </c:pt>
                <c:pt idx="809">
                  <c:v>44475.0</c:v>
                </c:pt>
                <c:pt idx="810">
                  <c:v>44476.0</c:v>
                </c:pt>
                <c:pt idx="811">
                  <c:v>44477.0</c:v>
                </c:pt>
                <c:pt idx="812">
                  <c:v>44480.0</c:v>
                </c:pt>
                <c:pt idx="813">
                  <c:v>44482.0</c:v>
                </c:pt>
                <c:pt idx="814">
                  <c:v>44483.0</c:v>
                </c:pt>
                <c:pt idx="815">
                  <c:v>44484.0</c:v>
                </c:pt>
                <c:pt idx="816">
                  <c:v>44487.0</c:v>
                </c:pt>
                <c:pt idx="817">
                  <c:v>44488.0</c:v>
                </c:pt>
                <c:pt idx="818">
                  <c:v>44489.0</c:v>
                </c:pt>
                <c:pt idx="819">
                  <c:v>44490.0</c:v>
                </c:pt>
                <c:pt idx="820">
                  <c:v>44491.0</c:v>
                </c:pt>
                <c:pt idx="821">
                  <c:v>44494.0</c:v>
                </c:pt>
                <c:pt idx="822">
                  <c:v>44495.0</c:v>
                </c:pt>
                <c:pt idx="823">
                  <c:v>44496.0</c:v>
                </c:pt>
                <c:pt idx="824">
                  <c:v>44497.0</c:v>
                </c:pt>
                <c:pt idx="825">
                  <c:v>44498.0</c:v>
                </c:pt>
                <c:pt idx="826">
                  <c:v>44501.0</c:v>
                </c:pt>
                <c:pt idx="827">
                  <c:v>44503.0</c:v>
                </c:pt>
                <c:pt idx="828">
                  <c:v>44504.0</c:v>
                </c:pt>
                <c:pt idx="829">
                  <c:v>44505.0</c:v>
                </c:pt>
                <c:pt idx="830">
                  <c:v>44508.0</c:v>
                </c:pt>
                <c:pt idx="831">
                  <c:v>44509.0</c:v>
                </c:pt>
                <c:pt idx="832">
                  <c:v>44510.0</c:v>
                </c:pt>
                <c:pt idx="833">
                  <c:v>44511.0</c:v>
                </c:pt>
                <c:pt idx="834">
                  <c:v>44512.0</c:v>
                </c:pt>
                <c:pt idx="835">
                  <c:v>44516.0</c:v>
                </c:pt>
                <c:pt idx="836">
                  <c:v>44517.0</c:v>
                </c:pt>
                <c:pt idx="837">
                  <c:v>44518.0</c:v>
                </c:pt>
                <c:pt idx="838">
                  <c:v>44519.0</c:v>
                </c:pt>
                <c:pt idx="839">
                  <c:v>44522.0</c:v>
                </c:pt>
                <c:pt idx="840">
                  <c:v>44523.0</c:v>
                </c:pt>
                <c:pt idx="841">
                  <c:v>44524.0</c:v>
                </c:pt>
                <c:pt idx="842">
                  <c:v>44525.0</c:v>
                </c:pt>
                <c:pt idx="843">
                  <c:v>44526.0</c:v>
                </c:pt>
                <c:pt idx="844">
                  <c:v>44529.0</c:v>
                </c:pt>
                <c:pt idx="845">
                  <c:v>44530.0</c:v>
                </c:pt>
                <c:pt idx="846">
                  <c:v>44531.0</c:v>
                </c:pt>
                <c:pt idx="847">
                  <c:v>44532.0</c:v>
                </c:pt>
                <c:pt idx="848">
                  <c:v>44533.0</c:v>
                </c:pt>
                <c:pt idx="849">
                  <c:v>44536.0</c:v>
                </c:pt>
                <c:pt idx="850">
                  <c:v>44537.0</c:v>
                </c:pt>
                <c:pt idx="851">
                  <c:v>44538.0</c:v>
                </c:pt>
                <c:pt idx="852">
                  <c:v>44539.0</c:v>
                </c:pt>
                <c:pt idx="853">
                  <c:v>44540.0</c:v>
                </c:pt>
                <c:pt idx="854">
                  <c:v>44543.0</c:v>
                </c:pt>
                <c:pt idx="855">
                  <c:v>44544.0</c:v>
                </c:pt>
                <c:pt idx="856">
                  <c:v>44545.0</c:v>
                </c:pt>
                <c:pt idx="857">
                  <c:v>44546.0</c:v>
                </c:pt>
                <c:pt idx="858">
                  <c:v>44547.0</c:v>
                </c:pt>
                <c:pt idx="859">
                  <c:v>44550.0</c:v>
                </c:pt>
                <c:pt idx="860">
                  <c:v>44551.0</c:v>
                </c:pt>
                <c:pt idx="861">
                  <c:v>44552.0</c:v>
                </c:pt>
                <c:pt idx="862">
                  <c:v>44553.0</c:v>
                </c:pt>
                <c:pt idx="863">
                  <c:v>44557.0</c:v>
                </c:pt>
                <c:pt idx="864">
                  <c:v>44558.0</c:v>
                </c:pt>
                <c:pt idx="865">
                  <c:v>44559.0</c:v>
                </c:pt>
                <c:pt idx="866">
                  <c:v>44560.0</c:v>
                </c:pt>
                <c:pt idx="867">
                  <c:v>44564.0</c:v>
                </c:pt>
                <c:pt idx="868">
                  <c:v>44565.0</c:v>
                </c:pt>
                <c:pt idx="869">
                  <c:v>44566.0</c:v>
                </c:pt>
                <c:pt idx="870">
                  <c:v>44567.0</c:v>
                </c:pt>
                <c:pt idx="871">
                  <c:v>44568.0</c:v>
                </c:pt>
                <c:pt idx="872">
                  <c:v>44571.0</c:v>
                </c:pt>
                <c:pt idx="873">
                  <c:v>44572.0</c:v>
                </c:pt>
                <c:pt idx="874">
                  <c:v>44573.0</c:v>
                </c:pt>
                <c:pt idx="875">
                  <c:v>44574.0</c:v>
                </c:pt>
                <c:pt idx="876">
                  <c:v>44575.0</c:v>
                </c:pt>
                <c:pt idx="877">
                  <c:v>44578.0</c:v>
                </c:pt>
                <c:pt idx="878">
                  <c:v>44579.0</c:v>
                </c:pt>
                <c:pt idx="879">
                  <c:v>44580.0</c:v>
                </c:pt>
                <c:pt idx="880">
                  <c:v>44581.0</c:v>
                </c:pt>
                <c:pt idx="881">
                  <c:v>44582.0</c:v>
                </c:pt>
                <c:pt idx="882">
                  <c:v>44585.0</c:v>
                </c:pt>
                <c:pt idx="883">
                  <c:v>44586.0</c:v>
                </c:pt>
                <c:pt idx="884">
                  <c:v>44587.0</c:v>
                </c:pt>
                <c:pt idx="885">
                  <c:v>44588.0</c:v>
                </c:pt>
                <c:pt idx="886">
                  <c:v>44589.0</c:v>
                </c:pt>
                <c:pt idx="887">
                  <c:v>44592.0</c:v>
                </c:pt>
                <c:pt idx="888">
                  <c:v>44593.0</c:v>
                </c:pt>
                <c:pt idx="889">
                  <c:v>44594.0</c:v>
                </c:pt>
                <c:pt idx="890">
                  <c:v>44595.0</c:v>
                </c:pt>
                <c:pt idx="891">
                  <c:v>44596.0</c:v>
                </c:pt>
                <c:pt idx="892">
                  <c:v>44599.0</c:v>
                </c:pt>
                <c:pt idx="893">
                  <c:v>44600.0</c:v>
                </c:pt>
                <c:pt idx="894">
                  <c:v>44601.0</c:v>
                </c:pt>
                <c:pt idx="895">
                  <c:v>44602.0</c:v>
                </c:pt>
                <c:pt idx="896">
                  <c:v>44603.0</c:v>
                </c:pt>
                <c:pt idx="897">
                  <c:v>44606.0</c:v>
                </c:pt>
                <c:pt idx="898">
                  <c:v>44607.0</c:v>
                </c:pt>
                <c:pt idx="899">
                  <c:v>44608.0</c:v>
                </c:pt>
                <c:pt idx="900">
                  <c:v>44609.0</c:v>
                </c:pt>
                <c:pt idx="901">
                  <c:v>44610.0</c:v>
                </c:pt>
                <c:pt idx="902">
                  <c:v>44613.0</c:v>
                </c:pt>
                <c:pt idx="903">
                  <c:v>44614.0</c:v>
                </c:pt>
                <c:pt idx="904">
                  <c:v>44615.0</c:v>
                </c:pt>
                <c:pt idx="905">
                  <c:v>44616.0</c:v>
                </c:pt>
                <c:pt idx="906">
                  <c:v>44617.0</c:v>
                </c:pt>
                <c:pt idx="907">
                  <c:v>44622.0</c:v>
                </c:pt>
                <c:pt idx="908">
                  <c:v>44623.0</c:v>
                </c:pt>
                <c:pt idx="909">
                  <c:v>44624.0</c:v>
                </c:pt>
                <c:pt idx="910">
                  <c:v>44627.0</c:v>
                </c:pt>
                <c:pt idx="911">
                  <c:v>44628.0</c:v>
                </c:pt>
                <c:pt idx="912">
                  <c:v>44629.0</c:v>
                </c:pt>
                <c:pt idx="913">
                  <c:v>44630.0</c:v>
                </c:pt>
                <c:pt idx="914">
                  <c:v>44631.0</c:v>
                </c:pt>
                <c:pt idx="915">
                  <c:v>44634.0</c:v>
                </c:pt>
                <c:pt idx="916">
                  <c:v>44635.0</c:v>
                </c:pt>
                <c:pt idx="917">
                  <c:v>44636.0</c:v>
                </c:pt>
                <c:pt idx="918">
                  <c:v>44637.0</c:v>
                </c:pt>
                <c:pt idx="919">
                  <c:v>44638.0</c:v>
                </c:pt>
                <c:pt idx="920">
                  <c:v>44641.0</c:v>
                </c:pt>
                <c:pt idx="921">
                  <c:v>44642.0</c:v>
                </c:pt>
                <c:pt idx="922">
                  <c:v>44643.0</c:v>
                </c:pt>
                <c:pt idx="923">
                  <c:v>44644.0</c:v>
                </c:pt>
                <c:pt idx="924">
                  <c:v>44645.0</c:v>
                </c:pt>
                <c:pt idx="925">
                  <c:v>44648.0</c:v>
                </c:pt>
                <c:pt idx="926">
                  <c:v>44649.0</c:v>
                </c:pt>
                <c:pt idx="927">
                  <c:v>44650.0</c:v>
                </c:pt>
                <c:pt idx="928">
                  <c:v>44651.0</c:v>
                </c:pt>
                <c:pt idx="929">
                  <c:v>44652.0</c:v>
                </c:pt>
                <c:pt idx="930">
                  <c:v>44655.0</c:v>
                </c:pt>
                <c:pt idx="931">
                  <c:v>44656.0</c:v>
                </c:pt>
                <c:pt idx="932">
                  <c:v>44657.0</c:v>
                </c:pt>
                <c:pt idx="933">
                  <c:v>44658.0</c:v>
                </c:pt>
                <c:pt idx="934">
                  <c:v>44659.0</c:v>
                </c:pt>
                <c:pt idx="935">
                  <c:v>44662.0</c:v>
                </c:pt>
                <c:pt idx="936">
                  <c:v>44663.0</c:v>
                </c:pt>
                <c:pt idx="937">
                  <c:v>44664.0</c:v>
                </c:pt>
                <c:pt idx="938">
                  <c:v>44665.0</c:v>
                </c:pt>
                <c:pt idx="939">
                  <c:v>44669.0</c:v>
                </c:pt>
                <c:pt idx="940">
                  <c:v>44670.0</c:v>
                </c:pt>
                <c:pt idx="941">
                  <c:v>44671.0</c:v>
                </c:pt>
                <c:pt idx="942">
                  <c:v>44673.0</c:v>
                </c:pt>
                <c:pt idx="943">
                  <c:v>44676.0</c:v>
                </c:pt>
                <c:pt idx="944">
                  <c:v>44677.0</c:v>
                </c:pt>
                <c:pt idx="945">
                  <c:v>44678.0</c:v>
                </c:pt>
                <c:pt idx="946">
                  <c:v>44679.0</c:v>
                </c:pt>
                <c:pt idx="947">
                  <c:v>44680.0</c:v>
                </c:pt>
                <c:pt idx="948">
                  <c:v>44683.0</c:v>
                </c:pt>
                <c:pt idx="949">
                  <c:v>44684.0</c:v>
                </c:pt>
                <c:pt idx="950">
                  <c:v>44685.0</c:v>
                </c:pt>
                <c:pt idx="951">
                  <c:v>44686.0</c:v>
                </c:pt>
                <c:pt idx="952">
                  <c:v>44687.0</c:v>
                </c:pt>
                <c:pt idx="953">
                  <c:v>44690.0</c:v>
                </c:pt>
                <c:pt idx="954">
                  <c:v>44691.0</c:v>
                </c:pt>
                <c:pt idx="955">
                  <c:v>44692.0</c:v>
                </c:pt>
                <c:pt idx="956">
                  <c:v>44693.0</c:v>
                </c:pt>
                <c:pt idx="957">
                  <c:v>44694.0</c:v>
                </c:pt>
                <c:pt idx="958">
                  <c:v>44697.0</c:v>
                </c:pt>
                <c:pt idx="959">
                  <c:v>44698.0</c:v>
                </c:pt>
                <c:pt idx="960">
                  <c:v>44699.0</c:v>
                </c:pt>
                <c:pt idx="961">
                  <c:v>44700.0</c:v>
                </c:pt>
                <c:pt idx="962">
                  <c:v>44701.0</c:v>
                </c:pt>
                <c:pt idx="963">
                  <c:v>44704.0</c:v>
                </c:pt>
                <c:pt idx="964">
                  <c:v>44705.0</c:v>
                </c:pt>
                <c:pt idx="965">
                  <c:v>44706.0</c:v>
                </c:pt>
                <c:pt idx="966">
                  <c:v>44707.0</c:v>
                </c:pt>
                <c:pt idx="967">
                  <c:v>44708.0</c:v>
                </c:pt>
                <c:pt idx="968">
                  <c:v>44711.0</c:v>
                </c:pt>
                <c:pt idx="969">
                  <c:v>44712.0</c:v>
                </c:pt>
                <c:pt idx="970">
                  <c:v>44713.0</c:v>
                </c:pt>
                <c:pt idx="971">
                  <c:v>44714.0</c:v>
                </c:pt>
                <c:pt idx="972">
                  <c:v>44715.0</c:v>
                </c:pt>
                <c:pt idx="973">
                  <c:v>44718.0</c:v>
                </c:pt>
                <c:pt idx="974">
                  <c:v>44719.0</c:v>
                </c:pt>
                <c:pt idx="975">
                  <c:v>44720.0</c:v>
                </c:pt>
                <c:pt idx="976">
                  <c:v>44721.0</c:v>
                </c:pt>
                <c:pt idx="977">
                  <c:v>44722.0</c:v>
                </c:pt>
                <c:pt idx="978">
                  <c:v>44725.0</c:v>
                </c:pt>
                <c:pt idx="979">
                  <c:v>44726.0</c:v>
                </c:pt>
                <c:pt idx="980">
                  <c:v>44727.0</c:v>
                </c:pt>
                <c:pt idx="981">
                  <c:v>44729.0</c:v>
                </c:pt>
                <c:pt idx="982">
                  <c:v>44732.0</c:v>
                </c:pt>
                <c:pt idx="983">
                  <c:v>44733.0</c:v>
                </c:pt>
                <c:pt idx="984">
                  <c:v>44734.0</c:v>
                </c:pt>
                <c:pt idx="985">
                  <c:v>44735.0</c:v>
                </c:pt>
                <c:pt idx="986">
                  <c:v>44736.0</c:v>
                </c:pt>
                <c:pt idx="987">
                  <c:v>44739.0</c:v>
                </c:pt>
                <c:pt idx="988">
                  <c:v>44740.0</c:v>
                </c:pt>
                <c:pt idx="989">
                  <c:v>44741.0</c:v>
                </c:pt>
                <c:pt idx="990">
                  <c:v>44742.0</c:v>
                </c:pt>
                <c:pt idx="991">
                  <c:v>44743.0</c:v>
                </c:pt>
                <c:pt idx="992">
                  <c:v>44746.0</c:v>
                </c:pt>
                <c:pt idx="993">
                  <c:v>44747.0</c:v>
                </c:pt>
                <c:pt idx="994">
                  <c:v>44748.0</c:v>
                </c:pt>
                <c:pt idx="995">
                  <c:v>44749.0</c:v>
                </c:pt>
                <c:pt idx="996">
                  <c:v>44750.0</c:v>
                </c:pt>
                <c:pt idx="997">
                  <c:v>44753.0</c:v>
                </c:pt>
                <c:pt idx="998">
                  <c:v>44754.0</c:v>
                </c:pt>
                <c:pt idx="999">
                  <c:v>44755.0</c:v>
                </c:pt>
                <c:pt idx="1000">
                  <c:v>44756.0</c:v>
                </c:pt>
                <c:pt idx="1001">
                  <c:v>44757.0</c:v>
                </c:pt>
                <c:pt idx="1002">
                  <c:v>44760.0</c:v>
                </c:pt>
                <c:pt idx="1003">
                  <c:v>44761.0</c:v>
                </c:pt>
                <c:pt idx="1004">
                  <c:v>44762.0</c:v>
                </c:pt>
                <c:pt idx="1005">
                  <c:v>44763.0</c:v>
                </c:pt>
                <c:pt idx="1006">
                  <c:v>44764.0</c:v>
                </c:pt>
                <c:pt idx="1007">
                  <c:v>44767.0</c:v>
                </c:pt>
                <c:pt idx="1008">
                  <c:v>44768.0</c:v>
                </c:pt>
                <c:pt idx="1009">
                  <c:v>44769.0</c:v>
                </c:pt>
                <c:pt idx="1010">
                  <c:v>44770.0</c:v>
                </c:pt>
                <c:pt idx="1011">
                  <c:v>44771.0</c:v>
                </c:pt>
                <c:pt idx="1012">
                  <c:v>44774.0</c:v>
                </c:pt>
                <c:pt idx="1013">
                  <c:v>44775.0</c:v>
                </c:pt>
                <c:pt idx="1014">
                  <c:v>44776.0</c:v>
                </c:pt>
                <c:pt idx="1015">
                  <c:v>44777.0</c:v>
                </c:pt>
                <c:pt idx="1016">
                  <c:v>44778.0</c:v>
                </c:pt>
                <c:pt idx="1017">
                  <c:v>44781.0</c:v>
                </c:pt>
                <c:pt idx="1018">
                  <c:v>44782.0</c:v>
                </c:pt>
                <c:pt idx="1019">
                  <c:v>44783.0</c:v>
                </c:pt>
                <c:pt idx="1020">
                  <c:v>44784.0</c:v>
                </c:pt>
                <c:pt idx="1021">
                  <c:v>44785.0</c:v>
                </c:pt>
                <c:pt idx="1022">
                  <c:v>44788.0</c:v>
                </c:pt>
                <c:pt idx="1023">
                  <c:v>44789.0</c:v>
                </c:pt>
                <c:pt idx="1024">
                  <c:v>44790.0</c:v>
                </c:pt>
                <c:pt idx="1025">
                  <c:v>44791.0</c:v>
                </c:pt>
                <c:pt idx="1026">
                  <c:v>44792.0</c:v>
                </c:pt>
                <c:pt idx="1027">
                  <c:v>44795.0</c:v>
                </c:pt>
                <c:pt idx="1028">
                  <c:v>44796.0</c:v>
                </c:pt>
                <c:pt idx="1029">
                  <c:v>44797.0</c:v>
                </c:pt>
                <c:pt idx="1030">
                  <c:v>44798.0</c:v>
                </c:pt>
                <c:pt idx="1031">
                  <c:v>44799.0</c:v>
                </c:pt>
                <c:pt idx="1032">
                  <c:v>44802.0</c:v>
                </c:pt>
                <c:pt idx="1033">
                  <c:v>44803.0</c:v>
                </c:pt>
                <c:pt idx="1034">
                  <c:v>44804.0</c:v>
                </c:pt>
                <c:pt idx="1035">
                  <c:v>44805.0</c:v>
                </c:pt>
                <c:pt idx="1036">
                  <c:v>44806.0</c:v>
                </c:pt>
                <c:pt idx="1037">
                  <c:v>44809.0</c:v>
                </c:pt>
                <c:pt idx="1038">
                  <c:v>44810.0</c:v>
                </c:pt>
                <c:pt idx="1039">
                  <c:v>44812.0</c:v>
                </c:pt>
                <c:pt idx="1040">
                  <c:v>44813.0</c:v>
                </c:pt>
                <c:pt idx="1041">
                  <c:v>44816.0</c:v>
                </c:pt>
                <c:pt idx="1042">
                  <c:v>44817.0</c:v>
                </c:pt>
                <c:pt idx="1043">
                  <c:v>44818.0</c:v>
                </c:pt>
                <c:pt idx="1044">
                  <c:v>44819.0</c:v>
                </c:pt>
                <c:pt idx="1045">
                  <c:v>44820.0</c:v>
                </c:pt>
                <c:pt idx="1046">
                  <c:v>44823.0</c:v>
                </c:pt>
                <c:pt idx="1047">
                  <c:v>44824.0</c:v>
                </c:pt>
                <c:pt idx="1048">
                  <c:v>44825.0</c:v>
                </c:pt>
                <c:pt idx="1049">
                  <c:v>44826.0</c:v>
                </c:pt>
                <c:pt idx="1050">
                  <c:v>44827.0</c:v>
                </c:pt>
                <c:pt idx="1051">
                  <c:v>44830.0</c:v>
                </c:pt>
                <c:pt idx="1052">
                  <c:v>44831.0</c:v>
                </c:pt>
                <c:pt idx="1053">
                  <c:v>44832.0</c:v>
                </c:pt>
                <c:pt idx="1054">
                  <c:v>44833.0</c:v>
                </c:pt>
                <c:pt idx="1055">
                  <c:v>44834.0</c:v>
                </c:pt>
                <c:pt idx="1056">
                  <c:v>44837.0</c:v>
                </c:pt>
                <c:pt idx="1057">
                  <c:v>44838.0</c:v>
                </c:pt>
                <c:pt idx="1058">
                  <c:v>44839.0</c:v>
                </c:pt>
                <c:pt idx="1059">
                  <c:v>44840.0</c:v>
                </c:pt>
                <c:pt idx="1060">
                  <c:v>44841.0</c:v>
                </c:pt>
                <c:pt idx="1061">
                  <c:v>44844.0</c:v>
                </c:pt>
                <c:pt idx="1062">
                  <c:v>44845.0</c:v>
                </c:pt>
                <c:pt idx="1063">
                  <c:v>44847.0</c:v>
                </c:pt>
                <c:pt idx="1064">
                  <c:v>44848.0</c:v>
                </c:pt>
                <c:pt idx="1065">
                  <c:v>44851.0</c:v>
                </c:pt>
                <c:pt idx="1066">
                  <c:v>44852.0</c:v>
                </c:pt>
                <c:pt idx="1067">
                  <c:v>44853.0</c:v>
                </c:pt>
                <c:pt idx="1068">
                  <c:v>44854.0</c:v>
                </c:pt>
                <c:pt idx="1069">
                  <c:v>44855.0</c:v>
                </c:pt>
                <c:pt idx="1070">
                  <c:v>44858.0</c:v>
                </c:pt>
                <c:pt idx="1071">
                  <c:v>44859.0</c:v>
                </c:pt>
                <c:pt idx="1072">
                  <c:v>44860.0</c:v>
                </c:pt>
                <c:pt idx="1073">
                  <c:v>44861.0</c:v>
                </c:pt>
                <c:pt idx="1074">
                  <c:v>44862.0</c:v>
                </c:pt>
                <c:pt idx="1075">
                  <c:v>44865.0</c:v>
                </c:pt>
                <c:pt idx="1076">
                  <c:v>44866.0</c:v>
                </c:pt>
                <c:pt idx="1077">
                  <c:v>44868.0</c:v>
                </c:pt>
                <c:pt idx="1078">
                  <c:v>44869.0</c:v>
                </c:pt>
                <c:pt idx="1079">
                  <c:v>44872.0</c:v>
                </c:pt>
                <c:pt idx="1080">
                  <c:v>44873.0</c:v>
                </c:pt>
                <c:pt idx="1081">
                  <c:v>44874.0</c:v>
                </c:pt>
                <c:pt idx="1082">
                  <c:v>44875.0</c:v>
                </c:pt>
                <c:pt idx="1083">
                  <c:v>44876.0</c:v>
                </c:pt>
                <c:pt idx="1084">
                  <c:v>44879.0</c:v>
                </c:pt>
                <c:pt idx="1085">
                  <c:v>44881.0</c:v>
                </c:pt>
                <c:pt idx="1086">
                  <c:v>44882.0</c:v>
                </c:pt>
                <c:pt idx="1087">
                  <c:v>44883.0</c:v>
                </c:pt>
                <c:pt idx="1088">
                  <c:v>44886.0</c:v>
                </c:pt>
                <c:pt idx="1089">
                  <c:v>44887.0</c:v>
                </c:pt>
                <c:pt idx="1090">
                  <c:v>44888.0</c:v>
                </c:pt>
                <c:pt idx="1091">
                  <c:v>44889.0</c:v>
                </c:pt>
                <c:pt idx="1092">
                  <c:v>44890.0</c:v>
                </c:pt>
                <c:pt idx="1093">
                  <c:v>44893.0</c:v>
                </c:pt>
                <c:pt idx="1094">
                  <c:v>44894.0</c:v>
                </c:pt>
                <c:pt idx="1095">
                  <c:v>44895.0</c:v>
                </c:pt>
                <c:pt idx="1096">
                  <c:v>44896.0</c:v>
                </c:pt>
                <c:pt idx="1097">
                  <c:v>44897.0</c:v>
                </c:pt>
                <c:pt idx="1098">
                  <c:v>44900.0</c:v>
                </c:pt>
                <c:pt idx="1099">
                  <c:v>44901.0</c:v>
                </c:pt>
                <c:pt idx="1100">
                  <c:v>44902.0</c:v>
                </c:pt>
                <c:pt idx="1101">
                  <c:v>44903.0</c:v>
                </c:pt>
                <c:pt idx="1102">
                  <c:v>44904.0</c:v>
                </c:pt>
                <c:pt idx="1103">
                  <c:v>44907.0</c:v>
                </c:pt>
                <c:pt idx="1104">
                  <c:v>44908.0</c:v>
                </c:pt>
                <c:pt idx="1105">
                  <c:v>44909.0</c:v>
                </c:pt>
                <c:pt idx="1106">
                  <c:v>44910.0</c:v>
                </c:pt>
                <c:pt idx="1107">
                  <c:v>44911.0</c:v>
                </c:pt>
                <c:pt idx="1108">
                  <c:v>44914.0</c:v>
                </c:pt>
                <c:pt idx="1109">
                  <c:v>44915.0</c:v>
                </c:pt>
                <c:pt idx="1110">
                  <c:v>44916.0</c:v>
                </c:pt>
                <c:pt idx="1111">
                  <c:v>44917.0</c:v>
                </c:pt>
                <c:pt idx="1112">
                  <c:v>44918.0</c:v>
                </c:pt>
                <c:pt idx="1113">
                  <c:v>44921.0</c:v>
                </c:pt>
                <c:pt idx="1114">
                  <c:v>44922.0</c:v>
                </c:pt>
                <c:pt idx="1115">
                  <c:v>44923.0</c:v>
                </c:pt>
                <c:pt idx="1116">
                  <c:v>44924.0</c:v>
                </c:pt>
                <c:pt idx="1117">
                  <c:v>44928.0</c:v>
                </c:pt>
                <c:pt idx="1118">
                  <c:v>44929.0</c:v>
                </c:pt>
                <c:pt idx="1119">
                  <c:v>44930.0</c:v>
                </c:pt>
                <c:pt idx="1120">
                  <c:v>44931.0</c:v>
                </c:pt>
                <c:pt idx="1121">
                  <c:v>44932.0</c:v>
                </c:pt>
                <c:pt idx="1122">
                  <c:v>44935.0</c:v>
                </c:pt>
                <c:pt idx="1123">
                  <c:v>44936.0</c:v>
                </c:pt>
                <c:pt idx="1124">
                  <c:v>44937.0</c:v>
                </c:pt>
                <c:pt idx="1125">
                  <c:v>44938.0</c:v>
                </c:pt>
                <c:pt idx="1126">
                  <c:v>44939.0</c:v>
                </c:pt>
                <c:pt idx="1127">
                  <c:v>44942.0</c:v>
                </c:pt>
                <c:pt idx="1128">
                  <c:v>44943.0</c:v>
                </c:pt>
                <c:pt idx="1129">
                  <c:v>44944.0</c:v>
                </c:pt>
                <c:pt idx="1130">
                  <c:v>44945.0</c:v>
                </c:pt>
                <c:pt idx="1131">
                  <c:v>44946.0</c:v>
                </c:pt>
                <c:pt idx="1132">
                  <c:v>44949.0</c:v>
                </c:pt>
                <c:pt idx="1133">
                  <c:v>44950.0</c:v>
                </c:pt>
                <c:pt idx="1134">
                  <c:v>44951.0</c:v>
                </c:pt>
                <c:pt idx="1135">
                  <c:v>44952.0</c:v>
                </c:pt>
                <c:pt idx="1136">
                  <c:v>44953.0</c:v>
                </c:pt>
                <c:pt idx="1137">
                  <c:v>44956.0</c:v>
                </c:pt>
                <c:pt idx="1138">
                  <c:v>44957.0</c:v>
                </c:pt>
                <c:pt idx="1139">
                  <c:v>44958.0</c:v>
                </c:pt>
                <c:pt idx="1140">
                  <c:v>44959.0</c:v>
                </c:pt>
                <c:pt idx="1141">
                  <c:v>44960.0</c:v>
                </c:pt>
                <c:pt idx="1142">
                  <c:v>44963.0</c:v>
                </c:pt>
                <c:pt idx="1143">
                  <c:v>44964.0</c:v>
                </c:pt>
                <c:pt idx="1144">
                  <c:v>44965.0</c:v>
                </c:pt>
                <c:pt idx="1145">
                  <c:v>44966.0</c:v>
                </c:pt>
                <c:pt idx="1146">
                  <c:v>44967.0</c:v>
                </c:pt>
                <c:pt idx="1147">
                  <c:v>44970.0</c:v>
                </c:pt>
                <c:pt idx="1148">
                  <c:v>44971.0</c:v>
                </c:pt>
                <c:pt idx="1149">
                  <c:v>44972.0</c:v>
                </c:pt>
                <c:pt idx="1150">
                  <c:v>44973.0</c:v>
                </c:pt>
                <c:pt idx="1151">
                  <c:v>44974.0</c:v>
                </c:pt>
                <c:pt idx="1152">
                  <c:v>44979.0</c:v>
                </c:pt>
                <c:pt idx="1153">
                  <c:v>44980.0</c:v>
                </c:pt>
                <c:pt idx="1154">
                  <c:v>44981.0</c:v>
                </c:pt>
                <c:pt idx="1155">
                  <c:v>44984.0</c:v>
                </c:pt>
                <c:pt idx="1156">
                  <c:v>44985.0</c:v>
                </c:pt>
                <c:pt idx="1157">
                  <c:v>44986.0</c:v>
                </c:pt>
                <c:pt idx="1158">
                  <c:v>44987.0</c:v>
                </c:pt>
                <c:pt idx="1159">
                  <c:v>44988.0</c:v>
                </c:pt>
                <c:pt idx="1160">
                  <c:v>44991.0</c:v>
                </c:pt>
                <c:pt idx="1161">
                  <c:v>44992.0</c:v>
                </c:pt>
                <c:pt idx="1162">
                  <c:v>44993.0</c:v>
                </c:pt>
                <c:pt idx="1163">
                  <c:v>44994.0</c:v>
                </c:pt>
                <c:pt idx="1164">
                  <c:v>44995.0</c:v>
                </c:pt>
                <c:pt idx="1165">
                  <c:v>44998.0</c:v>
                </c:pt>
                <c:pt idx="1166">
                  <c:v>44999.0</c:v>
                </c:pt>
                <c:pt idx="1167">
                  <c:v>45000.0</c:v>
                </c:pt>
                <c:pt idx="1168">
                  <c:v>45001.0</c:v>
                </c:pt>
                <c:pt idx="1169">
                  <c:v>45002.0</c:v>
                </c:pt>
                <c:pt idx="1170">
                  <c:v>45005.0</c:v>
                </c:pt>
                <c:pt idx="1171">
                  <c:v>45006.0</c:v>
                </c:pt>
                <c:pt idx="1172">
                  <c:v>45007.0</c:v>
                </c:pt>
                <c:pt idx="1173">
                  <c:v>45008.0</c:v>
                </c:pt>
                <c:pt idx="1174">
                  <c:v>45009.0</c:v>
                </c:pt>
                <c:pt idx="1175">
                  <c:v>45012.0</c:v>
                </c:pt>
                <c:pt idx="1176">
                  <c:v>45013.0</c:v>
                </c:pt>
                <c:pt idx="1177">
                  <c:v>45014.0</c:v>
                </c:pt>
                <c:pt idx="1178">
                  <c:v>45015.0</c:v>
                </c:pt>
                <c:pt idx="1179">
                  <c:v>45016.0</c:v>
                </c:pt>
                <c:pt idx="1180">
                  <c:v>45019.0</c:v>
                </c:pt>
                <c:pt idx="1181">
                  <c:v>45020.0</c:v>
                </c:pt>
                <c:pt idx="1182">
                  <c:v>45021.0</c:v>
                </c:pt>
                <c:pt idx="1183">
                  <c:v>45022.0</c:v>
                </c:pt>
                <c:pt idx="1184">
                  <c:v>45026.0</c:v>
                </c:pt>
                <c:pt idx="1185">
                  <c:v>45027.0</c:v>
                </c:pt>
                <c:pt idx="1186">
                  <c:v>45028.0</c:v>
                </c:pt>
                <c:pt idx="1187">
                  <c:v>45029.0</c:v>
                </c:pt>
                <c:pt idx="1188">
                  <c:v>45030.0</c:v>
                </c:pt>
                <c:pt idx="1189">
                  <c:v>45033.0</c:v>
                </c:pt>
                <c:pt idx="1190">
                  <c:v>45034.0</c:v>
                </c:pt>
                <c:pt idx="1191">
                  <c:v>45035.0</c:v>
                </c:pt>
                <c:pt idx="1192">
                  <c:v>45036.0</c:v>
                </c:pt>
                <c:pt idx="1193">
                  <c:v>45040.0</c:v>
                </c:pt>
                <c:pt idx="1194">
                  <c:v>45041.0</c:v>
                </c:pt>
                <c:pt idx="1195">
                  <c:v>45042.0</c:v>
                </c:pt>
                <c:pt idx="1196">
                  <c:v>45043.0</c:v>
                </c:pt>
                <c:pt idx="1197">
                  <c:v>45044.0</c:v>
                </c:pt>
                <c:pt idx="1198">
                  <c:v>45048.0</c:v>
                </c:pt>
                <c:pt idx="1199">
                  <c:v>45049.0</c:v>
                </c:pt>
                <c:pt idx="1200">
                  <c:v>45050.0</c:v>
                </c:pt>
                <c:pt idx="1201">
                  <c:v>45051.0</c:v>
                </c:pt>
                <c:pt idx="1202">
                  <c:v>45054.0</c:v>
                </c:pt>
                <c:pt idx="1203">
                  <c:v>45055.0</c:v>
                </c:pt>
                <c:pt idx="1204">
                  <c:v>45056.0</c:v>
                </c:pt>
                <c:pt idx="1205">
                  <c:v>45057.0</c:v>
                </c:pt>
                <c:pt idx="1206">
                  <c:v>45058.0</c:v>
                </c:pt>
                <c:pt idx="1207">
                  <c:v>45061.0</c:v>
                </c:pt>
                <c:pt idx="1208">
                  <c:v>45062.0</c:v>
                </c:pt>
                <c:pt idx="1209">
                  <c:v>45063.0</c:v>
                </c:pt>
                <c:pt idx="1210">
                  <c:v>45064.0</c:v>
                </c:pt>
                <c:pt idx="1211">
                  <c:v>45065.0</c:v>
                </c:pt>
                <c:pt idx="1212">
                  <c:v>45068.0</c:v>
                </c:pt>
                <c:pt idx="1213">
                  <c:v>45069.0</c:v>
                </c:pt>
                <c:pt idx="1214">
                  <c:v>45070.0</c:v>
                </c:pt>
                <c:pt idx="1215">
                  <c:v>45071.0</c:v>
                </c:pt>
                <c:pt idx="1216">
                  <c:v>45072.0</c:v>
                </c:pt>
                <c:pt idx="1217">
                  <c:v>45075.0</c:v>
                </c:pt>
                <c:pt idx="1218">
                  <c:v>45076.0</c:v>
                </c:pt>
                <c:pt idx="1219">
                  <c:v>45077.0</c:v>
                </c:pt>
                <c:pt idx="1220">
                  <c:v>45078.0</c:v>
                </c:pt>
                <c:pt idx="1221">
                  <c:v>45079.0</c:v>
                </c:pt>
                <c:pt idx="1222">
                  <c:v>45082.0</c:v>
                </c:pt>
                <c:pt idx="1223">
                  <c:v>45083.0</c:v>
                </c:pt>
                <c:pt idx="1224">
                  <c:v>45084.0</c:v>
                </c:pt>
                <c:pt idx="1225">
                  <c:v>45086.0</c:v>
                </c:pt>
                <c:pt idx="1226">
                  <c:v>45089.0</c:v>
                </c:pt>
                <c:pt idx="1227">
                  <c:v>45090.0</c:v>
                </c:pt>
                <c:pt idx="1228">
                  <c:v>45091.0</c:v>
                </c:pt>
                <c:pt idx="1229">
                  <c:v>45092.0</c:v>
                </c:pt>
                <c:pt idx="1230">
                  <c:v>45093.0</c:v>
                </c:pt>
                <c:pt idx="1231">
                  <c:v>45096.0</c:v>
                </c:pt>
                <c:pt idx="1232">
                  <c:v>45097.0</c:v>
                </c:pt>
                <c:pt idx="1233">
                  <c:v>45098.0</c:v>
                </c:pt>
                <c:pt idx="1234">
                  <c:v>45099.0</c:v>
                </c:pt>
                <c:pt idx="1235">
                  <c:v>45100.0</c:v>
                </c:pt>
                <c:pt idx="1236">
                  <c:v>45103.0</c:v>
                </c:pt>
                <c:pt idx="1237">
                  <c:v>45104.0</c:v>
                </c:pt>
                <c:pt idx="1238">
                  <c:v>45105.0</c:v>
                </c:pt>
                <c:pt idx="1239">
                  <c:v>45106.0</c:v>
                </c:pt>
                <c:pt idx="1240">
                  <c:v>45107.0</c:v>
                </c:pt>
                <c:pt idx="1241">
                  <c:v>45110.0</c:v>
                </c:pt>
                <c:pt idx="1242">
                  <c:v>45111.0</c:v>
                </c:pt>
                <c:pt idx="1243">
                  <c:v>45112.0</c:v>
                </c:pt>
                <c:pt idx="1244">
                  <c:v>45113.0</c:v>
                </c:pt>
                <c:pt idx="1245">
                  <c:v>45114.0</c:v>
                </c:pt>
                <c:pt idx="1246">
                  <c:v>45117.0</c:v>
                </c:pt>
                <c:pt idx="1247">
                  <c:v>45118.0</c:v>
                </c:pt>
                <c:pt idx="1248">
                  <c:v>45119.0</c:v>
                </c:pt>
                <c:pt idx="1249">
                  <c:v>45120.0</c:v>
                </c:pt>
                <c:pt idx="1250">
                  <c:v>45121.0</c:v>
                </c:pt>
                <c:pt idx="1251">
                  <c:v>45124.0</c:v>
                </c:pt>
                <c:pt idx="1252">
                  <c:v>45125.0</c:v>
                </c:pt>
                <c:pt idx="1253">
                  <c:v>45126.0</c:v>
                </c:pt>
                <c:pt idx="1254">
                  <c:v>45127.0</c:v>
                </c:pt>
                <c:pt idx="1255">
                  <c:v>45128.0</c:v>
                </c:pt>
                <c:pt idx="1256">
                  <c:v>45131.0</c:v>
                </c:pt>
                <c:pt idx="1257">
                  <c:v>45132.0</c:v>
                </c:pt>
                <c:pt idx="1258">
                  <c:v>45133.0</c:v>
                </c:pt>
                <c:pt idx="1259">
                  <c:v>45134.0</c:v>
                </c:pt>
                <c:pt idx="1260">
                  <c:v>45135.0</c:v>
                </c:pt>
                <c:pt idx="1261">
                  <c:v>45138.0</c:v>
                </c:pt>
                <c:pt idx="1262">
                  <c:v>45139.0</c:v>
                </c:pt>
                <c:pt idx="1263">
                  <c:v>45140.0</c:v>
                </c:pt>
                <c:pt idx="1264">
                  <c:v>45141.0</c:v>
                </c:pt>
                <c:pt idx="1265">
                  <c:v>45142.0</c:v>
                </c:pt>
                <c:pt idx="1266">
                  <c:v>45145.0</c:v>
                </c:pt>
                <c:pt idx="1267">
                  <c:v>45146.0</c:v>
                </c:pt>
                <c:pt idx="1268">
                  <c:v>45147.0</c:v>
                </c:pt>
                <c:pt idx="1269">
                  <c:v>45148.0</c:v>
                </c:pt>
                <c:pt idx="1270">
                  <c:v>45149.0</c:v>
                </c:pt>
                <c:pt idx="1271">
                  <c:v>45152.0</c:v>
                </c:pt>
                <c:pt idx="1272">
                  <c:v>45153.0</c:v>
                </c:pt>
                <c:pt idx="1273">
                  <c:v>45154.0</c:v>
                </c:pt>
                <c:pt idx="1274">
                  <c:v>45155.0</c:v>
                </c:pt>
                <c:pt idx="1275">
                  <c:v>45156.0</c:v>
                </c:pt>
                <c:pt idx="1276">
                  <c:v>45159.0</c:v>
                </c:pt>
                <c:pt idx="1277">
                  <c:v>45160.0</c:v>
                </c:pt>
                <c:pt idx="1278">
                  <c:v>45161.0</c:v>
                </c:pt>
                <c:pt idx="1279">
                  <c:v>45162.0</c:v>
                </c:pt>
                <c:pt idx="1280">
                  <c:v>45163.0</c:v>
                </c:pt>
                <c:pt idx="1281">
                  <c:v>45166.0</c:v>
                </c:pt>
                <c:pt idx="1282">
                  <c:v>45167.0</c:v>
                </c:pt>
                <c:pt idx="1283">
                  <c:v>45168.0</c:v>
                </c:pt>
                <c:pt idx="1284">
                  <c:v>45169.0</c:v>
                </c:pt>
                <c:pt idx="1285">
                  <c:v>45170.0</c:v>
                </c:pt>
                <c:pt idx="1286">
                  <c:v>45173.0</c:v>
                </c:pt>
                <c:pt idx="1287">
                  <c:v>45174.0</c:v>
                </c:pt>
                <c:pt idx="1288">
                  <c:v>45175.0</c:v>
                </c:pt>
                <c:pt idx="1289">
                  <c:v>45177.0</c:v>
                </c:pt>
                <c:pt idx="1290">
                  <c:v>45180.0</c:v>
                </c:pt>
                <c:pt idx="1291">
                  <c:v>45181.0</c:v>
                </c:pt>
                <c:pt idx="1292">
                  <c:v>45182.0</c:v>
                </c:pt>
                <c:pt idx="1293">
                  <c:v>45183.0</c:v>
                </c:pt>
                <c:pt idx="1294">
                  <c:v>45184.0</c:v>
                </c:pt>
                <c:pt idx="1295">
                  <c:v>45187.0</c:v>
                </c:pt>
                <c:pt idx="1296">
                  <c:v>45188.0</c:v>
                </c:pt>
                <c:pt idx="1297">
                  <c:v>45189.0</c:v>
                </c:pt>
                <c:pt idx="1298">
                  <c:v>45190.0</c:v>
                </c:pt>
                <c:pt idx="1299">
                  <c:v>45191.0</c:v>
                </c:pt>
                <c:pt idx="1300">
                  <c:v>45194.0</c:v>
                </c:pt>
                <c:pt idx="1301">
                  <c:v>45195.0</c:v>
                </c:pt>
                <c:pt idx="1302">
                  <c:v>45196.0</c:v>
                </c:pt>
                <c:pt idx="1303">
                  <c:v>45197.0</c:v>
                </c:pt>
                <c:pt idx="1304">
                  <c:v>45198.0</c:v>
                </c:pt>
                <c:pt idx="1305">
                  <c:v>45201.0</c:v>
                </c:pt>
                <c:pt idx="1306">
                  <c:v>45202.0</c:v>
                </c:pt>
                <c:pt idx="1307">
                  <c:v>45203.0</c:v>
                </c:pt>
                <c:pt idx="1308">
                  <c:v>45204.0</c:v>
                </c:pt>
                <c:pt idx="1309">
                  <c:v>45205.0</c:v>
                </c:pt>
                <c:pt idx="1310">
                  <c:v>45208.0</c:v>
                </c:pt>
                <c:pt idx="1311">
                  <c:v>45209.0</c:v>
                </c:pt>
                <c:pt idx="1312">
                  <c:v>45210.0</c:v>
                </c:pt>
                <c:pt idx="1313">
                  <c:v>45212.0</c:v>
                </c:pt>
                <c:pt idx="1314">
                  <c:v>45215.0</c:v>
                </c:pt>
                <c:pt idx="1315">
                  <c:v>45216.0</c:v>
                </c:pt>
                <c:pt idx="1316">
                  <c:v>45217.0</c:v>
                </c:pt>
                <c:pt idx="1317">
                  <c:v>45218.0</c:v>
                </c:pt>
                <c:pt idx="1318">
                  <c:v>45219.0</c:v>
                </c:pt>
                <c:pt idx="1319">
                  <c:v>45222.0</c:v>
                </c:pt>
                <c:pt idx="1320">
                  <c:v>45223.0</c:v>
                </c:pt>
                <c:pt idx="1321">
                  <c:v>45224.0</c:v>
                </c:pt>
                <c:pt idx="1322">
                  <c:v>45225.0</c:v>
                </c:pt>
                <c:pt idx="1323">
                  <c:v>45226.0</c:v>
                </c:pt>
                <c:pt idx="1324">
                  <c:v>45229.0</c:v>
                </c:pt>
                <c:pt idx="1325">
                  <c:v>45230.0</c:v>
                </c:pt>
                <c:pt idx="1326">
                  <c:v>45231.0</c:v>
                </c:pt>
                <c:pt idx="1327">
                  <c:v>45233.0</c:v>
                </c:pt>
                <c:pt idx="1328">
                  <c:v>45236.0</c:v>
                </c:pt>
                <c:pt idx="1329">
                  <c:v>45237.0</c:v>
                </c:pt>
                <c:pt idx="1330">
                  <c:v>45238.0</c:v>
                </c:pt>
                <c:pt idx="1331">
                  <c:v>45239.0</c:v>
                </c:pt>
                <c:pt idx="1332">
                  <c:v>45240.0</c:v>
                </c:pt>
                <c:pt idx="1333">
                  <c:v>45243.0</c:v>
                </c:pt>
                <c:pt idx="1334">
                  <c:v>45244.0</c:v>
                </c:pt>
                <c:pt idx="1335">
                  <c:v>45246.0</c:v>
                </c:pt>
                <c:pt idx="1336">
                  <c:v>45247.0</c:v>
                </c:pt>
                <c:pt idx="1337">
                  <c:v>45250.0</c:v>
                </c:pt>
                <c:pt idx="1338">
                  <c:v>45251.0</c:v>
                </c:pt>
                <c:pt idx="1339">
                  <c:v>45252.0</c:v>
                </c:pt>
                <c:pt idx="1340">
                  <c:v>45253.0</c:v>
                </c:pt>
                <c:pt idx="1341">
                  <c:v>45254.0</c:v>
                </c:pt>
                <c:pt idx="1342">
                  <c:v>45257.0</c:v>
                </c:pt>
                <c:pt idx="1343">
                  <c:v>45258.0</c:v>
                </c:pt>
                <c:pt idx="1344">
                  <c:v>45259.0</c:v>
                </c:pt>
                <c:pt idx="1345">
                  <c:v>45260.0</c:v>
                </c:pt>
                <c:pt idx="1346">
                  <c:v>45261.0</c:v>
                </c:pt>
                <c:pt idx="1347">
                  <c:v>45264.0</c:v>
                </c:pt>
                <c:pt idx="1348">
                  <c:v>45265.0</c:v>
                </c:pt>
                <c:pt idx="1349">
                  <c:v>45266.0</c:v>
                </c:pt>
                <c:pt idx="1350">
                  <c:v>45267.0</c:v>
                </c:pt>
                <c:pt idx="1351">
                  <c:v>45268.0</c:v>
                </c:pt>
                <c:pt idx="1352">
                  <c:v>45271.0</c:v>
                </c:pt>
                <c:pt idx="1353">
                  <c:v>45272.0</c:v>
                </c:pt>
                <c:pt idx="1354">
                  <c:v>45273.0</c:v>
                </c:pt>
                <c:pt idx="1355">
                  <c:v>45274.0</c:v>
                </c:pt>
                <c:pt idx="1356">
                  <c:v>45275.0</c:v>
                </c:pt>
                <c:pt idx="1357">
                  <c:v>45278.0</c:v>
                </c:pt>
                <c:pt idx="1358">
                  <c:v>45279.0</c:v>
                </c:pt>
                <c:pt idx="1359">
                  <c:v>45280.0</c:v>
                </c:pt>
                <c:pt idx="1360">
                  <c:v>45281.0</c:v>
                </c:pt>
                <c:pt idx="1361">
                  <c:v>45282.0</c:v>
                </c:pt>
                <c:pt idx="1362">
                  <c:v>45286.0</c:v>
                </c:pt>
                <c:pt idx="1363">
                  <c:v>45287.0</c:v>
                </c:pt>
                <c:pt idx="1364">
                  <c:v>45288.0</c:v>
                </c:pt>
                <c:pt idx="1365">
                  <c:v>45293.0</c:v>
                </c:pt>
                <c:pt idx="1366">
                  <c:v>45294.0</c:v>
                </c:pt>
                <c:pt idx="1367">
                  <c:v>45295.0</c:v>
                </c:pt>
                <c:pt idx="1368">
                  <c:v>45296.0</c:v>
                </c:pt>
                <c:pt idx="1369">
                  <c:v>45299.0</c:v>
                </c:pt>
                <c:pt idx="1370">
                  <c:v>45300.0</c:v>
                </c:pt>
                <c:pt idx="1371">
                  <c:v>45301.0</c:v>
                </c:pt>
                <c:pt idx="1372">
                  <c:v>45302.0</c:v>
                </c:pt>
                <c:pt idx="1373">
                  <c:v>45303.0</c:v>
                </c:pt>
                <c:pt idx="1374">
                  <c:v>45306.0</c:v>
                </c:pt>
                <c:pt idx="1375">
                  <c:v>45307.0</c:v>
                </c:pt>
                <c:pt idx="1376">
                  <c:v>45308.0</c:v>
                </c:pt>
                <c:pt idx="1377">
                  <c:v>45309.0</c:v>
                </c:pt>
                <c:pt idx="1378">
                  <c:v>45310.0</c:v>
                </c:pt>
                <c:pt idx="1379">
                  <c:v>45313.0</c:v>
                </c:pt>
                <c:pt idx="1380">
                  <c:v>45314.0</c:v>
                </c:pt>
                <c:pt idx="1381">
                  <c:v>45315.0</c:v>
                </c:pt>
                <c:pt idx="1382">
                  <c:v>45316.0</c:v>
                </c:pt>
                <c:pt idx="1383">
                  <c:v>45317.0</c:v>
                </c:pt>
                <c:pt idx="1384">
                  <c:v>45320.0</c:v>
                </c:pt>
                <c:pt idx="1385">
                  <c:v>45321.0</c:v>
                </c:pt>
                <c:pt idx="1386">
                  <c:v>45322.0</c:v>
                </c:pt>
                <c:pt idx="1387">
                  <c:v>45323.0</c:v>
                </c:pt>
                <c:pt idx="1388">
                  <c:v>45324.0</c:v>
                </c:pt>
                <c:pt idx="1389">
                  <c:v>45327.0</c:v>
                </c:pt>
                <c:pt idx="1390">
                  <c:v>45328.0</c:v>
                </c:pt>
                <c:pt idx="1391">
                  <c:v>45329.0</c:v>
                </c:pt>
                <c:pt idx="1392">
                  <c:v>45330.0</c:v>
                </c:pt>
                <c:pt idx="1393">
                  <c:v>45331.0</c:v>
                </c:pt>
                <c:pt idx="1394">
                  <c:v>45336.0</c:v>
                </c:pt>
                <c:pt idx="1395">
                  <c:v>45337.0</c:v>
                </c:pt>
                <c:pt idx="1396">
                  <c:v>45338.0</c:v>
                </c:pt>
                <c:pt idx="1397">
                  <c:v>45341.0</c:v>
                </c:pt>
                <c:pt idx="1398">
                  <c:v>45342.0</c:v>
                </c:pt>
                <c:pt idx="1399">
                  <c:v>45343.0</c:v>
                </c:pt>
                <c:pt idx="1400">
                  <c:v>45344.0</c:v>
                </c:pt>
                <c:pt idx="1401">
                  <c:v>45345.0</c:v>
                </c:pt>
                <c:pt idx="1402">
                  <c:v>45348.0</c:v>
                </c:pt>
                <c:pt idx="1403">
                  <c:v>45349.0</c:v>
                </c:pt>
                <c:pt idx="1404">
                  <c:v>45350.0</c:v>
                </c:pt>
                <c:pt idx="1405">
                  <c:v>45351.0</c:v>
                </c:pt>
                <c:pt idx="1406">
                  <c:v>45352.0</c:v>
                </c:pt>
                <c:pt idx="1407">
                  <c:v>45355.0</c:v>
                </c:pt>
                <c:pt idx="1408">
                  <c:v>45356.0</c:v>
                </c:pt>
                <c:pt idx="1409">
                  <c:v>45357.0</c:v>
                </c:pt>
                <c:pt idx="1410">
                  <c:v>45358.0</c:v>
                </c:pt>
                <c:pt idx="1411">
                  <c:v>45359.0</c:v>
                </c:pt>
                <c:pt idx="1412">
                  <c:v>45362.0</c:v>
                </c:pt>
                <c:pt idx="1413">
                  <c:v>45363.0</c:v>
                </c:pt>
                <c:pt idx="1414">
                  <c:v>45364.0</c:v>
                </c:pt>
                <c:pt idx="1415">
                  <c:v>45365.0</c:v>
                </c:pt>
                <c:pt idx="1416">
                  <c:v>45366.0</c:v>
                </c:pt>
                <c:pt idx="1417">
                  <c:v>45369.0</c:v>
                </c:pt>
                <c:pt idx="1418">
                  <c:v>45370.0</c:v>
                </c:pt>
                <c:pt idx="1419">
                  <c:v>45371.0</c:v>
                </c:pt>
                <c:pt idx="1420">
                  <c:v>45372.0</c:v>
                </c:pt>
                <c:pt idx="1421">
                  <c:v>45373.0</c:v>
                </c:pt>
                <c:pt idx="1422">
                  <c:v>45376.0</c:v>
                </c:pt>
                <c:pt idx="1423">
                  <c:v>45377.0</c:v>
                </c:pt>
                <c:pt idx="1424">
                  <c:v>45378.0</c:v>
                </c:pt>
                <c:pt idx="1425">
                  <c:v>45379.0</c:v>
                </c:pt>
                <c:pt idx="1426">
                  <c:v>45383.0</c:v>
                </c:pt>
                <c:pt idx="1427">
                  <c:v>45384.0</c:v>
                </c:pt>
                <c:pt idx="1428">
                  <c:v>45385.0</c:v>
                </c:pt>
                <c:pt idx="1429">
                  <c:v>45386.0</c:v>
                </c:pt>
                <c:pt idx="1430">
                  <c:v>45387.0</c:v>
                </c:pt>
                <c:pt idx="1431">
                  <c:v>45390.0</c:v>
                </c:pt>
                <c:pt idx="1432">
                  <c:v>45391.0</c:v>
                </c:pt>
                <c:pt idx="1433">
                  <c:v>45392.0</c:v>
                </c:pt>
                <c:pt idx="1434">
                  <c:v>45393.0</c:v>
                </c:pt>
                <c:pt idx="1435">
                  <c:v>45394.0</c:v>
                </c:pt>
                <c:pt idx="1436">
                  <c:v>45397.0</c:v>
                </c:pt>
                <c:pt idx="1437">
                  <c:v>45398.0</c:v>
                </c:pt>
                <c:pt idx="1438">
                  <c:v>45399.0</c:v>
                </c:pt>
                <c:pt idx="1439">
                  <c:v>45400.0</c:v>
                </c:pt>
                <c:pt idx="1440">
                  <c:v>45401.0</c:v>
                </c:pt>
                <c:pt idx="1441">
                  <c:v>45404.0</c:v>
                </c:pt>
                <c:pt idx="1442">
                  <c:v>45405.0</c:v>
                </c:pt>
                <c:pt idx="1443">
                  <c:v>45406.0</c:v>
                </c:pt>
                <c:pt idx="1444">
                  <c:v>45407.0</c:v>
                </c:pt>
                <c:pt idx="1445">
                  <c:v>45408.0</c:v>
                </c:pt>
                <c:pt idx="1446">
                  <c:v>45411.0</c:v>
                </c:pt>
                <c:pt idx="1447">
                  <c:v>45412.0</c:v>
                </c:pt>
                <c:pt idx="1448">
                  <c:v>45414.0</c:v>
                </c:pt>
                <c:pt idx="1449">
                  <c:v>45415.0</c:v>
                </c:pt>
                <c:pt idx="1450">
                  <c:v>45418.0</c:v>
                </c:pt>
                <c:pt idx="1451">
                  <c:v>45419.0</c:v>
                </c:pt>
                <c:pt idx="1452">
                  <c:v>45420.0</c:v>
                </c:pt>
                <c:pt idx="1453">
                  <c:v>45421.0</c:v>
                </c:pt>
                <c:pt idx="1454">
                  <c:v>45422.0</c:v>
                </c:pt>
                <c:pt idx="1455">
                  <c:v>45425.0</c:v>
                </c:pt>
                <c:pt idx="1456">
                  <c:v>45426.0</c:v>
                </c:pt>
                <c:pt idx="1457">
                  <c:v>45427.0</c:v>
                </c:pt>
                <c:pt idx="1458">
                  <c:v>45428.0</c:v>
                </c:pt>
                <c:pt idx="1459">
                  <c:v>45429.0</c:v>
                </c:pt>
                <c:pt idx="1460">
                  <c:v>45432.0</c:v>
                </c:pt>
                <c:pt idx="1461">
                  <c:v>45433.0</c:v>
                </c:pt>
                <c:pt idx="1462">
                  <c:v>45434.0</c:v>
                </c:pt>
                <c:pt idx="1463">
                  <c:v>45435.0</c:v>
                </c:pt>
                <c:pt idx="1464">
                  <c:v>45436.0</c:v>
                </c:pt>
                <c:pt idx="1465">
                  <c:v>45439.0</c:v>
                </c:pt>
                <c:pt idx="1466">
                  <c:v>45440.0</c:v>
                </c:pt>
                <c:pt idx="1467">
                  <c:v>45441.0</c:v>
                </c:pt>
                <c:pt idx="1468">
                  <c:v>45443.0</c:v>
                </c:pt>
                <c:pt idx="1469">
                  <c:v>45446.0</c:v>
                </c:pt>
                <c:pt idx="1470">
                  <c:v>45447.0</c:v>
                </c:pt>
                <c:pt idx="1471">
                  <c:v>45448.0</c:v>
                </c:pt>
                <c:pt idx="1472">
                  <c:v>45449.0</c:v>
                </c:pt>
                <c:pt idx="1473">
                  <c:v>45450.0</c:v>
                </c:pt>
                <c:pt idx="1474">
                  <c:v>45453.0</c:v>
                </c:pt>
                <c:pt idx="1475">
                  <c:v>45454.0</c:v>
                </c:pt>
                <c:pt idx="1476">
                  <c:v>45455.0</c:v>
                </c:pt>
                <c:pt idx="1477">
                  <c:v>45456.0</c:v>
                </c:pt>
                <c:pt idx="1478">
                  <c:v>45457.0</c:v>
                </c:pt>
                <c:pt idx="1479">
                  <c:v>45460.0</c:v>
                </c:pt>
                <c:pt idx="1480">
                  <c:v>45461.0</c:v>
                </c:pt>
                <c:pt idx="1481">
                  <c:v>45462.0</c:v>
                </c:pt>
                <c:pt idx="1482">
                  <c:v>45463.0</c:v>
                </c:pt>
                <c:pt idx="1483">
                  <c:v>45464.0</c:v>
                </c:pt>
                <c:pt idx="1484">
                  <c:v>45467.0</c:v>
                </c:pt>
                <c:pt idx="1485">
                  <c:v>45468.0</c:v>
                </c:pt>
                <c:pt idx="1486">
                  <c:v>45469.0</c:v>
                </c:pt>
                <c:pt idx="1487">
                  <c:v>45470.0</c:v>
                </c:pt>
                <c:pt idx="1488">
                  <c:v>45471.0</c:v>
                </c:pt>
                <c:pt idx="1489">
                  <c:v>45474.0</c:v>
                </c:pt>
                <c:pt idx="1490">
                  <c:v>45475.0</c:v>
                </c:pt>
                <c:pt idx="1491">
                  <c:v>45476.0</c:v>
                </c:pt>
                <c:pt idx="1492">
                  <c:v>45477.0</c:v>
                </c:pt>
                <c:pt idx="1493">
                  <c:v>45478.0</c:v>
                </c:pt>
                <c:pt idx="1494">
                  <c:v>45481.0</c:v>
                </c:pt>
                <c:pt idx="1495">
                  <c:v>45482.0</c:v>
                </c:pt>
                <c:pt idx="1496">
                  <c:v>45483.0</c:v>
                </c:pt>
                <c:pt idx="1497">
                  <c:v>45484.0</c:v>
                </c:pt>
                <c:pt idx="1498">
                  <c:v>45485.0</c:v>
                </c:pt>
                <c:pt idx="1499">
                  <c:v>45488.0</c:v>
                </c:pt>
                <c:pt idx="1500">
                  <c:v>45489.0</c:v>
                </c:pt>
                <c:pt idx="1501">
                  <c:v>45490.0</c:v>
                </c:pt>
                <c:pt idx="1502">
                  <c:v>45491.0</c:v>
                </c:pt>
                <c:pt idx="1503">
                  <c:v>45492.0</c:v>
                </c:pt>
                <c:pt idx="1504">
                  <c:v>45495.0</c:v>
                </c:pt>
                <c:pt idx="1505">
                  <c:v>45496.0</c:v>
                </c:pt>
                <c:pt idx="1506">
                  <c:v>45497.0</c:v>
                </c:pt>
                <c:pt idx="1507">
                  <c:v>45498.0</c:v>
                </c:pt>
                <c:pt idx="1508">
                  <c:v>45499.0</c:v>
                </c:pt>
                <c:pt idx="1509">
                  <c:v>45502.0</c:v>
                </c:pt>
                <c:pt idx="1510">
                  <c:v>45503.0</c:v>
                </c:pt>
                <c:pt idx="1511">
                  <c:v>45504.0</c:v>
                </c:pt>
                <c:pt idx="1512">
                  <c:v>45505.0</c:v>
                </c:pt>
                <c:pt idx="1513">
                  <c:v>45506.0</c:v>
                </c:pt>
                <c:pt idx="1514">
                  <c:v>45509.0</c:v>
                </c:pt>
                <c:pt idx="1515">
                  <c:v>45510.0</c:v>
                </c:pt>
                <c:pt idx="1516">
                  <c:v>45511.0</c:v>
                </c:pt>
                <c:pt idx="1517">
                  <c:v>45512.0</c:v>
                </c:pt>
                <c:pt idx="1518">
                  <c:v>45513.0</c:v>
                </c:pt>
                <c:pt idx="1519">
                  <c:v>45516.0</c:v>
                </c:pt>
                <c:pt idx="1520">
                  <c:v>45517.0</c:v>
                </c:pt>
                <c:pt idx="1521">
                  <c:v>45518.0</c:v>
                </c:pt>
                <c:pt idx="1522">
                  <c:v>45519.0</c:v>
                </c:pt>
                <c:pt idx="1523">
                  <c:v>45520.0</c:v>
                </c:pt>
                <c:pt idx="1524">
                  <c:v>45523.0</c:v>
                </c:pt>
                <c:pt idx="1525">
                  <c:v>45524.0</c:v>
                </c:pt>
                <c:pt idx="1526">
                  <c:v>45525.0</c:v>
                </c:pt>
                <c:pt idx="1527">
                  <c:v>45526.0</c:v>
                </c:pt>
                <c:pt idx="1528">
                  <c:v>45527.0</c:v>
                </c:pt>
                <c:pt idx="1529">
                  <c:v>45530.0</c:v>
                </c:pt>
                <c:pt idx="1530">
                  <c:v>45531.0</c:v>
                </c:pt>
                <c:pt idx="1531">
                  <c:v>45532.0</c:v>
                </c:pt>
                <c:pt idx="1532">
                  <c:v>45533.0</c:v>
                </c:pt>
                <c:pt idx="1533">
                  <c:v>45534.0</c:v>
                </c:pt>
                <c:pt idx="1534">
                  <c:v>45537.0</c:v>
                </c:pt>
                <c:pt idx="1535">
                  <c:v>45538.0</c:v>
                </c:pt>
                <c:pt idx="1536">
                  <c:v>45539.0</c:v>
                </c:pt>
                <c:pt idx="1537">
                  <c:v>45540.0</c:v>
                </c:pt>
                <c:pt idx="1538">
                  <c:v>45541.0</c:v>
                </c:pt>
                <c:pt idx="1539">
                  <c:v>45544.0</c:v>
                </c:pt>
                <c:pt idx="1540">
                  <c:v>45545.0</c:v>
                </c:pt>
                <c:pt idx="1541">
                  <c:v>45546.0</c:v>
                </c:pt>
                <c:pt idx="1542">
                  <c:v>45547.0</c:v>
                </c:pt>
                <c:pt idx="1543">
                  <c:v>45548.0</c:v>
                </c:pt>
                <c:pt idx="1544">
                  <c:v>45551.0</c:v>
                </c:pt>
                <c:pt idx="1545">
                  <c:v>45552.0</c:v>
                </c:pt>
                <c:pt idx="1546">
                  <c:v>45553.0</c:v>
                </c:pt>
                <c:pt idx="1547">
                  <c:v>45554.0</c:v>
                </c:pt>
                <c:pt idx="1548">
                  <c:v>45555.0</c:v>
                </c:pt>
                <c:pt idx="1549">
                  <c:v>45558.0</c:v>
                </c:pt>
                <c:pt idx="1550">
                  <c:v>45559.0</c:v>
                </c:pt>
                <c:pt idx="1551">
                  <c:v>45560.0</c:v>
                </c:pt>
                <c:pt idx="1552">
                  <c:v>45561.0</c:v>
                </c:pt>
                <c:pt idx="1553">
                  <c:v>45562.0</c:v>
                </c:pt>
                <c:pt idx="1554">
                  <c:v>45565.0</c:v>
                </c:pt>
                <c:pt idx="1555">
                  <c:v>45566.0</c:v>
                </c:pt>
                <c:pt idx="1556">
                  <c:v>45567.0</c:v>
                </c:pt>
                <c:pt idx="1557">
                  <c:v>45568.0</c:v>
                </c:pt>
                <c:pt idx="1558">
                  <c:v>45569.0</c:v>
                </c:pt>
                <c:pt idx="1559">
                  <c:v>45572.0</c:v>
                </c:pt>
                <c:pt idx="1560">
                  <c:v>45573.0</c:v>
                </c:pt>
                <c:pt idx="1561">
                  <c:v>45574.0</c:v>
                </c:pt>
                <c:pt idx="1562">
                  <c:v>45575.0</c:v>
                </c:pt>
                <c:pt idx="1563">
                  <c:v>45576.0</c:v>
                </c:pt>
                <c:pt idx="1564">
                  <c:v>45579.0</c:v>
                </c:pt>
                <c:pt idx="1565">
                  <c:v>45580.0</c:v>
                </c:pt>
                <c:pt idx="1566">
                  <c:v>45581.0</c:v>
                </c:pt>
                <c:pt idx="1567">
                  <c:v>45582.0</c:v>
                </c:pt>
                <c:pt idx="1568">
                  <c:v>45583.0</c:v>
                </c:pt>
                <c:pt idx="1569">
                  <c:v>45586.0</c:v>
                </c:pt>
                <c:pt idx="1570">
                  <c:v>45587.0</c:v>
                </c:pt>
                <c:pt idx="1571">
                  <c:v>45588.0</c:v>
                </c:pt>
                <c:pt idx="1572">
                  <c:v>45589.0</c:v>
                </c:pt>
                <c:pt idx="1573">
                  <c:v>45590.0</c:v>
                </c:pt>
                <c:pt idx="1574">
                  <c:v>45593.0</c:v>
                </c:pt>
                <c:pt idx="1575">
                  <c:v>45594.0</c:v>
                </c:pt>
                <c:pt idx="1576">
                  <c:v>45595.0</c:v>
                </c:pt>
                <c:pt idx="1577">
                  <c:v>45596.0</c:v>
                </c:pt>
                <c:pt idx="1578">
                  <c:v>45597.0</c:v>
                </c:pt>
                <c:pt idx="1579">
                  <c:v>45600.0</c:v>
                </c:pt>
                <c:pt idx="1580">
                  <c:v>45601.0</c:v>
                </c:pt>
                <c:pt idx="1581">
                  <c:v>45602.0</c:v>
                </c:pt>
                <c:pt idx="1582">
                  <c:v>45603.0</c:v>
                </c:pt>
                <c:pt idx="1583">
                  <c:v>45604.0</c:v>
                </c:pt>
                <c:pt idx="1584">
                  <c:v>45607.0</c:v>
                </c:pt>
                <c:pt idx="1585">
                  <c:v>45608.0</c:v>
                </c:pt>
                <c:pt idx="1586">
                  <c:v>45609.0</c:v>
                </c:pt>
                <c:pt idx="1587">
                  <c:v>45610.0</c:v>
                </c:pt>
                <c:pt idx="1588">
                  <c:v>45614.0</c:v>
                </c:pt>
                <c:pt idx="1589">
                  <c:v>45615.0</c:v>
                </c:pt>
                <c:pt idx="1590">
                  <c:v>45617.0</c:v>
                </c:pt>
                <c:pt idx="1591">
                  <c:v>45618.0</c:v>
                </c:pt>
                <c:pt idx="1592">
                  <c:v>45621.0</c:v>
                </c:pt>
                <c:pt idx="1593">
                  <c:v>45622.0</c:v>
                </c:pt>
                <c:pt idx="1594">
                  <c:v>45623.0</c:v>
                </c:pt>
                <c:pt idx="1595">
                  <c:v>45624.0</c:v>
                </c:pt>
                <c:pt idx="1596">
                  <c:v>45625.0</c:v>
                </c:pt>
                <c:pt idx="1597">
                  <c:v>45628.0</c:v>
                </c:pt>
                <c:pt idx="1598">
                  <c:v>45629.0</c:v>
                </c:pt>
                <c:pt idx="1599">
                  <c:v>45630.0</c:v>
                </c:pt>
                <c:pt idx="1600">
                  <c:v>45631.0</c:v>
                </c:pt>
                <c:pt idx="1601">
                  <c:v>45632.0</c:v>
                </c:pt>
                <c:pt idx="1602">
                  <c:v>45635.0</c:v>
                </c:pt>
                <c:pt idx="1603">
                  <c:v>45636.0</c:v>
                </c:pt>
                <c:pt idx="1604">
                  <c:v>45637.0</c:v>
                </c:pt>
                <c:pt idx="1605">
                  <c:v>45638.0</c:v>
                </c:pt>
                <c:pt idx="1606">
                  <c:v>45639.0</c:v>
                </c:pt>
                <c:pt idx="1607">
                  <c:v>45642.0</c:v>
                </c:pt>
                <c:pt idx="1608">
                  <c:v>45643.0</c:v>
                </c:pt>
                <c:pt idx="1609">
                  <c:v>45644.0</c:v>
                </c:pt>
                <c:pt idx="1610">
                  <c:v>45645.0</c:v>
                </c:pt>
                <c:pt idx="1611">
                  <c:v>45646.0</c:v>
                </c:pt>
                <c:pt idx="1612">
                  <c:v>45649.0</c:v>
                </c:pt>
                <c:pt idx="1613">
                  <c:v>45652.0</c:v>
                </c:pt>
                <c:pt idx="1614">
                  <c:v>45653.0</c:v>
                </c:pt>
                <c:pt idx="1615">
                  <c:v>45656.0</c:v>
                </c:pt>
                <c:pt idx="1616">
                  <c:v>45659.0</c:v>
                </c:pt>
                <c:pt idx="1617">
                  <c:v>45660.0</c:v>
                </c:pt>
                <c:pt idx="1618">
                  <c:v>45663.0</c:v>
                </c:pt>
                <c:pt idx="1619">
                  <c:v>45664.0</c:v>
                </c:pt>
                <c:pt idx="1620">
                  <c:v>45665.0</c:v>
                </c:pt>
                <c:pt idx="1621">
                  <c:v>45666.0</c:v>
                </c:pt>
                <c:pt idx="1622">
                  <c:v>45667.0</c:v>
                </c:pt>
                <c:pt idx="1623">
                  <c:v>45670.0</c:v>
                </c:pt>
                <c:pt idx="1624">
                  <c:v>45671.0</c:v>
                </c:pt>
                <c:pt idx="1625">
                  <c:v>45672.0</c:v>
                </c:pt>
                <c:pt idx="1626">
                  <c:v>45673.0</c:v>
                </c:pt>
                <c:pt idx="1627">
                  <c:v>45674.0</c:v>
                </c:pt>
                <c:pt idx="1628">
                  <c:v>45677.0</c:v>
                </c:pt>
                <c:pt idx="1629">
                  <c:v>45678.0</c:v>
                </c:pt>
                <c:pt idx="1630">
                  <c:v>45679.0</c:v>
                </c:pt>
                <c:pt idx="1631">
                  <c:v>45680.0</c:v>
                </c:pt>
                <c:pt idx="1632">
                  <c:v>45681.0</c:v>
                </c:pt>
                <c:pt idx="1633">
                  <c:v>45684.0</c:v>
                </c:pt>
                <c:pt idx="1634">
                  <c:v>45685.0</c:v>
                </c:pt>
                <c:pt idx="1635">
                  <c:v>45686.0</c:v>
                </c:pt>
                <c:pt idx="1636">
                  <c:v>45687.0</c:v>
                </c:pt>
                <c:pt idx="1637">
                  <c:v>45688.0</c:v>
                </c:pt>
                <c:pt idx="1638">
                  <c:v>45691.0</c:v>
                </c:pt>
                <c:pt idx="1639">
                  <c:v>45692.0</c:v>
                </c:pt>
                <c:pt idx="1640">
                  <c:v>45693.0</c:v>
                </c:pt>
                <c:pt idx="1641">
                  <c:v>45694.0</c:v>
                </c:pt>
                <c:pt idx="1642">
                  <c:v>45695.0</c:v>
                </c:pt>
                <c:pt idx="1643">
                  <c:v>45698.0</c:v>
                </c:pt>
                <c:pt idx="1644">
                  <c:v>45699.0</c:v>
                </c:pt>
                <c:pt idx="1645">
                  <c:v>45700.0</c:v>
                </c:pt>
                <c:pt idx="1646">
                  <c:v>45701.0</c:v>
                </c:pt>
                <c:pt idx="1647">
                  <c:v>45702.0</c:v>
                </c:pt>
                <c:pt idx="1648">
                  <c:v>45705.0</c:v>
                </c:pt>
                <c:pt idx="1649">
                  <c:v>45706.0</c:v>
                </c:pt>
                <c:pt idx="1650">
                  <c:v>45707.0</c:v>
                </c:pt>
                <c:pt idx="1651">
                  <c:v>45708.0</c:v>
                </c:pt>
                <c:pt idx="1652">
                  <c:v>45709.0</c:v>
                </c:pt>
                <c:pt idx="1653">
                  <c:v>45712.0</c:v>
                </c:pt>
                <c:pt idx="1654">
                  <c:v>45713.0</c:v>
                </c:pt>
                <c:pt idx="1655">
                  <c:v>45714.0</c:v>
                </c:pt>
                <c:pt idx="1656">
                  <c:v>45715.0</c:v>
                </c:pt>
                <c:pt idx="1657">
                  <c:v>45716.0</c:v>
                </c:pt>
                <c:pt idx="1658">
                  <c:v>45721.0</c:v>
                </c:pt>
                <c:pt idx="1659">
                  <c:v>45722.0</c:v>
                </c:pt>
                <c:pt idx="1660">
                  <c:v>45723.0</c:v>
                </c:pt>
                <c:pt idx="1661">
                  <c:v>45726.0</c:v>
                </c:pt>
                <c:pt idx="1662">
                  <c:v>45727.0</c:v>
                </c:pt>
                <c:pt idx="1663">
                  <c:v>45728.0</c:v>
                </c:pt>
                <c:pt idx="1664">
                  <c:v>45729.0</c:v>
                </c:pt>
                <c:pt idx="1665">
                  <c:v>45730.0</c:v>
                </c:pt>
                <c:pt idx="1666">
                  <c:v>45733.0</c:v>
                </c:pt>
                <c:pt idx="1667">
                  <c:v>45734.0</c:v>
                </c:pt>
                <c:pt idx="1668">
                  <c:v>45735.0</c:v>
                </c:pt>
                <c:pt idx="1669">
                  <c:v>45736.0</c:v>
                </c:pt>
                <c:pt idx="1670">
                  <c:v>45737.0</c:v>
                </c:pt>
                <c:pt idx="1671">
                  <c:v>45740.0</c:v>
                </c:pt>
                <c:pt idx="1672">
                  <c:v>45741.0</c:v>
                </c:pt>
                <c:pt idx="1673">
                  <c:v>45742.0</c:v>
                </c:pt>
                <c:pt idx="1674">
                  <c:v>45743.0</c:v>
                </c:pt>
                <c:pt idx="1675">
                  <c:v>45744.0</c:v>
                </c:pt>
                <c:pt idx="1676">
                  <c:v>45747.0</c:v>
                </c:pt>
                <c:pt idx="1677">
                  <c:v>45748.0</c:v>
                </c:pt>
                <c:pt idx="1678">
                  <c:v>45749.0</c:v>
                </c:pt>
                <c:pt idx="1679">
                  <c:v>45750.0</c:v>
                </c:pt>
                <c:pt idx="1680">
                  <c:v>45751.0</c:v>
                </c:pt>
                <c:pt idx="1681">
                  <c:v>45754.0</c:v>
                </c:pt>
                <c:pt idx="1682">
                  <c:v>45755.0</c:v>
                </c:pt>
                <c:pt idx="1683">
                  <c:v>45756.0</c:v>
                </c:pt>
                <c:pt idx="1684">
                  <c:v>45757.0</c:v>
                </c:pt>
                <c:pt idx="1685">
                  <c:v>45758.0</c:v>
                </c:pt>
                <c:pt idx="1686">
                  <c:v>45761.0</c:v>
                </c:pt>
                <c:pt idx="1687">
                  <c:v>45762.0</c:v>
                </c:pt>
                <c:pt idx="1688">
                  <c:v>45763.0</c:v>
                </c:pt>
                <c:pt idx="1689">
                  <c:v>45764.0</c:v>
                </c:pt>
                <c:pt idx="1690">
                  <c:v>45769.0</c:v>
                </c:pt>
                <c:pt idx="1691">
                  <c:v>45770.0</c:v>
                </c:pt>
                <c:pt idx="1692">
                  <c:v>45771.0</c:v>
                </c:pt>
                <c:pt idx="1693">
                  <c:v>45772.0</c:v>
                </c:pt>
                <c:pt idx="1694">
                  <c:v>45775.0</c:v>
                </c:pt>
                <c:pt idx="1695">
                  <c:v>45776.0</c:v>
                </c:pt>
                <c:pt idx="1696">
                  <c:v>45777.0</c:v>
                </c:pt>
                <c:pt idx="1697">
                  <c:v>45779.0</c:v>
                </c:pt>
                <c:pt idx="1698">
                  <c:v>45782.0</c:v>
                </c:pt>
                <c:pt idx="1699">
                  <c:v>45783.0</c:v>
                </c:pt>
                <c:pt idx="1700">
                  <c:v>45784.0</c:v>
                </c:pt>
                <c:pt idx="1701">
                  <c:v>45785.0</c:v>
                </c:pt>
                <c:pt idx="1702">
                  <c:v>45786.0</c:v>
                </c:pt>
                <c:pt idx="1703">
                  <c:v>45789.0</c:v>
                </c:pt>
                <c:pt idx="1704">
                  <c:v>45790.0</c:v>
                </c:pt>
                <c:pt idx="1705">
                  <c:v>45791.0</c:v>
                </c:pt>
                <c:pt idx="1706">
                  <c:v>45792.0</c:v>
                </c:pt>
                <c:pt idx="1707">
                  <c:v>45793.0</c:v>
                </c:pt>
                <c:pt idx="1708">
                  <c:v>45796.0</c:v>
                </c:pt>
                <c:pt idx="1709">
                  <c:v>45797.0</c:v>
                </c:pt>
                <c:pt idx="1710">
                  <c:v>45798.0</c:v>
                </c:pt>
                <c:pt idx="1711">
                  <c:v>45799.0</c:v>
                </c:pt>
                <c:pt idx="1712">
                  <c:v>45800.0</c:v>
                </c:pt>
                <c:pt idx="1713">
                  <c:v>45803.0</c:v>
                </c:pt>
                <c:pt idx="1714">
                  <c:v>45804.0</c:v>
                </c:pt>
                <c:pt idx="1715">
                  <c:v>45805.0</c:v>
                </c:pt>
                <c:pt idx="1716">
                  <c:v>45806.0</c:v>
                </c:pt>
                <c:pt idx="1717">
                  <c:v>45807.0</c:v>
                </c:pt>
                <c:pt idx="1718">
                  <c:v>45810.0</c:v>
                </c:pt>
                <c:pt idx="1719">
                  <c:v>45811.0</c:v>
                </c:pt>
                <c:pt idx="1720">
                  <c:v>45812.0</c:v>
                </c:pt>
                <c:pt idx="1721">
                  <c:v>45813.0</c:v>
                </c:pt>
                <c:pt idx="1722">
                  <c:v>45814.0</c:v>
                </c:pt>
                <c:pt idx="1723">
                  <c:v>45817.0</c:v>
                </c:pt>
                <c:pt idx="1724">
                  <c:v>45818.0</c:v>
                </c:pt>
                <c:pt idx="1725">
                  <c:v>45819.0</c:v>
                </c:pt>
                <c:pt idx="1726">
                  <c:v>45820.0</c:v>
                </c:pt>
                <c:pt idx="1727">
                  <c:v>45821.0</c:v>
                </c:pt>
                <c:pt idx="1728">
                  <c:v>45824.0</c:v>
                </c:pt>
                <c:pt idx="1729">
                  <c:v>45825.0</c:v>
                </c:pt>
                <c:pt idx="1730">
                  <c:v>45826.0</c:v>
                </c:pt>
                <c:pt idx="1731">
                  <c:v>45828.0</c:v>
                </c:pt>
                <c:pt idx="1732">
                  <c:v>45831.0</c:v>
                </c:pt>
                <c:pt idx="1733">
                  <c:v>45832.0</c:v>
                </c:pt>
                <c:pt idx="1734">
                  <c:v>45833.0</c:v>
                </c:pt>
                <c:pt idx="1735">
                  <c:v>45834.0</c:v>
                </c:pt>
                <c:pt idx="1736">
                  <c:v>45835.0</c:v>
                </c:pt>
                <c:pt idx="1737">
                  <c:v>45838.0</c:v>
                </c:pt>
                <c:pt idx="1738">
                  <c:v>45839.0</c:v>
                </c:pt>
                <c:pt idx="1739">
                  <c:v>45840.0</c:v>
                </c:pt>
                <c:pt idx="1740">
                  <c:v>45841.0</c:v>
                </c:pt>
                <c:pt idx="1741">
                  <c:v>45842.0</c:v>
                </c:pt>
                <c:pt idx="1742">
                  <c:v>45845.0</c:v>
                </c:pt>
                <c:pt idx="1743">
                  <c:v>45846.0</c:v>
                </c:pt>
                <c:pt idx="1744">
                  <c:v>45847.0</c:v>
                </c:pt>
                <c:pt idx="1745">
                  <c:v>45848.0</c:v>
                </c:pt>
                <c:pt idx="1746">
                  <c:v>45849.0</c:v>
                </c:pt>
                <c:pt idx="1747">
                  <c:v>45852.0</c:v>
                </c:pt>
                <c:pt idx="1748">
                  <c:v>45853.0</c:v>
                </c:pt>
                <c:pt idx="1749">
                  <c:v>45854.0</c:v>
                </c:pt>
                <c:pt idx="1750">
                  <c:v>45855.0</c:v>
                </c:pt>
                <c:pt idx="1751">
                  <c:v>45856.0</c:v>
                </c:pt>
                <c:pt idx="1752">
                  <c:v>45859.0</c:v>
                </c:pt>
                <c:pt idx="1753">
                  <c:v>45860.0</c:v>
                </c:pt>
                <c:pt idx="1754">
                  <c:v>45861.0</c:v>
                </c:pt>
                <c:pt idx="1755">
                  <c:v>45862.0</c:v>
                </c:pt>
                <c:pt idx="1756">
                  <c:v>45863.0</c:v>
                </c:pt>
                <c:pt idx="1757">
                  <c:v>45866.0</c:v>
                </c:pt>
                <c:pt idx="1758">
                  <c:v>45867.0</c:v>
                </c:pt>
                <c:pt idx="1759">
                  <c:v>45868.0</c:v>
                </c:pt>
                <c:pt idx="1760">
                  <c:v>45869.0</c:v>
                </c:pt>
                <c:pt idx="1761">
                  <c:v>45870.0</c:v>
                </c:pt>
                <c:pt idx="1762">
                  <c:v>45873.0</c:v>
                </c:pt>
                <c:pt idx="1763">
                  <c:v>45874.0</c:v>
                </c:pt>
                <c:pt idx="1764">
                  <c:v>45875.0</c:v>
                </c:pt>
                <c:pt idx="1765">
                  <c:v>45876.0</c:v>
                </c:pt>
                <c:pt idx="1766">
                  <c:v>45877.0</c:v>
                </c:pt>
                <c:pt idx="1767">
                  <c:v>45880.0</c:v>
                </c:pt>
                <c:pt idx="1768">
                  <c:v>45881.0</c:v>
                </c:pt>
                <c:pt idx="1769">
                  <c:v>45882.0</c:v>
                </c:pt>
                <c:pt idx="1770">
                  <c:v>45883.0</c:v>
                </c:pt>
                <c:pt idx="1771">
                  <c:v>45884.0</c:v>
                </c:pt>
                <c:pt idx="1772">
                  <c:v>45887.0</c:v>
                </c:pt>
                <c:pt idx="1773">
                  <c:v>45888.0</c:v>
                </c:pt>
                <c:pt idx="1774">
                  <c:v>45889.0</c:v>
                </c:pt>
                <c:pt idx="1775">
                  <c:v>45890.0</c:v>
                </c:pt>
                <c:pt idx="1776">
                  <c:v>45891.0</c:v>
                </c:pt>
                <c:pt idx="1777">
                  <c:v>45894.0</c:v>
                </c:pt>
                <c:pt idx="1778">
                  <c:v>45895.0</c:v>
                </c:pt>
                <c:pt idx="1779">
                  <c:v>45896.0</c:v>
                </c:pt>
                <c:pt idx="1780">
                  <c:v>45897.0</c:v>
                </c:pt>
                <c:pt idx="1781">
                  <c:v>45898.0</c:v>
                </c:pt>
                <c:pt idx="1782">
                  <c:v>45901.0</c:v>
                </c:pt>
                <c:pt idx="1783">
                  <c:v>45902.0</c:v>
                </c:pt>
                <c:pt idx="1784">
                  <c:v>45903.0</c:v>
                </c:pt>
                <c:pt idx="1785">
                  <c:v>45904.0</c:v>
                </c:pt>
                <c:pt idx="1786">
                  <c:v>45905.0</c:v>
                </c:pt>
                <c:pt idx="1787">
                  <c:v>45908.0</c:v>
                </c:pt>
                <c:pt idx="1788">
                  <c:v>45909.0</c:v>
                </c:pt>
                <c:pt idx="1789">
                  <c:v>45910.0</c:v>
                </c:pt>
                <c:pt idx="1790">
                  <c:v>45911.0</c:v>
                </c:pt>
                <c:pt idx="1791">
                  <c:v>45912.0</c:v>
                </c:pt>
                <c:pt idx="1792">
                  <c:v>45915.0</c:v>
                </c:pt>
                <c:pt idx="1793">
                  <c:v>45916.0</c:v>
                </c:pt>
                <c:pt idx="1794">
                  <c:v>45917.0</c:v>
                </c:pt>
                <c:pt idx="1795">
                  <c:v>45918.0</c:v>
                </c:pt>
                <c:pt idx="1796">
                  <c:v>45919.0</c:v>
                </c:pt>
                <c:pt idx="1797">
                  <c:v>45922.0</c:v>
                </c:pt>
                <c:pt idx="1798">
                  <c:v>45923.0</c:v>
                </c:pt>
                <c:pt idx="1799">
                  <c:v>45924.0</c:v>
                </c:pt>
                <c:pt idx="1800">
                  <c:v>45925.0</c:v>
                </c:pt>
                <c:pt idx="1801">
                  <c:v>45926.0</c:v>
                </c:pt>
                <c:pt idx="1802">
                  <c:v>45929.0</c:v>
                </c:pt>
                <c:pt idx="1803">
                  <c:v>45930.0</c:v>
                </c:pt>
                <c:pt idx="1804">
                  <c:v>45931.0</c:v>
                </c:pt>
                <c:pt idx="1805">
                  <c:v>45932.0</c:v>
                </c:pt>
                <c:pt idx="1806">
                  <c:v>45933.0</c:v>
                </c:pt>
                <c:pt idx="1807">
                  <c:v>45936.0</c:v>
                </c:pt>
                <c:pt idx="1808">
                  <c:v>45937.0</c:v>
                </c:pt>
                <c:pt idx="1809">
                  <c:v>45938.0</c:v>
                </c:pt>
                <c:pt idx="1810">
                  <c:v>45939.0</c:v>
                </c:pt>
                <c:pt idx="1811">
                  <c:v>45940.0</c:v>
                </c:pt>
                <c:pt idx="1812">
                  <c:v>45943.0</c:v>
                </c:pt>
                <c:pt idx="1813">
                  <c:v>45944.0</c:v>
                </c:pt>
                <c:pt idx="1814">
                  <c:v>45945.0</c:v>
                </c:pt>
                <c:pt idx="1815">
                  <c:v>45946.0</c:v>
                </c:pt>
                <c:pt idx="1816">
                  <c:v>45947.0</c:v>
                </c:pt>
                <c:pt idx="1817">
                  <c:v>45950.0</c:v>
                </c:pt>
                <c:pt idx="1818">
                  <c:v>45951.0</c:v>
                </c:pt>
                <c:pt idx="1819">
                  <c:v>45952.0</c:v>
                </c:pt>
                <c:pt idx="1820">
                  <c:v>45953.0</c:v>
                </c:pt>
                <c:pt idx="1821">
                  <c:v>45954.0</c:v>
                </c:pt>
                <c:pt idx="1822">
                  <c:v>45957.0</c:v>
                </c:pt>
                <c:pt idx="1823">
                  <c:v>45958.0</c:v>
                </c:pt>
                <c:pt idx="1824">
                  <c:v>45959.0</c:v>
                </c:pt>
                <c:pt idx="1825">
                  <c:v>45960.0</c:v>
                </c:pt>
                <c:pt idx="1826">
                  <c:v>45961.0</c:v>
                </c:pt>
                <c:pt idx="1827">
                  <c:v>45964.0</c:v>
                </c:pt>
                <c:pt idx="1828">
                  <c:v>45965.0</c:v>
                </c:pt>
                <c:pt idx="1829">
                  <c:v>45966.0</c:v>
                </c:pt>
                <c:pt idx="1830">
                  <c:v>45967.0</c:v>
                </c:pt>
                <c:pt idx="1831">
                  <c:v>45968.0</c:v>
                </c:pt>
                <c:pt idx="1832">
                  <c:v>45971.0</c:v>
                </c:pt>
                <c:pt idx="1833">
                  <c:v>45972.0</c:v>
                </c:pt>
                <c:pt idx="1834">
                  <c:v>45973.0</c:v>
                </c:pt>
                <c:pt idx="1835">
                  <c:v>45974.0</c:v>
                </c:pt>
                <c:pt idx="1836">
                  <c:v>45975.0</c:v>
                </c:pt>
                <c:pt idx="1837">
                  <c:v>45978.0</c:v>
                </c:pt>
                <c:pt idx="1838">
                  <c:v>45979.0</c:v>
                </c:pt>
                <c:pt idx="1839">
                  <c:v>45980.0</c:v>
                </c:pt>
                <c:pt idx="1840">
                  <c:v>45982.0</c:v>
                </c:pt>
                <c:pt idx="1841">
                  <c:v>45985.0</c:v>
                </c:pt>
                <c:pt idx="1842">
                  <c:v>45986.0</c:v>
                </c:pt>
                <c:pt idx="1843">
                  <c:v>45987.0</c:v>
                </c:pt>
                <c:pt idx="1844">
                  <c:v>45988.0</c:v>
                </c:pt>
                <c:pt idx="1845">
                  <c:v>45989.0</c:v>
                </c:pt>
                <c:pt idx="1846">
                  <c:v>45992.0</c:v>
                </c:pt>
                <c:pt idx="1847">
                  <c:v>45993.0</c:v>
                </c:pt>
                <c:pt idx="1848">
                  <c:v>45994.0</c:v>
                </c:pt>
                <c:pt idx="1849">
                  <c:v>45995.0</c:v>
                </c:pt>
                <c:pt idx="1850">
                  <c:v>45996.0</c:v>
                </c:pt>
                <c:pt idx="1851">
                  <c:v>45999.0</c:v>
                </c:pt>
                <c:pt idx="1852">
                  <c:v>46000.0</c:v>
                </c:pt>
                <c:pt idx="1853">
                  <c:v>46001.0</c:v>
                </c:pt>
                <c:pt idx="1854">
                  <c:v>46002.0</c:v>
                </c:pt>
                <c:pt idx="1855">
                  <c:v>46003.0</c:v>
                </c:pt>
                <c:pt idx="1856">
                  <c:v>46006.0</c:v>
                </c:pt>
                <c:pt idx="1857">
                  <c:v>46007.0</c:v>
                </c:pt>
                <c:pt idx="1858">
                  <c:v>46008.0</c:v>
                </c:pt>
                <c:pt idx="1859">
                  <c:v>46009.0</c:v>
                </c:pt>
                <c:pt idx="1860">
                  <c:v>46010.0</c:v>
                </c:pt>
                <c:pt idx="1861">
                  <c:v>46013.0</c:v>
                </c:pt>
                <c:pt idx="1862">
                  <c:v>46014.0</c:v>
                </c:pt>
                <c:pt idx="1863">
                  <c:v>46017.0</c:v>
                </c:pt>
                <c:pt idx="1864">
                  <c:v>46020.0</c:v>
                </c:pt>
                <c:pt idx="1865">
                  <c:v>46021.0</c:v>
                </c:pt>
                <c:pt idx="1866">
                  <c:v>46024.0</c:v>
                </c:pt>
                <c:pt idx="1867">
                  <c:v>46027.0</c:v>
                </c:pt>
                <c:pt idx="1868">
                  <c:v>46028.0</c:v>
                </c:pt>
                <c:pt idx="1869">
                  <c:v>46029.0</c:v>
                </c:pt>
                <c:pt idx="1870">
                  <c:v>46030.0</c:v>
                </c:pt>
                <c:pt idx="1871">
                  <c:v>46031.0</c:v>
                </c:pt>
                <c:pt idx="1872">
                  <c:v>46034.0</c:v>
                </c:pt>
                <c:pt idx="1873">
                  <c:v>46035.0</c:v>
                </c:pt>
                <c:pt idx="1874">
                  <c:v>46036.0</c:v>
                </c:pt>
                <c:pt idx="1875">
                  <c:v>46037.0</c:v>
                </c:pt>
                <c:pt idx="1876">
                  <c:v>46038.0</c:v>
                </c:pt>
                <c:pt idx="1877">
                  <c:v>46041.0</c:v>
                </c:pt>
                <c:pt idx="1878">
                  <c:v>46042.0</c:v>
                </c:pt>
                <c:pt idx="1879">
                  <c:v>46043.0</c:v>
                </c:pt>
                <c:pt idx="1880">
                  <c:v>46044.0</c:v>
                </c:pt>
                <c:pt idx="1881">
                  <c:v>46045.0</c:v>
                </c:pt>
                <c:pt idx="1882">
                  <c:v>46048.0</c:v>
                </c:pt>
                <c:pt idx="1883">
                  <c:v>46049.0</c:v>
                </c:pt>
                <c:pt idx="1884">
                  <c:v>46050.0</c:v>
                </c:pt>
                <c:pt idx="1885">
                  <c:v>46051.0</c:v>
                </c:pt>
                <c:pt idx="1886">
                  <c:v>46052.0</c:v>
                </c:pt>
                <c:pt idx="1887">
                  <c:v>46055.0</c:v>
                </c:pt>
                <c:pt idx="1888">
                  <c:v>46056.0</c:v>
                </c:pt>
                <c:pt idx="1889">
                  <c:v>46057.0</c:v>
                </c:pt>
                <c:pt idx="1890">
                  <c:v>46058.0</c:v>
                </c:pt>
                <c:pt idx="1891">
                  <c:v>46059.0</c:v>
                </c:pt>
                <c:pt idx="1892">
                  <c:v>46062.0</c:v>
                </c:pt>
                <c:pt idx="1893">
                  <c:v>46063.0</c:v>
                </c:pt>
                <c:pt idx="1894">
                  <c:v>46064.0</c:v>
                </c:pt>
                <c:pt idx="1895">
                  <c:v>46065.0</c:v>
                </c:pt>
                <c:pt idx="1896">
                  <c:v>46066.0</c:v>
                </c:pt>
                <c:pt idx="1897">
                  <c:v>46071.0</c:v>
                </c:pt>
                <c:pt idx="1898">
                  <c:v>46072.0</c:v>
                </c:pt>
                <c:pt idx="1899">
                  <c:v>46073.0</c:v>
                </c:pt>
                <c:pt idx="1900">
                  <c:v>46076.0</c:v>
                </c:pt>
                <c:pt idx="1901">
                  <c:v>46077.0</c:v>
                </c:pt>
                <c:pt idx="1902">
                  <c:v>46078.0</c:v>
                </c:pt>
                <c:pt idx="1903">
                  <c:v>46079.0</c:v>
                </c:pt>
                <c:pt idx="1904">
                  <c:v>46080.0</c:v>
                </c:pt>
                <c:pt idx="1905">
                  <c:v>46083.0</c:v>
                </c:pt>
                <c:pt idx="1906">
                  <c:v>46084.0</c:v>
                </c:pt>
                <c:pt idx="1907">
                  <c:v>46085.0</c:v>
                </c:pt>
                <c:pt idx="1908">
                  <c:v>46086.0</c:v>
                </c:pt>
                <c:pt idx="1909">
                  <c:v>46087.0</c:v>
                </c:pt>
                <c:pt idx="1910">
                  <c:v>46090.0</c:v>
                </c:pt>
                <c:pt idx="1911">
                  <c:v>46091.0</c:v>
                </c:pt>
                <c:pt idx="1912">
                  <c:v>46092.0</c:v>
                </c:pt>
                <c:pt idx="1913">
                  <c:v>46093.0</c:v>
                </c:pt>
                <c:pt idx="1914">
                  <c:v>46094.0</c:v>
                </c:pt>
                <c:pt idx="1915">
                  <c:v>46097.0</c:v>
                </c:pt>
                <c:pt idx="1916">
                  <c:v>46098.0</c:v>
                </c:pt>
                <c:pt idx="1917">
                  <c:v>46099.0</c:v>
                </c:pt>
                <c:pt idx="1918">
                  <c:v>46100.0</c:v>
                </c:pt>
                <c:pt idx="1919">
                  <c:v>46101.0</c:v>
                </c:pt>
                <c:pt idx="1920">
                  <c:v>46104.0</c:v>
                </c:pt>
                <c:pt idx="1921">
                  <c:v>46105.0</c:v>
                </c:pt>
                <c:pt idx="1922">
                  <c:v>46106.0</c:v>
                </c:pt>
                <c:pt idx="1923">
                  <c:v>46107.0</c:v>
                </c:pt>
                <c:pt idx="1924">
                  <c:v>46108.0</c:v>
                </c:pt>
                <c:pt idx="1925">
                  <c:v>46111.0</c:v>
                </c:pt>
                <c:pt idx="1926">
                  <c:v>46112.0</c:v>
                </c:pt>
                <c:pt idx="1927">
                  <c:v>46113.0</c:v>
                </c:pt>
                <c:pt idx="1928">
                  <c:v>46114.0</c:v>
                </c:pt>
                <c:pt idx="1929">
                  <c:v>46118.0</c:v>
                </c:pt>
                <c:pt idx="1930">
                  <c:v>46119.0</c:v>
                </c:pt>
                <c:pt idx="1931">
                  <c:v>46120.0</c:v>
                </c:pt>
                <c:pt idx="1932">
                  <c:v>46121.0</c:v>
                </c:pt>
                <c:pt idx="1933">
                  <c:v>46122.0</c:v>
                </c:pt>
                <c:pt idx="1934">
                  <c:v>46125.0</c:v>
                </c:pt>
                <c:pt idx="1935">
                  <c:v>46126.0</c:v>
                </c:pt>
                <c:pt idx="1936">
                  <c:v>46127.0</c:v>
                </c:pt>
                <c:pt idx="1937">
                  <c:v>46128.0</c:v>
                </c:pt>
                <c:pt idx="1938">
                  <c:v>46129.0</c:v>
                </c:pt>
                <c:pt idx="1939">
                  <c:v>46132.0</c:v>
                </c:pt>
                <c:pt idx="1940">
                  <c:v>46134.0</c:v>
                </c:pt>
                <c:pt idx="1941">
                  <c:v>46135.0</c:v>
                </c:pt>
                <c:pt idx="1942">
                  <c:v>46136.0</c:v>
                </c:pt>
                <c:pt idx="1943">
                  <c:v>46139.0</c:v>
                </c:pt>
                <c:pt idx="1944">
                  <c:v>46140.0</c:v>
                </c:pt>
                <c:pt idx="1945">
                  <c:v>46141.0</c:v>
                </c:pt>
                <c:pt idx="1946">
                  <c:v>46142.0</c:v>
                </c:pt>
                <c:pt idx="1947">
                  <c:v>46146.0</c:v>
                </c:pt>
                <c:pt idx="1948">
                  <c:v>46147.0</c:v>
                </c:pt>
                <c:pt idx="1949">
                  <c:v>46148.0</c:v>
                </c:pt>
                <c:pt idx="1950">
                  <c:v>46149.0</c:v>
                </c:pt>
                <c:pt idx="1951">
                  <c:v>46150.0</c:v>
                </c:pt>
                <c:pt idx="1952">
                  <c:v>46153.0</c:v>
                </c:pt>
                <c:pt idx="1953">
                  <c:v>46154.0</c:v>
                </c:pt>
                <c:pt idx="1954">
                  <c:v>46155.0</c:v>
                </c:pt>
                <c:pt idx="1955">
                  <c:v>46156.0</c:v>
                </c:pt>
                <c:pt idx="1956">
                  <c:v>46157.0</c:v>
                </c:pt>
                <c:pt idx="1957">
                  <c:v>46160.0</c:v>
                </c:pt>
                <c:pt idx="1958">
                  <c:v>46161.0</c:v>
                </c:pt>
                <c:pt idx="1959">
                  <c:v>46162.0</c:v>
                </c:pt>
                <c:pt idx="1960">
                  <c:v>46163.0</c:v>
                </c:pt>
                <c:pt idx="1961">
                  <c:v>46164.0</c:v>
                </c:pt>
                <c:pt idx="1962">
                  <c:v>46167.0</c:v>
                </c:pt>
                <c:pt idx="1963">
                  <c:v>46168.0</c:v>
                </c:pt>
                <c:pt idx="1964">
                  <c:v>46169.0</c:v>
                </c:pt>
                <c:pt idx="1965">
                  <c:v>46170.0</c:v>
                </c:pt>
                <c:pt idx="1966">
                  <c:v>46171.0</c:v>
                </c:pt>
                <c:pt idx="1967">
                  <c:v>46174.0</c:v>
                </c:pt>
                <c:pt idx="1968">
                  <c:v>46175.0</c:v>
                </c:pt>
                <c:pt idx="1969">
                  <c:v>46176.0</c:v>
                </c:pt>
                <c:pt idx="1970">
                  <c:v>46178.0</c:v>
                </c:pt>
                <c:pt idx="1971">
                  <c:v>46181.0</c:v>
                </c:pt>
                <c:pt idx="1972">
                  <c:v>46182.0</c:v>
                </c:pt>
                <c:pt idx="1973">
                  <c:v>46183.0</c:v>
                </c:pt>
                <c:pt idx="1974">
                  <c:v>46184.0</c:v>
                </c:pt>
                <c:pt idx="1975">
                  <c:v>46185.0</c:v>
                </c:pt>
                <c:pt idx="1976">
                  <c:v>46188.0</c:v>
                </c:pt>
                <c:pt idx="1977">
                  <c:v>46189.0</c:v>
                </c:pt>
                <c:pt idx="1978">
                  <c:v>46190.0</c:v>
                </c:pt>
                <c:pt idx="1979">
                  <c:v>46191.0</c:v>
                </c:pt>
                <c:pt idx="1980">
                  <c:v>46192.0</c:v>
                </c:pt>
                <c:pt idx="1981">
                  <c:v>46195.0</c:v>
                </c:pt>
                <c:pt idx="1982">
                  <c:v>46196.0</c:v>
                </c:pt>
                <c:pt idx="1983">
                  <c:v>46197.0</c:v>
                </c:pt>
                <c:pt idx="1984">
                  <c:v>46198.0</c:v>
                </c:pt>
                <c:pt idx="1985">
                  <c:v>46199.0</c:v>
                </c:pt>
                <c:pt idx="1986">
                  <c:v>46202.0</c:v>
                </c:pt>
                <c:pt idx="1987">
                  <c:v>46203.0</c:v>
                </c:pt>
                <c:pt idx="1988">
                  <c:v>46204.0</c:v>
                </c:pt>
                <c:pt idx="1989">
                  <c:v>46205.0</c:v>
                </c:pt>
                <c:pt idx="1990">
                  <c:v>46206.0</c:v>
                </c:pt>
                <c:pt idx="1991">
                  <c:v>46209.0</c:v>
                </c:pt>
                <c:pt idx="1992">
                  <c:v>46210.0</c:v>
                </c:pt>
                <c:pt idx="1993">
                  <c:v>46211.0</c:v>
                </c:pt>
                <c:pt idx="1994">
                  <c:v>46212.0</c:v>
                </c:pt>
                <c:pt idx="1995">
                  <c:v>46213.0</c:v>
                </c:pt>
                <c:pt idx="1996">
                  <c:v>46216.0</c:v>
                </c:pt>
                <c:pt idx="1997">
                  <c:v>46217.0</c:v>
                </c:pt>
                <c:pt idx="1998">
                  <c:v>46218.0</c:v>
                </c:pt>
                <c:pt idx="1999">
                  <c:v>46219.0</c:v>
                </c:pt>
                <c:pt idx="2000">
                  <c:v>46220.0</c:v>
                </c:pt>
                <c:pt idx="2001">
                  <c:v>46223.0</c:v>
                </c:pt>
                <c:pt idx="2002">
                  <c:v>46224.0</c:v>
                </c:pt>
                <c:pt idx="2003">
                  <c:v>46225.0</c:v>
                </c:pt>
                <c:pt idx="2004">
                  <c:v>46226.0</c:v>
                </c:pt>
                <c:pt idx="2005">
                  <c:v>46227.0</c:v>
                </c:pt>
                <c:pt idx="2006">
                  <c:v>46230.0</c:v>
                </c:pt>
                <c:pt idx="2007">
                  <c:v>46231.0</c:v>
                </c:pt>
                <c:pt idx="2008">
                  <c:v>46232.0</c:v>
                </c:pt>
                <c:pt idx="2009">
                  <c:v>46233.0</c:v>
                </c:pt>
                <c:pt idx="2010">
                  <c:v>46234.0</c:v>
                </c:pt>
                <c:pt idx="2011">
                  <c:v>46237.0</c:v>
                </c:pt>
                <c:pt idx="2012">
                  <c:v>46238.0</c:v>
                </c:pt>
                <c:pt idx="2013">
                  <c:v>46239.0</c:v>
                </c:pt>
                <c:pt idx="2014">
                  <c:v>46240.0</c:v>
                </c:pt>
                <c:pt idx="2015">
                  <c:v>46241.0</c:v>
                </c:pt>
                <c:pt idx="2016">
                  <c:v>46244.0</c:v>
                </c:pt>
                <c:pt idx="2017">
                  <c:v>46245.0</c:v>
                </c:pt>
                <c:pt idx="2018">
                  <c:v>46246.0</c:v>
                </c:pt>
                <c:pt idx="2019">
                  <c:v>46247.0</c:v>
                </c:pt>
                <c:pt idx="2020">
                  <c:v>46248.0</c:v>
                </c:pt>
                <c:pt idx="2021">
                  <c:v>46251.0</c:v>
                </c:pt>
                <c:pt idx="2022">
                  <c:v>46252.0</c:v>
                </c:pt>
                <c:pt idx="2023">
                  <c:v>46253.0</c:v>
                </c:pt>
                <c:pt idx="2024">
                  <c:v>46254.0</c:v>
                </c:pt>
                <c:pt idx="2025">
                  <c:v>46255.0</c:v>
                </c:pt>
                <c:pt idx="2026">
                  <c:v>46258.0</c:v>
                </c:pt>
                <c:pt idx="2027">
                  <c:v>46259.0</c:v>
                </c:pt>
                <c:pt idx="2028">
                  <c:v>46260.0</c:v>
                </c:pt>
                <c:pt idx="2029">
                  <c:v>46261.0</c:v>
                </c:pt>
                <c:pt idx="2030">
                  <c:v>46262.0</c:v>
                </c:pt>
                <c:pt idx="2031">
                  <c:v>46265.0</c:v>
                </c:pt>
              </c:numCache>
            </c:numRef>
          </c:cat>
          <c:val>
            <c:numRef>
              <c:f>Sheet1!$B$2:$B$2033</c:f>
              <c:numCache>
                <c:formatCode>General</c:formatCode>
                <c:ptCount val="2032"/>
                <c:pt idx="0">
                  <c:v>100.0</c:v>
                </c:pt>
                <c:pt idx="1">
                  <c:v>99.64461460211335</c:v>
                </c:pt>
                <c:pt idx="2">
                  <c:v>100.2053545182656</c:v>
                </c:pt>
                <c:pt idx="3">
                  <c:v>101.5377375128582</c:v>
                </c:pt>
                <c:pt idx="4">
                  <c:v>101.7806648416122</c:v>
                </c:pt>
                <c:pt idx="5">
                  <c:v>101.9704319581526</c:v>
                </c:pt>
                <c:pt idx="6">
                  <c:v>101.9079081950806</c:v>
                </c:pt>
                <c:pt idx="7">
                  <c:v>101.552202517096</c:v>
                </c:pt>
                <c:pt idx="8">
                  <c:v>102.6910931665454</c:v>
                </c:pt>
                <c:pt idx="9">
                  <c:v>103.831598744606</c:v>
                </c:pt>
                <c:pt idx="10">
                  <c:v>104.1232233866142</c:v>
                </c:pt>
                <c:pt idx="11">
                  <c:v>104.8035608967445</c:v>
                </c:pt>
                <c:pt idx="12">
                  <c:v>104.3101384697745</c:v>
                </c:pt>
                <c:pt idx="13">
                  <c:v>103.6952957495451</c:v>
                </c:pt>
                <c:pt idx="14">
                  <c:v>104.1175066945254</c:v>
                </c:pt>
                <c:pt idx="15">
                  <c:v>103.3671131507022</c:v>
                </c:pt>
                <c:pt idx="16">
                  <c:v>104.6129706411622</c:v>
                </c:pt>
                <c:pt idx="17">
                  <c:v>106.1713982363682</c:v>
                </c:pt>
                <c:pt idx="18">
                  <c:v>105.5566848031251</c:v>
                </c:pt>
                <c:pt idx="19">
                  <c:v>106.0247355859372</c:v>
                </c:pt>
                <c:pt idx="20">
                  <c:v>106.3721705584041</c:v>
                </c:pt>
                <c:pt idx="21">
                  <c:v>105.8168951773102</c:v>
                </c:pt>
                <c:pt idx="22">
                  <c:v>105.5653136823975</c:v>
                </c:pt>
                <c:pt idx="23">
                  <c:v>105.5612071175458</c:v>
                </c:pt>
                <c:pt idx="24">
                  <c:v>106.8897011165018</c:v>
                </c:pt>
                <c:pt idx="25">
                  <c:v>106.6026848802267</c:v>
                </c:pt>
                <c:pt idx="26">
                  <c:v>105.9402708707884</c:v>
                </c:pt>
                <c:pt idx="27">
                  <c:v>105.7414786790634</c:v>
                </c:pt>
                <c:pt idx="28">
                  <c:v>106.1396311122802</c:v>
                </c:pt>
                <c:pt idx="29">
                  <c:v>104.2477104904382</c:v>
                </c:pt>
                <c:pt idx="30">
                  <c:v>104.9766506903453</c:v>
                </c:pt>
                <c:pt idx="31">
                  <c:v>107.406381077785</c:v>
                </c:pt>
                <c:pt idx="32">
                  <c:v>106.4005509035181</c:v>
                </c:pt>
                <c:pt idx="33">
                  <c:v>106.2487145498183</c:v>
                </c:pt>
                <c:pt idx="34">
                  <c:v>105.7718288093457</c:v>
                </c:pt>
                <c:pt idx="35">
                  <c:v>105.4146107913618</c:v>
                </c:pt>
                <c:pt idx="36">
                  <c:v>104.2881137807168</c:v>
                </c:pt>
                <c:pt idx="37">
                  <c:v>106.183462143738</c:v>
                </c:pt>
                <c:pt idx="38">
                  <c:v>104.3506237340005</c:v>
                </c:pt>
                <c:pt idx="39">
                  <c:v>104.0382158062105</c:v>
                </c:pt>
                <c:pt idx="40">
                  <c:v>106.3147842052714</c:v>
                </c:pt>
                <c:pt idx="41">
                  <c:v>106.0574671979922</c:v>
                </c:pt>
                <c:pt idx="42">
                  <c:v>106.4856435045309</c:v>
                </c:pt>
                <c:pt idx="43">
                  <c:v>105.0184946020076</c:v>
                </c:pt>
                <c:pt idx="44">
                  <c:v>105.8935590752037</c:v>
                </c:pt>
                <c:pt idx="45">
                  <c:v>105.5934093030293</c:v>
                </c:pt>
                <c:pt idx="46">
                  <c:v>103.6851078929049</c:v>
                </c:pt>
                <c:pt idx="47">
                  <c:v>104.4165464490919</c:v>
                </c:pt>
                <c:pt idx="48">
                  <c:v>105.8450219096465</c:v>
                </c:pt>
                <c:pt idx="49">
                  <c:v>106.5048698508005</c:v>
                </c:pt>
                <c:pt idx="50">
                  <c:v>104.4040250313417</c:v>
                </c:pt>
                <c:pt idx="51">
                  <c:v>104.8948542343644</c:v>
                </c:pt>
                <c:pt idx="52">
                  <c:v>104.7426044593209</c:v>
                </c:pt>
                <c:pt idx="53">
                  <c:v>105.3007771309011</c:v>
                </c:pt>
                <c:pt idx="54">
                  <c:v>106.1941512886163</c:v>
                </c:pt>
                <c:pt idx="55">
                  <c:v>106.7614107752861</c:v>
                </c:pt>
                <c:pt idx="56">
                  <c:v>106.966416633626</c:v>
                </c:pt>
                <c:pt idx="57">
                  <c:v>107.2417767836299</c:v>
                </c:pt>
                <c:pt idx="58">
                  <c:v>108.9481068178249</c:v>
                </c:pt>
                <c:pt idx="59">
                  <c:v>107.507253529165</c:v>
                </c:pt>
                <c:pt idx="60">
                  <c:v>107.8801240218686</c:v>
                </c:pt>
                <c:pt idx="61">
                  <c:v>107.5959109409733</c:v>
                </c:pt>
                <c:pt idx="62">
                  <c:v>108.2272224897208</c:v>
                </c:pt>
                <c:pt idx="63">
                  <c:v>107.9933604233126</c:v>
                </c:pt>
                <c:pt idx="64">
                  <c:v>107.5941765611936</c:v>
                </c:pt>
                <c:pt idx="65">
                  <c:v>110.114107196713</c:v>
                </c:pt>
                <c:pt idx="66">
                  <c:v>112.0292708195308</c:v>
                </c:pt>
                <c:pt idx="67">
                  <c:v>112.2791336481197</c:v>
                </c:pt>
                <c:pt idx="68">
                  <c:v>111.2684180928166</c:v>
                </c:pt>
                <c:pt idx="69">
                  <c:v>113.4425222392461</c:v>
                </c:pt>
                <c:pt idx="70">
                  <c:v>114.0247004270781</c:v>
                </c:pt>
                <c:pt idx="71">
                  <c:v>111.4826938392651</c:v>
                </c:pt>
                <c:pt idx="72">
                  <c:v>110.7027859409596</c:v>
                </c:pt>
                <c:pt idx="73">
                  <c:v>112.5845169685838</c:v>
                </c:pt>
                <c:pt idx="74">
                  <c:v>114.317532313982</c:v>
                </c:pt>
                <c:pt idx="75">
                  <c:v>114.8862669206482</c:v>
                </c:pt>
                <c:pt idx="76">
                  <c:v>113.6511597306006</c:v>
                </c:pt>
                <c:pt idx="77">
                  <c:v>114.2645897542289</c:v>
                </c:pt>
                <c:pt idx="78">
                  <c:v>115.7776910596825</c:v>
                </c:pt>
                <c:pt idx="79">
                  <c:v>115.119191132996</c:v>
                </c:pt>
                <c:pt idx="80">
                  <c:v>112.9559782608006</c:v>
                </c:pt>
                <c:pt idx="81">
                  <c:v>113.3033785903006</c:v>
                </c:pt>
                <c:pt idx="82">
                  <c:v>115.1740598234886</c:v>
                </c:pt>
                <c:pt idx="83">
                  <c:v>113.1972329679874</c:v>
                </c:pt>
                <c:pt idx="84">
                  <c:v>114.9430459228202</c:v>
                </c:pt>
                <c:pt idx="85">
                  <c:v>116.2652604937133</c:v>
                </c:pt>
                <c:pt idx="86">
                  <c:v>117.6018646921119</c:v>
                </c:pt>
                <c:pt idx="87">
                  <c:v>119.2535113656191</c:v>
                </c:pt>
                <c:pt idx="88">
                  <c:v>119.6084314917094</c:v>
                </c:pt>
                <c:pt idx="89">
                  <c:v>120.0331545267268</c:v>
                </c:pt>
                <c:pt idx="90">
                  <c:v>117.7070061375603</c:v>
                </c:pt>
                <c:pt idx="91">
                  <c:v>117.400865817717</c:v>
                </c:pt>
                <c:pt idx="92">
                  <c:v>118.3828798914069</c:v>
                </c:pt>
                <c:pt idx="93">
                  <c:v>118.347515570506</c:v>
                </c:pt>
                <c:pt idx="94">
                  <c:v>118.6628101577825</c:v>
                </c:pt>
                <c:pt idx="95">
                  <c:v>120.9108059742986</c:v>
                </c:pt>
                <c:pt idx="96">
                  <c:v>120.424183825047</c:v>
                </c:pt>
                <c:pt idx="97">
                  <c:v>118.9366701876356</c:v>
                </c:pt>
                <c:pt idx="98">
                  <c:v>119.1875234548598</c:v>
                </c:pt>
                <c:pt idx="99">
                  <c:v>116.8109173252808</c:v>
                </c:pt>
                <c:pt idx="100">
                  <c:v>115.6711502612824</c:v>
                </c:pt>
                <c:pt idx="101">
                  <c:v>118.3171211942252</c:v>
                </c:pt>
                <c:pt idx="102">
                  <c:v>120.598159402062</c:v>
                </c:pt>
                <c:pt idx="103">
                  <c:v>120.9500104233587</c:v>
                </c:pt>
                <c:pt idx="104">
                  <c:v>120.5756103088132</c:v>
                </c:pt>
                <c:pt idx="105">
                  <c:v>121.5514054588172</c:v>
                </c:pt>
                <c:pt idx="106">
                  <c:v>120.6138406556131</c:v>
                </c:pt>
                <c:pt idx="107">
                  <c:v>120.8123047326114</c:v>
                </c:pt>
                <c:pt idx="108">
                  <c:v>120.5229561466877</c:v>
                </c:pt>
                <c:pt idx="109">
                  <c:v>119.8933612678155</c:v>
                </c:pt>
                <c:pt idx="110">
                  <c:v>118.2598055102309</c:v>
                </c:pt>
                <c:pt idx="111">
                  <c:v>119.0232693957776</c:v>
                </c:pt>
                <c:pt idx="112">
                  <c:v>118.8029114769245</c:v>
                </c:pt>
                <c:pt idx="113">
                  <c:v>119.472999479391</c:v>
                </c:pt>
                <c:pt idx="114">
                  <c:v>118.8484724875733</c:v>
                </c:pt>
                <c:pt idx="115">
                  <c:v>117.2272741327245</c:v>
                </c:pt>
                <c:pt idx="116">
                  <c:v>117.8575468081954</c:v>
                </c:pt>
                <c:pt idx="117">
                  <c:v>115.888812748757</c:v>
                </c:pt>
                <c:pt idx="118">
                  <c:v>116.476498536309</c:v>
                </c:pt>
                <c:pt idx="119">
                  <c:v>116.0458885268764</c:v>
                </c:pt>
                <c:pt idx="120">
                  <c:v>116.0233969198436</c:v>
                </c:pt>
                <c:pt idx="121">
                  <c:v>116.2313032388692</c:v>
                </c:pt>
                <c:pt idx="122">
                  <c:v>119.1484335731778</c:v>
                </c:pt>
                <c:pt idx="123">
                  <c:v>121.3420487183252</c:v>
                </c:pt>
                <c:pt idx="124">
                  <c:v>122.9187429219766</c:v>
                </c:pt>
                <c:pt idx="125">
                  <c:v>124.6552175088934</c:v>
                </c:pt>
                <c:pt idx="126">
                  <c:v>124.310866033686</c:v>
                </c:pt>
                <c:pt idx="127">
                  <c:v>125.5484025965613</c:v>
                </c:pt>
                <c:pt idx="128">
                  <c:v>128.0906879024085</c:v>
                </c:pt>
                <c:pt idx="129">
                  <c:v>128.0037428806492</c:v>
                </c:pt>
                <c:pt idx="130">
                  <c:v>127.8664420048973</c:v>
                </c:pt>
                <c:pt idx="131">
                  <c:v>129.2866100180998</c:v>
                </c:pt>
                <c:pt idx="132">
                  <c:v>128.526359314651</c:v>
                </c:pt>
                <c:pt idx="133">
                  <c:v>127.8625473005839</c:v>
                </c:pt>
                <c:pt idx="134">
                  <c:v>129.641630580688</c:v>
                </c:pt>
                <c:pt idx="135">
                  <c:v>130.7451755704011</c:v>
                </c:pt>
                <c:pt idx="136">
                  <c:v>131.9112053149231</c:v>
                </c:pt>
                <c:pt idx="137">
                  <c:v>131.0913032427757</c:v>
                </c:pt>
                <c:pt idx="138">
                  <c:v>133.8079693944258</c:v>
                </c:pt>
                <c:pt idx="139">
                  <c:v>135.6010927632876</c:v>
                </c:pt>
                <c:pt idx="140">
                  <c:v>130.7416921744039</c:v>
                </c:pt>
                <c:pt idx="141">
                  <c:v>131.3136330889841</c:v>
                </c:pt>
                <c:pt idx="142">
                  <c:v>134.5283156828137</c:v>
                </c:pt>
                <c:pt idx="143">
                  <c:v>133.6763428647675</c:v>
                </c:pt>
                <c:pt idx="144">
                  <c:v>134.6378264292987</c:v>
                </c:pt>
                <c:pt idx="145">
                  <c:v>135.2018479330332</c:v>
                </c:pt>
                <c:pt idx="146">
                  <c:v>133.1881189759287</c:v>
                </c:pt>
                <c:pt idx="147">
                  <c:v>128.7555362542732</c:v>
                </c:pt>
                <c:pt idx="148">
                  <c:v>128.2960036263485</c:v>
                </c:pt>
                <c:pt idx="149">
                  <c:v>129.8238545354999</c:v>
                </c:pt>
                <c:pt idx="150">
                  <c:v>128.6063001336849</c:v>
                </c:pt>
                <c:pt idx="151">
                  <c:v>130.8498178877489</c:v>
                </c:pt>
                <c:pt idx="152">
                  <c:v>131.026603337617</c:v>
                </c:pt>
                <c:pt idx="153">
                  <c:v>131.9286229707657</c:v>
                </c:pt>
                <c:pt idx="154">
                  <c:v>130.7521109001966</c:v>
                </c:pt>
                <c:pt idx="155">
                  <c:v>129.2328484782538</c:v>
                </c:pt>
                <c:pt idx="156">
                  <c:v>131.7129107466299</c:v>
                </c:pt>
                <c:pt idx="157">
                  <c:v>129.6872213295487</c:v>
                </c:pt>
                <c:pt idx="158">
                  <c:v>130.0444936725629</c:v>
                </c:pt>
                <c:pt idx="159">
                  <c:v>131.5330051155985</c:v>
                </c:pt>
                <c:pt idx="160">
                  <c:v>131.5217991178783</c:v>
                </c:pt>
                <c:pt idx="161">
                  <c:v>131.6046447600156</c:v>
                </c:pt>
                <c:pt idx="162">
                  <c:v>132.187144569905</c:v>
                </c:pt>
                <c:pt idx="163">
                  <c:v>131.2996928333824</c:v>
                </c:pt>
                <c:pt idx="164">
                  <c:v>130.2146135368482</c:v>
                </c:pt>
                <c:pt idx="165">
                  <c:v>129.7183127115093</c:v>
                </c:pt>
                <c:pt idx="166">
                  <c:v>129.991026677712</c:v>
                </c:pt>
                <c:pt idx="167">
                  <c:v>131.713705138279</c:v>
                </c:pt>
                <c:pt idx="168">
                  <c:v>132.8128192149362</c:v>
                </c:pt>
                <c:pt idx="169">
                  <c:v>133.556525067598</c:v>
                </c:pt>
                <c:pt idx="170">
                  <c:v>134.7398477232067</c:v>
                </c:pt>
                <c:pt idx="171">
                  <c:v>134.9312872489937</c:v>
                </c:pt>
                <c:pt idx="172">
                  <c:v>135.0587170176029</c:v>
                </c:pt>
                <c:pt idx="173">
                  <c:v>136.1873596771042</c:v>
                </c:pt>
                <c:pt idx="174">
                  <c:v>135.8148064109782</c:v>
                </c:pt>
                <c:pt idx="175">
                  <c:v>133.4329411341986</c:v>
                </c:pt>
                <c:pt idx="176">
                  <c:v>131.9134403139854</c:v>
                </c:pt>
                <c:pt idx="177">
                  <c:v>129.3288064733959</c:v>
                </c:pt>
                <c:pt idx="178">
                  <c:v>129.5443647260359</c:v>
                </c:pt>
                <c:pt idx="179">
                  <c:v>131.4747064117584</c:v>
                </c:pt>
                <c:pt idx="180">
                  <c:v>127.8973675918156</c:v>
                </c:pt>
                <c:pt idx="181">
                  <c:v>130.4363341508446</c:v>
                </c:pt>
                <c:pt idx="182">
                  <c:v>131.912106112545</c:v>
                </c:pt>
                <c:pt idx="183">
                  <c:v>133.3395982160833</c:v>
                </c:pt>
                <c:pt idx="184">
                  <c:v>131.3944217952177</c:v>
                </c:pt>
                <c:pt idx="185">
                  <c:v>131.8226014875156</c:v>
                </c:pt>
                <c:pt idx="186">
                  <c:v>133.5939604675322</c:v>
                </c:pt>
                <c:pt idx="187">
                  <c:v>135.1451351767471</c:v>
                </c:pt>
                <c:pt idx="188">
                  <c:v>136.075157755091</c:v>
                </c:pt>
                <c:pt idx="189">
                  <c:v>133.5970746758441</c:v>
                </c:pt>
                <c:pt idx="190">
                  <c:v>133.2300318998166</c:v>
                </c:pt>
                <c:pt idx="191">
                  <c:v>131.4556664856977</c:v>
                </c:pt>
                <c:pt idx="192">
                  <c:v>130.5902912519304</c:v>
                </c:pt>
                <c:pt idx="193">
                  <c:v>131.3293705068405</c:v>
                </c:pt>
                <c:pt idx="194">
                  <c:v>133.4619982058233</c:v>
                </c:pt>
                <c:pt idx="195">
                  <c:v>131.770168906439</c:v>
                </c:pt>
                <c:pt idx="196">
                  <c:v>132.6152009079154</c:v>
                </c:pt>
                <c:pt idx="197">
                  <c:v>132.4421018699435</c:v>
                </c:pt>
                <c:pt idx="198">
                  <c:v>133.5820259822949</c:v>
                </c:pt>
                <c:pt idx="199">
                  <c:v>132.5477347465612</c:v>
                </c:pt>
                <c:pt idx="200">
                  <c:v>133.6165311588805</c:v>
                </c:pt>
                <c:pt idx="201">
                  <c:v>133.8259065240734</c:v>
                </c:pt>
                <c:pt idx="202">
                  <c:v>134.7639416820047</c:v>
                </c:pt>
                <c:pt idx="203">
                  <c:v>134.2924788994281</c:v>
                </c:pt>
                <c:pt idx="204">
                  <c:v>133.2040776296212</c:v>
                </c:pt>
                <c:pt idx="205">
                  <c:v>132.5138573236516</c:v>
                </c:pt>
                <c:pt idx="206">
                  <c:v>132.0154672984171</c:v>
                </c:pt>
                <c:pt idx="207">
                  <c:v>132.1724985352372</c:v>
                </c:pt>
                <c:pt idx="208">
                  <c:v>132.9093396055439</c:v>
                </c:pt>
                <c:pt idx="209">
                  <c:v>132.2407551355543</c:v>
                </c:pt>
                <c:pt idx="210">
                  <c:v>132.182918935802</c:v>
                </c:pt>
                <c:pt idx="211">
                  <c:v>129.8181422307931</c:v>
                </c:pt>
                <c:pt idx="212">
                  <c:v>129.5661616039136</c:v>
                </c:pt>
                <c:pt idx="213">
                  <c:v>129.8550785304505</c:v>
                </c:pt>
                <c:pt idx="214">
                  <c:v>127.3890686438108</c:v>
                </c:pt>
                <c:pt idx="215">
                  <c:v>127.1753743418912</c:v>
                </c:pt>
                <c:pt idx="216">
                  <c:v>129.7295279892802</c:v>
                </c:pt>
                <c:pt idx="217">
                  <c:v>131.8409942558134</c:v>
                </c:pt>
                <c:pt idx="218">
                  <c:v>132.2321331197705</c:v>
                </c:pt>
                <c:pt idx="219">
                  <c:v>131.6357303652362</c:v>
                </c:pt>
                <c:pt idx="220">
                  <c:v>131.8952346042013</c:v>
                </c:pt>
                <c:pt idx="221">
                  <c:v>133.3551550731341</c:v>
                </c:pt>
                <c:pt idx="222">
                  <c:v>135.2898201117977</c:v>
                </c:pt>
                <c:pt idx="223">
                  <c:v>136.1877994534859</c:v>
                </c:pt>
                <c:pt idx="224">
                  <c:v>137.7797957235344</c:v>
                </c:pt>
                <c:pt idx="225">
                  <c:v>140.1374243586077</c:v>
                </c:pt>
                <c:pt idx="226">
                  <c:v>139.3544993229837</c:v>
                </c:pt>
                <c:pt idx="227">
                  <c:v>141.2031486325582</c:v>
                </c:pt>
                <c:pt idx="228">
                  <c:v>139.6903207146224</c:v>
                </c:pt>
                <c:pt idx="229">
                  <c:v>141.1490362830302</c:v>
                </c:pt>
                <c:pt idx="230">
                  <c:v>141.3466929082614</c:v>
                </c:pt>
                <c:pt idx="231">
                  <c:v>140.0742108815215</c:v>
                </c:pt>
                <c:pt idx="232">
                  <c:v>141.3575871580027</c:v>
                </c:pt>
                <c:pt idx="233">
                  <c:v>141.0369026688798</c:v>
                </c:pt>
                <c:pt idx="234">
                  <c:v>140.6672222850731</c:v>
                </c:pt>
                <c:pt idx="235">
                  <c:v>140.1150084213382</c:v>
                </c:pt>
                <c:pt idx="236">
                  <c:v>138.7874407230446</c:v>
                </c:pt>
                <c:pt idx="237">
                  <c:v>140.6045645711398</c:v>
                </c:pt>
                <c:pt idx="238">
                  <c:v>141.6586763772467</c:v>
                </c:pt>
                <c:pt idx="239">
                  <c:v>142.3733779996813</c:v>
                </c:pt>
                <c:pt idx="240">
                  <c:v>142.7650179882135</c:v>
                </c:pt>
                <c:pt idx="241">
                  <c:v>140.3430156566904</c:v>
                </c:pt>
                <c:pt idx="242">
                  <c:v>141.3664509591123</c:v>
                </c:pt>
                <c:pt idx="243">
                  <c:v>142.6589789811454</c:v>
                </c:pt>
                <c:pt idx="244">
                  <c:v>142.9001941139483</c:v>
                </c:pt>
                <c:pt idx="245">
                  <c:v>143.9846733944272</c:v>
                </c:pt>
                <c:pt idx="246">
                  <c:v>142.065697020883</c:v>
                </c:pt>
                <c:pt idx="247">
                  <c:v>144.0747768159025</c:v>
                </c:pt>
                <c:pt idx="248">
                  <c:v>145.6762671732037</c:v>
                </c:pt>
                <c:pt idx="249">
                  <c:v>145.7042757097624</c:v>
                </c:pt>
                <c:pt idx="250">
                  <c:v>147.4332380340274</c:v>
                </c:pt>
                <c:pt idx="251">
                  <c:v>149.1023330334281</c:v>
                </c:pt>
                <c:pt idx="252">
                  <c:v>149.0418173457302</c:v>
                </c:pt>
                <c:pt idx="253">
                  <c:v>147.705109915136</c:v>
                </c:pt>
                <c:pt idx="254">
                  <c:v>147.4384277171522</c:v>
                </c:pt>
                <c:pt idx="255">
                  <c:v>147.036337173891</c:v>
                </c:pt>
                <c:pt idx="256">
                  <c:v>147.0895223703924</c:v>
                </c:pt>
                <c:pt idx="257">
                  <c:v>148.4117879910613</c:v>
                </c:pt>
                <c:pt idx="258">
                  <c:v>147.1034155710394</c:v>
                </c:pt>
                <c:pt idx="259">
                  <c:v>148.5144153913681</c:v>
                </c:pt>
                <c:pt idx="260">
                  <c:v>148.6864985316063</c:v>
                </c:pt>
                <c:pt idx="261">
                  <c:v>147.6043155592243</c:v>
                </c:pt>
                <c:pt idx="262">
                  <c:v>145.5627174286219</c:v>
                </c:pt>
                <c:pt idx="263">
                  <c:v>145.9055415358573</c:v>
                </c:pt>
                <c:pt idx="264">
                  <c:v>145.7772262791786</c:v>
                </c:pt>
                <c:pt idx="265">
                  <c:v>145.4957811101096</c:v>
                </c:pt>
                <c:pt idx="266">
                  <c:v>144.4656132052585</c:v>
                </c:pt>
                <c:pt idx="267">
                  <c:v>145.931253891273</c:v>
                </c:pt>
                <c:pt idx="268">
                  <c:v>146.6111493042064</c:v>
                </c:pt>
                <c:pt idx="269">
                  <c:v>144.7913379796552</c:v>
                </c:pt>
                <c:pt idx="270">
                  <c:v>147.6512564512912</c:v>
                </c:pt>
                <c:pt idx="271">
                  <c:v>148.1436723983559</c:v>
                </c:pt>
                <c:pt idx="272">
                  <c:v>149.0514599758423</c:v>
                </c:pt>
                <c:pt idx="273">
                  <c:v>149.8824664137914</c:v>
                </c:pt>
                <c:pt idx="274">
                  <c:v>147.7394023207337</c:v>
                </c:pt>
                <c:pt idx="275">
                  <c:v>148.6619513907297</c:v>
                </c:pt>
                <c:pt idx="276">
                  <c:v>145.6032261332093</c:v>
                </c:pt>
                <c:pt idx="277">
                  <c:v>143.2267694842464</c:v>
                </c:pt>
                <c:pt idx="278">
                  <c:v>145.2493657688478</c:v>
                </c:pt>
                <c:pt idx="279">
                  <c:v>144.9499397937777</c:v>
                </c:pt>
                <c:pt idx="280">
                  <c:v>144.1623909222695</c:v>
                </c:pt>
                <c:pt idx="281">
                  <c:v>146.3233766389732</c:v>
                </c:pt>
                <c:pt idx="282">
                  <c:v>145.9538947524811</c:v>
                </c:pt>
                <c:pt idx="283">
                  <c:v>143.505245193693</c:v>
                </c:pt>
                <c:pt idx="284">
                  <c:v>142.7592372274819</c:v>
                </c:pt>
                <c:pt idx="285">
                  <c:v>143.5111994705962</c:v>
                </c:pt>
                <c:pt idx="286">
                  <c:v>144.3980218938531</c:v>
                </c:pt>
                <c:pt idx="287">
                  <c:v>145.8106961682432</c:v>
                </c:pt>
                <c:pt idx="288">
                  <c:v>147.4061107214004</c:v>
                </c:pt>
                <c:pt idx="289">
                  <c:v>147.6731503492032</c:v>
                </c:pt>
                <c:pt idx="290">
                  <c:v>146.2054092823698</c:v>
                </c:pt>
                <c:pt idx="291">
                  <c:v>146.5199452470955</c:v>
                </c:pt>
                <c:pt idx="292">
                  <c:v>147.4112053752847</c:v>
                </c:pt>
                <c:pt idx="293">
                  <c:v>148.0818690017158</c:v>
                </c:pt>
                <c:pt idx="294">
                  <c:v>146.3547090006429</c:v>
                </c:pt>
                <c:pt idx="295">
                  <c:v>145.7519197243069</c:v>
                </c:pt>
                <c:pt idx="296">
                  <c:v>148.1886103820806</c:v>
                </c:pt>
                <c:pt idx="297">
                  <c:v>148.9619948936034</c:v>
                </c:pt>
                <c:pt idx="298">
                  <c:v>147.733134245606</c:v>
                </c:pt>
                <c:pt idx="299">
                  <c:v>147.0718606702818</c:v>
                </c:pt>
                <c:pt idx="300">
                  <c:v>147.5326014308169</c:v>
                </c:pt>
                <c:pt idx="301">
                  <c:v>147.1617505368851</c:v>
                </c:pt>
                <c:pt idx="302">
                  <c:v>147.4063500244372</c:v>
                </c:pt>
                <c:pt idx="303">
                  <c:v>146.5849750864317</c:v>
                </c:pt>
                <c:pt idx="304">
                  <c:v>146.6626869024011</c:v>
                </c:pt>
                <c:pt idx="305">
                  <c:v>145.4737702063463</c:v>
                </c:pt>
                <c:pt idx="306">
                  <c:v>145.6629224805962</c:v>
                </c:pt>
                <c:pt idx="307">
                  <c:v>146.9198896465133</c:v>
                </c:pt>
                <c:pt idx="308">
                  <c:v>146.3464960269391</c:v>
                </c:pt>
                <c:pt idx="309">
                  <c:v>147.7934053839709</c:v>
                </c:pt>
                <c:pt idx="310">
                  <c:v>146.9741805272223</c:v>
                </c:pt>
                <c:pt idx="311">
                  <c:v>143.9768673388463</c:v>
                </c:pt>
                <c:pt idx="312">
                  <c:v>145.4103660584359</c:v>
                </c:pt>
                <c:pt idx="313">
                  <c:v>145.6469146727565</c:v>
                </c:pt>
                <c:pt idx="314">
                  <c:v>142.3190805941624</c:v>
                </c:pt>
                <c:pt idx="315">
                  <c:v>142.3593387162172</c:v>
                </c:pt>
                <c:pt idx="316">
                  <c:v>142.3254544255244</c:v>
                </c:pt>
                <c:pt idx="317">
                  <c:v>141.402226142097</c:v>
                </c:pt>
                <c:pt idx="318">
                  <c:v>144.2242861767288</c:v>
                </c:pt>
                <c:pt idx="319">
                  <c:v>144.3783466866016</c:v>
                </c:pt>
                <c:pt idx="320">
                  <c:v>142.7163995588617</c:v>
                </c:pt>
                <c:pt idx="321">
                  <c:v>142.6437381760796</c:v>
                </c:pt>
                <c:pt idx="322">
                  <c:v>143.0747785798989</c:v>
                </c:pt>
                <c:pt idx="323">
                  <c:v>143.3614181054823</c:v>
                </c:pt>
                <c:pt idx="324">
                  <c:v>145.1433627135486</c:v>
                </c:pt>
                <c:pt idx="325">
                  <c:v>144.8343823053661</c:v>
                </c:pt>
                <c:pt idx="326">
                  <c:v>144.7669216088734</c:v>
                </c:pt>
                <c:pt idx="327">
                  <c:v>144.4718527742373</c:v>
                </c:pt>
                <c:pt idx="328">
                  <c:v>143.9683217799255</c:v>
                </c:pt>
                <c:pt idx="329">
                  <c:v>145.4850529656255</c:v>
                </c:pt>
                <c:pt idx="330">
                  <c:v>145.0129265293014</c:v>
                </c:pt>
                <c:pt idx="331">
                  <c:v>147.250498237188</c:v>
                </c:pt>
                <c:pt idx="332">
                  <c:v>147.1819171681753</c:v>
                </c:pt>
                <c:pt idx="333">
                  <c:v>147.3439663567461</c:v>
                </c:pt>
                <c:pt idx="334">
                  <c:v>146.3590790525545</c:v>
                </c:pt>
                <c:pt idx="335">
                  <c:v>145.4815390877436</c:v>
                </c:pt>
                <c:pt idx="336">
                  <c:v>146.4247571655669</c:v>
                </c:pt>
                <c:pt idx="337">
                  <c:v>146.9492805476121</c:v>
                </c:pt>
                <c:pt idx="338">
                  <c:v>146.2892275565392</c:v>
                </c:pt>
                <c:pt idx="339">
                  <c:v>146.9763869940559</c:v>
                </c:pt>
                <c:pt idx="340">
                  <c:v>146.2288465457044</c:v>
                </c:pt>
                <c:pt idx="341">
                  <c:v>145.2858666316608</c:v>
                </c:pt>
                <c:pt idx="342">
                  <c:v>146.0567188430136</c:v>
                </c:pt>
                <c:pt idx="343">
                  <c:v>146.8276324045214</c:v>
                </c:pt>
                <c:pt idx="344">
                  <c:v>146.0265838038547</c:v>
                </c:pt>
                <c:pt idx="345">
                  <c:v>146.515288716473</c:v>
                </c:pt>
                <c:pt idx="346">
                  <c:v>147.6558540798468</c:v>
                </c:pt>
                <c:pt idx="347">
                  <c:v>148.0112247006384</c:v>
                </c:pt>
                <c:pt idx="348">
                  <c:v>146.8907701947827</c:v>
                </c:pt>
                <c:pt idx="349">
                  <c:v>146.9813406795473</c:v>
                </c:pt>
                <c:pt idx="350">
                  <c:v>148.583038667449</c:v>
                </c:pt>
                <c:pt idx="351">
                  <c:v>149.7489424212536</c:v>
                </c:pt>
                <c:pt idx="352">
                  <c:v>149.7471057693706</c:v>
                </c:pt>
                <c:pt idx="353">
                  <c:v>150.3809534512159</c:v>
                </c:pt>
                <c:pt idx="354">
                  <c:v>150.1951142189916</c:v>
                </c:pt>
                <c:pt idx="355">
                  <c:v>151.2139655427621</c:v>
                </c:pt>
                <c:pt idx="356">
                  <c:v>151.6322922086568</c:v>
                </c:pt>
                <c:pt idx="357">
                  <c:v>151.9373994748285</c:v>
                </c:pt>
                <c:pt idx="358">
                  <c:v>152.8904572961494</c:v>
                </c:pt>
                <c:pt idx="359">
                  <c:v>155.2744608864656</c:v>
                </c:pt>
                <c:pt idx="360">
                  <c:v>155.1997655226732</c:v>
                </c:pt>
                <c:pt idx="361">
                  <c:v>157.5466565280105</c:v>
                </c:pt>
                <c:pt idx="362">
                  <c:v>159.6403437851221</c:v>
                </c:pt>
                <c:pt idx="363">
                  <c:v>159.9948365959542</c:v>
                </c:pt>
                <c:pt idx="364">
                  <c:v>161.3135608739161</c:v>
                </c:pt>
                <c:pt idx="365">
                  <c:v>161.4390928683929</c:v>
                </c:pt>
                <c:pt idx="366">
                  <c:v>160.6027960624666</c:v>
                </c:pt>
                <c:pt idx="367">
                  <c:v>163.909466045775</c:v>
                </c:pt>
                <c:pt idx="368">
                  <c:v>166.4685368017417</c:v>
                </c:pt>
                <c:pt idx="369">
                  <c:v>166.796690911993</c:v>
                </c:pt>
                <c:pt idx="370">
                  <c:v>167.318746062412</c:v>
                </c:pt>
                <c:pt idx="371">
                  <c:v>167.7545237715463</c:v>
                </c:pt>
                <c:pt idx="372">
                  <c:v>165.6946837902068</c:v>
                </c:pt>
                <c:pt idx="373">
                  <c:v>164.4199068924174</c:v>
                </c:pt>
                <c:pt idx="374">
                  <c:v>163.5313897593781</c:v>
                </c:pt>
                <c:pt idx="375">
                  <c:v>161.6667491238102</c:v>
                </c:pt>
                <c:pt idx="376">
                  <c:v>160.7406915015164</c:v>
                </c:pt>
                <c:pt idx="377">
                  <c:v>161.8353646975017</c:v>
                </c:pt>
                <c:pt idx="378">
                  <c:v>164.2306746374067</c:v>
                </c:pt>
                <c:pt idx="379">
                  <c:v>164.5257240845393</c:v>
                </c:pt>
                <c:pt idx="380">
                  <c:v>163.982402967871</c:v>
                </c:pt>
                <c:pt idx="381">
                  <c:v>164.5594135698083</c:v>
                </c:pt>
                <c:pt idx="382">
                  <c:v>166.9268756719006</c:v>
                </c:pt>
                <c:pt idx="383">
                  <c:v>169.6480652264045</c:v>
                </c:pt>
                <c:pt idx="384">
                  <c:v>168.9912664726945</c:v>
                </c:pt>
                <c:pt idx="385">
                  <c:v>170.5718981418923</c:v>
                </c:pt>
                <c:pt idx="386">
                  <c:v>172.6514591746728</c:v>
                </c:pt>
                <c:pt idx="387">
                  <c:v>172.0956022285531</c:v>
                </c:pt>
                <c:pt idx="388">
                  <c:v>166.8930306624126</c:v>
                </c:pt>
                <c:pt idx="389">
                  <c:v>169.3614656049818</c:v>
                </c:pt>
                <c:pt idx="390">
                  <c:v>167.3744189816261</c:v>
                </c:pt>
                <c:pt idx="391">
                  <c:v>165.9636486144915</c:v>
                </c:pt>
                <c:pt idx="392">
                  <c:v>164.0645529206526</c:v>
                </c:pt>
                <c:pt idx="393">
                  <c:v>165.9219791728108</c:v>
                </c:pt>
                <c:pt idx="394">
                  <c:v>166.0838984860376</c:v>
                </c:pt>
                <c:pt idx="395">
                  <c:v>167.3618563547288</c:v>
                </c:pt>
                <c:pt idx="396">
                  <c:v>165.6863319690349</c:v>
                </c:pt>
                <c:pt idx="397">
                  <c:v>163.8781248562218</c:v>
                </c:pt>
                <c:pt idx="398">
                  <c:v>162.3136954505134</c:v>
                </c:pt>
                <c:pt idx="399">
                  <c:v>166.2606670409686</c:v>
                </c:pt>
                <c:pt idx="400">
                  <c:v>169.7026943337517</c:v>
                </c:pt>
                <c:pt idx="401">
                  <c:v>170.6926847850548</c:v>
                </c:pt>
                <c:pt idx="402">
                  <c:v>170.1588453992394</c:v>
                </c:pt>
                <c:pt idx="403">
                  <c:v>170.9581380984753</c:v>
                </c:pt>
                <c:pt idx="404">
                  <c:v>170.378471535285</c:v>
                </c:pt>
                <c:pt idx="405">
                  <c:v>171.0339988327092</c:v>
                </c:pt>
                <c:pt idx="406">
                  <c:v>168.5285621080962</c:v>
                </c:pt>
                <c:pt idx="407">
                  <c:v>168.4769892834431</c:v>
                </c:pt>
                <c:pt idx="408">
                  <c:v>161.4355781923026</c:v>
                </c:pt>
                <c:pt idx="409">
                  <c:v>157.6358537403869</c:v>
                </c:pt>
                <c:pt idx="410">
                  <c:v>159.4155400757905</c:v>
                </c:pt>
                <c:pt idx="411">
                  <c:v>169.1173769850297</c:v>
                </c:pt>
                <c:pt idx="412">
                  <c:v>167.8600770179065</c:v>
                </c:pt>
                <c:pt idx="413">
                  <c:v>174.169374466437</c:v>
                </c:pt>
                <c:pt idx="414">
                  <c:v>166.6813499566642</c:v>
                </c:pt>
                <c:pt idx="415">
                  <c:v>162.0719067267948</c:v>
                </c:pt>
                <c:pt idx="416">
                  <c:v>151.8781059671857</c:v>
                </c:pt>
                <c:pt idx="417">
                  <c:v>158.2435017561579</c:v>
                </c:pt>
                <c:pt idx="418">
                  <c:v>151.0308668525862</c:v>
                </c:pt>
                <c:pt idx="419">
                  <c:v>136.7064028047625</c:v>
                </c:pt>
                <c:pt idx="420">
                  <c:v>148.5779918387028</c:v>
                </c:pt>
                <c:pt idx="421">
                  <c:v>133.0260939075601</c:v>
                </c:pt>
                <c:pt idx="422">
                  <c:v>134.4194704058819</c:v>
                </c:pt>
                <c:pt idx="423">
                  <c:v>119.1266381180081</c:v>
                </c:pt>
                <c:pt idx="424">
                  <c:v>119.2498393458768</c:v>
                </c:pt>
                <c:pt idx="425">
                  <c:v>117.5175705351926</c:v>
                </c:pt>
                <c:pt idx="426">
                  <c:v>108.3212807894479</c:v>
                </c:pt>
                <c:pt idx="427">
                  <c:v>114.2032436425688</c:v>
                </c:pt>
                <c:pt idx="428">
                  <c:v>120.9521055909687</c:v>
                </c:pt>
                <c:pt idx="429">
                  <c:v>130.2185899698172</c:v>
                </c:pt>
                <c:pt idx="430">
                  <c:v>126.3949890861662</c:v>
                </c:pt>
                <c:pt idx="431">
                  <c:v>127.4106260308676</c:v>
                </c:pt>
                <c:pt idx="432">
                  <c:v>124.647914877244</c:v>
                </c:pt>
                <c:pt idx="433">
                  <c:v>121.4482919637417</c:v>
                </c:pt>
                <c:pt idx="434">
                  <c:v>123.2235910550046</c:v>
                </c:pt>
                <c:pt idx="435">
                  <c:v>120.6040665222009</c:v>
                </c:pt>
                <c:pt idx="436">
                  <c:v>125.2420794627544</c:v>
                </c:pt>
                <c:pt idx="437">
                  <c:v>127.9092387409305</c:v>
                </c:pt>
                <c:pt idx="438">
                  <c:v>130.6584583697386</c:v>
                </c:pt>
                <c:pt idx="439">
                  <c:v>131.3125937241921</c:v>
                </c:pt>
                <c:pt idx="440">
                  <c:v>131.6581562074308</c:v>
                </c:pt>
                <c:pt idx="441">
                  <c:v>136.28988122195221</c:v>
                </c:pt>
                <c:pt idx="442">
                  <c:v>136.1655607503228</c:v>
                </c:pt>
                <c:pt idx="443">
                  <c:v>132.7028212145439</c:v>
                </c:pt>
                <c:pt idx="444">
                  <c:v>131.9594392764844</c:v>
                </c:pt>
                <c:pt idx="445">
                  <c:v>131.1934239324114</c:v>
                </c:pt>
                <c:pt idx="446">
                  <c:v>132.937771607437</c:v>
                </c:pt>
                <c:pt idx="447">
                  <c:v>132.1946382796884</c:v>
                </c:pt>
                <c:pt idx="448">
                  <c:v>123.631101111094</c:v>
                </c:pt>
                <c:pt idx="449">
                  <c:v>130.0202100222053</c:v>
                </c:pt>
                <c:pt idx="450">
                  <c:v>135.3165305739164</c:v>
                </c:pt>
                <c:pt idx="451">
                  <c:v>136.2469744884848</c:v>
                </c:pt>
                <c:pt idx="452">
                  <c:v>133.1582264306608</c:v>
                </c:pt>
                <c:pt idx="453">
                  <c:v>131.57469726617</c:v>
                </c:pt>
                <c:pt idx="454">
                  <c:v>132.2574076638057</c:v>
                </c:pt>
                <c:pt idx="455">
                  <c:v>130.1783306384413</c:v>
                </c:pt>
                <c:pt idx="456">
                  <c:v>127.8675126483455</c:v>
                </c:pt>
                <c:pt idx="457">
                  <c:v>130.3109493331627</c:v>
                </c:pt>
                <c:pt idx="458">
                  <c:v>128.7625198512771</c:v>
                </c:pt>
                <c:pt idx="459">
                  <c:v>125.319060068884</c:v>
                </c:pt>
                <c:pt idx="460">
                  <c:v>123.8763393863805</c:v>
                </c:pt>
                <c:pt idx="461">
                  <c:v>126.4521251564507</c:v>
                </c:pt>
                <c:pt idx="462">
                  <c:v>126.0546657690516</c:v>
                </c:pt>
                <c:pt idx="463">
                  <c:v>128.9932466235547</c:v>
                </c:pt>
                <c:pt idx="464">
                  <c:v>127.4900835385808</c:v>
                </c:pt>
                <c:pt idx="465">
                  <c:v>128.3891806790935</c:v>
                </c:pt>
                <c:pt idx="466">
                  <c:v>132.9935432496947</c:v>
                </c:pt>
                <c:pt idx="467">
                  <c:v>132.9244952057943</c:v>
                </c:pt>
                <c:pt idx="468">
                  <c:v>138.317103359095</c:v>
                </c:pt>
                <c:pt idx="469">
                  <c:v>137.1446120727909</c:v>
                </c:pt>
                <c:pt idx="470">
                  <c:v>139.4414526887167</c:v>
                </c:pt>
                <c:pt idx="471">
                  <c:v>140.0522448504414</c:v>
                </c:pt>
                <c:pt idx="472">
                  <c:v>139.8115614572007</c:v>
                </c:pt>
                <c:pt idx="473">
                  <c:v>141.5695749303698</c:v>
                </c:pt>
                <c:pt idx="474">
                  <c:v>143.0684883910215</c:v>
                </c:pt>
                <c:pt idx="475">
                  <c:v>143.5351588302602</c:v>
                </c:pt>
                <c:pt idx="476">
                  <c:v>143.0391981026679</c:v>
                </c:pt>
                <c:pt idx="477">
                  <c:v>141.604303195105</c:v>
                </c:pt>
                <c:pt idx="478">
                  <c:v>145.2372023148351</c:v>
                </c:pt>
                <c:pt idx="479">
                  <c:v>145.4217340037544</c:v>
                </c:pt>
                <c:pt idx="480">
                  <c:v>144.0096187625137</c:v>
                </c:pt>
                <c:pt idx="481">
                  <c:v>142.0596080066996</c:v>
                </c:pt>
                <c:pt idx="482">
                  <c:v>142.2758027710148</c:v>
                </c:pt>
                <c:pt idx="483">
                  <c:v>142.9248629377082</c:v>
                </c:pt>
                <c:pt idx="484">
                  <c:v>145.4854391273658</c:v>
                </c:pt>
                <c:pt idx="485">
                  <c:v>145.5156948837284</c:v>
                </c:pt>
                <c:pt idx="486">
                  <c:v>148.1094019810097</c:v>
                </c:pt>
                <c:pt idx="487">
                  <c:v>149.552919642555</c:v>
                </c:pt>
                <c:pt idx="488">
                  <c:v>147.5827228135372</c:v>
                </c:pt>
                <c:pt idx="489">
                  <c:v>146.4523311856336</c:v>
                </c:pt>
                <c:pt idx="490">
                  <c:v>146.9099765159313</c:v>
                </c:pt>
                <c:pt idx="491">
                  <c:v>144.520355514574</c:v>
                </c:pt>
                <c:pt idx="492">
                  <c:v>147.9969626114396</c:v>
                </c:pt>
                <c:pt idx="493">
                  <c:v>148.3149712201183</c:v>
                </c:pt>
                <c:pt idx="494">
                  <c:v>150.1758300932307</c:v>
                </c:pt>
                <c:pt idx="495">
                  <c:v>150.526329946029</c:v>
                </c:pt>
                <c:pt idx="496">
                  <c:v>151.166316191746</c:v>
                </c:pt>
                <c:pt idx="497">
                  <c:v>151.9441877094165</c:v>
                </c:pt>
                <c:pt idx="498">
                  <c:v>149.8292064979774</c:v>
                </c:pt>
                <c:pt idx="499">
                  <c:v>150.9713121136218</c:v>
                </c:pt>
                <c:pt idx="500">
                  <c:v>150.3061846846563</c:v>
                </c:pt>
                <c:pt idx="501">
                  <c:v>150.6920791899005</c:v>
                </c:pt>
                <c:pt idx="502">
                  <c:v>149.4281705685576</c:v>
                </c:pt>
                <c:pt idx="503">
                  <c:v>150.1144780297496</c:v>
                </c:pt>
                <c:pt idx="504">
                  <c:v>152.6697469078767</c:v>
                </c:pt>
                <c:pt idx="505">
                  <c:v>151.4279982121251</c:v>
                </c:pt>
                <c:pt idx="506">
                  <c:v>152.2344694709011</c:v>
                </c:pt>
                <c:pt idx="507">
                  <c:v>153.8986695052687</c:v>
                </c:pt>
                <c:pt idx="508">
                  <c:v>153.9678403272437</c:v>
                </c:pt>
                <c:pt idx="509">
                  <c:v>153.9252659534489</c:v>
                </c:pt>
                <c:pt idx="510">
                  <c:v>152.944084825227</c:v>
                </c:pt>
                <c:pt idx="511">
                  <c:v>150.4001946820079</c:v>
                </c:pt>
                <c:pt idx="512">
                  <c:v>153.3364590693411</c:v>
                </c:pt>
                <c:pt idx="513">
                  <c:v>150.2094443286852</c:v>
                </c:pt>
                <c:pt idx="514">
                  <c:v>150.1793532434702</c:v>
                </c:pt>
                <c:pt idx="515">
                  <c:v>152.6199021570256</c:v>
                </c:pt>
                <c:pt idx="516">
                  <c:v>153.7432415420996</c:v>
                </c:pt>
                <c:pt idx="517">
                  <c:v>151.634829479464</c:v>
                </c:pt>
                <c:pt idx="518">
                  <c:v>149.7828276174352</c:v>
                </c:pt>
                <c:pt idx="519">
                  <c:v>149.6579132876711</c:v>
                </c:pt>
                <c:pt idx="520">
                  <c:v>153.3453372510968</c:v>
                </c:pt>
                <c:pt idx="521">
                  <c:v>153.2105145748326</c:v>
                </c:pt>
                <c:pt idx="522">
                  <c:v>152.4285343764956</c:v>
                </c:pt>
                <c:pt idx="523">
                  <c:v>150.5952965806629</c:v>
                </c:pt>
                <c:pt idx="524">
                  <c:v>148.9534026532377</c:v>
                </c:pt>
                <c:pt idx="525">
                  <c:v>148.2073447058419</c:v>
                </c:pt>
                <c:pt idx="526">
                  <c:v>148.6679302554245</c:v>
                </c:pt>
                <c:pt idx="527">
                  <c:v>146.6042927851821</c:v>
                </c:pt>
                <c:pt idx="528">
                  <c:v>148.7936264439201</c:v>
                </c:pt>
                <c:pt idx="529">
                  <c:v>148.283192038861</c:v>
                </c:pt>
                <c:pt idx="530">
                  <c:v>148.2530925061385</c:v>
                </c:pt>
                <c:pt idx="531">
                  <c:v>148.8318343365154</c:v>
                </c:pt>
                <c:pt idx="532">
                  <c:v>148.3361346918757</c:v>
                </c:pt>
                <c:pt idx="533">
                  <c:v>151.0451484714922</c:v>
                </c:pt>
                <c:pt idx="534">
                  <c:v>150.1035504792045</c:v>
                </c:pt>
                <c:pt idx="535">
                  <c:v>147.3515452780234</c:v>
                </c:pt>
                <c:pt idx="536">
                  <c:v>149.2622786017775</c:v>
                </c:pt>
                <c:pt idx="537">
                  <c:v>147.4616444489819</c:v>
                </c:pt>
                <c:pt idx="538">
                  <c:v>148.1309329182062</c:v>
                </c:pt>
                <c:pt idx="539">
                  <c:v>149.0312102144337</c:v>
                </c:pt>
                <c:pt idx="540">
                  <c:v>147.0028752717094</c:v>
                </c:pt>
                <c:pt idx="541">
                  <c:v>148.147974432312</c:v>
                </c:pt>
                <c:pt idx="542">
                  <c:v>149.1484918185947</c:v>
                </c:pt>
                <c:pt idx="543">
                  <c:v>150.5723286716471</c:v>
                </c:pt>
                <c:pt idx="544">
                  <c:v>147.60672919072</c:v>
                </c:pt>
                <c:pt idx="545">
                  <c:v>145.6998463935859</c:v>
                </c:pt>
                <c:pt idx="546">
                  <c:v>146.1901602227086</c:v>
                </c:pt>
                <c:pt idx="547">
                  <c:v>145.8838114436784</c:v>
                </c:pt>
                <c:pt idx="548">
                  <c:v>146.1739031714884</c:v>
                </c:pt>
                <c:pt idx="549">
                  <c:v>145.7441695275001</c:v>
                </c:pt>
                <c:pt idx="550">
                  <c:v>145.2726868249574</c:v>
                </c:pt>
                <c:pt idx="551">
                  <c:v>145.9543881981205</c:v>
                </c:pt>
                <c:pt idx="552">
                  <c:v>146.3763176077936</c:v>
                </c:pt>
                <c:pt idx="553">
                  <c:v>145.8336229177898</c:v>
                </c:pt>
                <c:pt idx="554">
                  <c:v>147.4012280095784</c:v>
                </c:pt>
                <c:pt idx="555">
                  <c:v>146.601266499281</c:v>
                </c:pt>
                <c:pt idx="556">
                  <c:v>144.1682540578709</c:v>
                </c:pt>
                <c:pt idx="557">
                  <c:v>143.2693512017482</c:v>
                </c:pt>
                <c:pt idx="558">
                  <c:v>143.791791302672</c:v>
                </c:pt>
                <c:pt idx="559">
                  <c:v>144.8326705934595</c:v>
                </c:pt>
                <c:pt idx="560">
                  <c:v>143.7761843948987</c:v>
                </c:pt>
                <c:pt idx="561">
                  <c:v>143.9716905546282</c:v>
                </c:pt>
                <c:pt idx="562">
                  <c:v>143.2867832212555</c:v>
                </c:pt>
                <c:pt idx="563">
                  <c:v>142.9216910432335</c:v>
                </c:pt>
                <c:pt idx="564">
                  <c:v>143.8935213797673</c:v>
                </c:pt>
                <c:pt idx="565">
                  <c:v>143.1000428213618</c:v>
                </c:pt>
                <c:pt idx="566">
                  <c:v>143.4515469241722</c:v>
                </c:pt>
                <c:pt idx="567">
                  <c:v>145.0422853468675</c:v>
                </c:pt>
                <c:pt idx="568">
                  <c:v>145.5696196028996</c:v>
                </c:pt>
                <c:pt idx="569">
                  <c:v>146.3646015861669</c:v>
                </c:pt>
                <c:pt idx="570">
                  <c:v>146.2183638583951</c:v>
                </c:pt>
                <c:pt idx="571">
                  <c:v>148.3174902185676</c:v>
                </c:pt>
                <c:pt idx="572">
                  <c:v>147.8312286300079</c:v>
                </c:pt>
                <c:pt idx="573">
                  <c:v>148.6108729519809</c:v>
                </c:pt>
                <c:pt idx="574">
                  <c:v>148.3771591574757</c:v>
                </c:pt>
                <c:pt idx="575">
                  <c:v>148.6942536067359</c:v>
                </c:pt>
                <c:pt idx="576">
                  <c:v>149.7644682416146</c:v>
                </c:pt>
                <c:pt idx="577">
                  <c:v>146.6443030524259</c:v>
                </c:pt>
                <c:pt idx="578">
                  <c:v>145.7477594724307</c:v>
                </c:pt>
                <c:pt idx="579">
                  <c:v>143.9917777923436</c:v>
                </c:pt>
                <c:pt idx="580">
                  <c:v>144.5432007888408</c:v>
                </c:pt>
                <c:pt idx="581">
                  <c:v>148.6997015824203</c:v>
                </c:pt>
                <c:pt idx="582">
                  <c:v>153.1114267224759</c:v>
                </c:pt>
                <c:pt idx="583">
                  <c:v>154.9303630479456</c:v>
                </c:pt>
                <c:pt idx="584">
                  <c:v>155.9964509611408</c:v>
                </c:pt>
                <c:pt idx="585">
                  <c:v>155.6657270927205</c:v>
                </c:pt>
                <c:pt idx="586">
                  <c:v>155.421250494244</c:v>
                </c:pt>
                <c:pt idx="587">
                  <c:v>155.6001760729504</c:v>
                </c:pt>
                <c:pt idx="588">
                  <c:v>158.9703841190323</c:v>
                </c:pt>
                <c:pt idx="589">
                  <c:v>160.2808862744083</c:v>
                </c:pt>
                <c:pt idx="590">
                  <c:v>162.1683289359972</c:v>
                </c:pt>
                <c:pt idx="591">
                  <c:v>160.9755350876383</c:v>
                </c:pt>
                <c:pt idx="592">
                  <c:v>160.4392392702346</c:v>
                </c:pt>
                <c:pt idx="593">
                  <c:v>157.9683681992922</c:v>
                </c:pt>
                <c:pt idx="594">
                  <c:v>157.664330183868</c:v>
                </c:pt>
                <c:pt idx="595">
                  <c:v>158.119937348087</c:v>
                </c:pt>
                <c:pt idx="596">
                  <c:v>159.0821379106029</c:v>
                </c:pt>
                <c:pt idx="597">
                  <c:v>160.4684771499062</c:v>
                </c:pt>
                <c:pt idx="598">
                  <c:v>160.5721971963006</c:v>
                </c:pt>
                <c:pt idx="599">
                  <c:v>159.4091586809786</c:v>
                </c:pt>
                <c:pt idx="600">
                  <c:v>159.4008869908014</c:v>
                </c:pt>
                <c:pt idx="601">
                  <c:v>159.6309011245838</c:v>
                </c:pt>
                <c:pt idx="602">
                  <c:v>161.4674599558364</c:v>
                </c:pt>
                <c:pt idx="603">
                  <c:v>161.5497762979325</c:v>
                </c:pt>
                <c:pt idx="604">
                  <c:v>162.0741677562034</c:v>
                </c:pt>
                <c:pt idx="605">
                  <c:v>162.072659609489</c:v>
                </c:pt>
                <c:pt idx="606">
                  <c:v>161.5262394139699</c:v>
                </c:pt>
                <c:pt idx="607">
                  <c:v>161.5649237338993</c:v>
                </c:pt>
                <c:pt idx="608">
                  <c:v>165.4127954565981</c:v>
                </c:pt>
                <c:pt idx="609">
                  <c:v>164.2232344096427</c:v>
                </c:pt>
                <c:pt idx="610">
                  <c:v>165.5793380729781</c:v>
                </c:pt>
                <c:pt idx="611">
                  <c:v>166.9010600059233</c:v>
                </c:pt>
                <c:pt idx="612">
                  <c:v>166.4215834074574</c:v>
                </c:pt>
                <c:pt idx="613">
                  <c:v>165.4181723385444</c:v>
                </c:pt>
                <c:pt idx="614">
                  <c:v>163.8888229361554</c:v>
                </c:pt>
                <c:pt idx="615">
                  <c:v>163.3481071571467</c:v>
                </c:pt>
                <c:pt idx="616">
                  <c:v>164.3693457466459</c:v>
                </c:pt>
                <c:pt idx="617">
                  <c:v>167.7659825693197</c:v>
                </c:pt>
                <c:pt idx="618">
                  <c:v>167.5541900338778</c:v>
                </c:pt>
                <c:pt idx="619">
                  <c:v>166.1361535286625</c:v>
                </c:pt>
                <c:pt idx="620">
                  <c:v>164.9225696797781</c:v>
                </c:pt>
                <c:pt idx="621">
                  <c:v>163.9428770297671</c:v>
                </c:pt>
                <c:pt idx="622">
                  <c:v>162.5463815624194</c:v>
                </c:pt>
                <c:pt idx="623">
                  <c:v>160.6114856150887</c:v>
                </c:pt>
                <c:pt idx="624">
                  <c:v>166.1805880820083</c:v>
                </c:pt>
                <c:pt idx="625">
                  <c:v>164.4795355008577</c:v>
                </c:pt>
                <c:pt idx="626">
                  <c:v>167.2349606139325</c:v>
                </c:pt>
                <c:pt idx="627">
                  <c:v>169.475945094269</c:v>
                </c:pt>
                <c:pt idx="628">
                  <c:v>173.2977923753974</c:v>
                </c:pt>
                <c:pt idx="629">
                  <c:v>172.9948240280064</c:v>
                </c:pt>
                <c:pt idx="630">
                  <c:v>171.5680711396053</c:v>
                </c:pt>
                <c:pt idx="631">
                  <c:v>172.866835239281</c:v>
                </c:pt>
                <c:pt idx="632">
                  <c:v>169.6566757979637</c:v>
                </c:pt>
                <c:pt idx="633">
                  <c:v>167.8473713811202</c:v>
                </c:pt>
                <c:pt idx="634">
                  <c:v>166.805905589289</c:v>
                </c:pt>
                <c:pt idx="635">
                  <c:v>164.7505451848554</c:v>
                </c:pt>
                <c:pt idx="636">
                  <c:v>166.1017904400455</c:v>
                </c:pt>
                <c:pt idx="637">
                  <c:v>168.6170931709737</c:v>
                </c:pt>
                <c:pt idx="638">
                  <c:v>164.9938068848608</c:v>
                </c:pt>
                <c:pt idx="639">
                  <c:v>166.9220368113922</c:v>
                </c:pt>
                <c:pt idx="640">
                  <c:v>169.0216984979907</c:v>
                </c:pt>
                <c:pt idx="641">
                  <c:v>170.6679780783647</c:v>
                </c:pt>
                <c:pt idx="642">
                  <c:v>171.4452346015562</c:v>
                </c:pt>
                <c:pt idx="643">
                  <c:v>171.8582402972194</c:v>
                </c:pt>
                <c:pt idx="644">
                  <c:v>171.1544683938668</c:v>
                </c:pt>
                <c:pt idx="645">
                  <c:v>170.2350096998047</c:v>
                </c:pt>
                <c:pt idx="646">
                  <c:v>169.0512925940367</c:v>
                </c:pt>
                <c:pt idx="647">
                  <c:v>169.4017345834734</c:v>
                </c:pt>
                <c:pt idx="648">
                  <c:v>167.8512038695378</c:v>
                </c:pt>
                <c:pt idx="649">
                  <c:v>165.8861308180307</c:v>
                </c:pt>
                <c:pt idx="650">
                  <c:v>163.6145299444759</c:v>
                </c:pt>
                <c:pt idx="651">
                  <c:v>164.2118363143684</c:v>
                </c:pt>
                <c:pt idx="652">
                  <c:v>157.3307089067817</c:v>
                </c:pt>
                <c:pt idx="653">
                  <c:v>158.8641924913668</c:v>
                </c:pt>
                <c:pt idx="654">
                  <c:v>158.9395860708666</c:v>
                </c:pt>
                <c:pt idx="655">
                  <c:v>155.7444666616997</c:v>
                </c:pt>
                <c:pt idx="656">
                  <c:v>154.2819751195347</c:v>
                </c:pt>
                <c:pt idx="657">
                  <c:v>151.7713246850915</c:v>
                </c:pt>
                <c:pt idx="658">
                  <c:v>153.2412472981423</c:v>
                </c:pt>
                <c:pt idx="659">
                  <c:v>153.522034488929</c:v>
                </c:pt>
                <c:pt idx="660">
                  <c:v>158.658750288619</c:v>
                </c:pt>
                <c:pt idx="661">
                  <c:v>157.823445822452</c:v>
                </c:pt>
                <c:pt idx="662">
                  <c:v>153.4207797337955</c:v>
                </c:pt>
                <c:pt idx="663">
                  <c:v>153.7340928395041</c:v>
                </c:pt>
                <c:pt idx="664">
                  <c:v>157.9202962174896</c:v>
                </c:pt>
                <c:pt idx="665">
                  <c:v>158.7615196690284</c:v>
                </c:pt>
                <c:pt idx="666">
                  <c:v>159.8533104086199</c:v>
                </c:pt>
                <c:pt idx="667">
                  <c:v>164.4000598199466</c:v>
                </c:pt>
                <c:pt idx="668">
                  <c:v>165.2790004020533</c:v>
                </c:pt>
                <c:pt idx="669">
                  <c:v>169.0484799954905</c:v>
                </c:pt>
                <c:pt idx="670">
                  <c:v>167.0790841639666</c:v>
                </c:pt>
                <c:pt idx="671">
                  <c:v>170.1472268724893</c:v>
                </c:pt>
                <c:pt idx="672">
                  <c:v>169.6400281826495</c:v>
                </c:pt>
                <c:pt idx="673">
                  <c:v>169.1234534512922</c:v>
                </c:pt>
                <c:pt idx="674">
                  <c:v>165.3610822678538</c:v>
                </c:pt>
                <c:pt idx="675">
                  <c:v>167.4877842749232</c:v>
                </c:pt>
                <c:pt idx="676">
                  <c:v>169.0049897619918</c:v>
                </c:pt>
                <c:pt idx="677">
                  <c:v>171.1036961392144</c:v>
                </c:pt>
                <c:pt idx="678">
                  <c:v>173.2095401061236</c:v>
                </c:pt>
                <c:pt idx="679">
                  <c:v>173.6372711223087</c:v>
                </c:pt>
                <c:pt idx="680">
                  <c:v>171.9296378799293</c:v>
                </c:pt>
                <c:pt idx="681">
                  <c:v>171.2372698093176</c:v>
                </c:pt>
                <c:pt idx="682">
                  <c:v>170.5089200883538</c:v>
                </c:pt>
                <c:pt idx="683">
                  <c:v>168.8011133439986</c:v>
                </c:pt>
                <c:pt idx="684">
                  <c:v>167.6367676691667</c:v>
                </c:pt>
                <c:pt idx="685">
                  <c:v>166.7890514501253</c:v>
                </c:pt>
                <c:pt idx="686">
                  <c:v>167.2515556700001</c:v>
                </c:pt>
                <c:pt idx="687">
                  <c:v>167.0453199024907</c:v>
                </c:pt>
                <c:pt idx="688">
                  <c:v>166.3279022671275</c:v>
                </c:pt>
                <c:pt idx="689">
                  <c:v>167.981788024424</c:v>
                </c:pt>
                <c:pt idx="690">
                  <c:v>171.201228293148</c:v>
                </c:pt>
                <c:pt idx="691">
                  <c:v>171.4004644549966</c:v>
                </c:pt>
                <c:pt idx="692">
                  <c:v>171.966595950138</c:v>
                </c:pt>
                <c:pt idx="693">
                  <c:v>169.3791199917422</c:v>
                </c:pt>
                <c:pt idx="694">
                  <c:v>170.6857414079653</c:v>
                </c:pt>
                <c:pt idx="695">
                  <c:v>168.7552778839159</c:v>
                </c:pt>
                <c:pt idx="696">
                  <c:v>166.3841157614252</c:v>
                </c:pt>
                <c:pt idx="697">
                  <c:v>166.4677371977951</c:v>
                </c:pt>
                <c:pt idx="698">
                  <c:v>166.8368578940187</c:v>
                </c:pt>
                <c:pt idx="699">
                  <c:v>162.4193143458832</c:v>
                </c:pt>
                <c:pt idx="700">
                  <c:v>165.0521463670205</c:v>
                </c:pt>
                <c:pt idx="701">
                  <c:v>161.7154804735457</c:v>
                </c:pt>
                <c:pt idx="702">
                  <c:v>162.2353590214666</c:v>
                </c:pt>
                <c:pt idx="703">
                  <c:v>161.9497022806862</c:v>
                </c:pt>
                <c:pt idx="704">
                  <c:v>163.166378417997</c:v>
                </c:pt>
                <c:pt idx="705">
                  <c:v>160.7753780578992</c:v>
                </c:pt>
                <c:pt idx="706">
                  <c:v>161.2953679696023</c:v>
                </c:pt>
                <c:pt idx="707">
                  <c:v>158.2317989667544</c:v>
                </c:pt>
                <c:pt idx="708">
                  <c:v>160.3042069313868</c:v>
                </c:pt>
                <c:pt idx="709">
                  <c:v>161.2764080955149</c:v>
                </c:pt>
                <c:pt idx="710">
                  <c:v>161.9350446777898</c:v>
                </c:pt>
                <c:pt idx="711">
                  <c:v>162.417548910387</c:v>
                </c:pt>
                <c:pt idx="712">
                  <c:v>162.7258259779988</c:v>
                </c:pt>
                <c:pt idx="713">
                  <c:v>163.3879136463464</c:v>
                </c:pt>
                <c:pt idx="714">
                  <c:v>164.0543450365864</c:v>
                </c:pt>
                <c:pt idx="715">
                  <c:v>166.6094848874102</c:v>
                </c:pt>
                <c:pt idx="716">
                  <c:v>166.2932810429126</c:v>
                </c:pt>
                <c:pt idx="717">
                  <c:v>165.8597315489012</c:v>
                </c:pt>
                <c:pt idx="718">
                  <c:v>166.0387835747001</c:v>
                </c:pt>
                <c:pt idx="719">
                  <c:v>163.6835941225423</c:v>
                </c:pt>
                <c:pt idx="720">
                  <c:v>162.4075093620319</c:v>
                </c:pt>
                <c:pt idx="721">
                  <c:v>164.6500725892353</c:v>
                </c:pt>
                <c:pt idx="722">
                  <c:v>165.1937379386277</c:v>
                </c:pt>
                <c:pt idx="723">
                  <c:v>165.9617507542501</c:v>
                </c:pt>
                <c:pt idx="724">
                  <c:v>166.7022867851239</c:v>
                </c:pt>
                <c:pt idx="725">
                  <c:v>165.2011843365984</c:v>
                </c:pt>
                <c:pt idx="726">
                  <c:v>164.25886171598</c:v>
                </c:pt>
                <c:pt idx="727">
                  <c:v>166.2170131820191</c:v>
                </c:pt>
                <c:pt idx="728">
                  <c:v>164.3748054568389</c:v>
                </c:pt>
                <c:pt idx="729">
                  <c:v>166.935607947693</c:v>
                </c:pt>
                <c:pt idx="730">
                  <c:v>167.3003139777919</c:v>
                </c:pt>
                <c:pt idx="731">
                  <c:v>164.552537624304</c:v>
                </c:pt>
                <c:pt idx="732">
                  <c:v>164.9064095780282</c:v>
                </c:pt>
                <c:pt idx="733">
                  <c:v>165.2260035365268</c:v>
                </c:pt>
                <c:pt idx="734">
                  <c:v>164.9197220768253</c:v>
                </c:pt>
                <c:pt idx="735">
                  <c:v>163.5056572648243</c:v>
                </c:pt>
                <c:pt idx="736">
                  <c:v>162.4071637825802</c:v>
                </c:pt>
                <c:pt idx="737">
                  <c:v>162.447768975243</c:v>
                </c:pt>
                <c:pt idx="738">
                  <c:v>160.1041035512054</c:v>
                </c:pt>
                <c:pt idx="739">
                  <c:v>159.3537086029186</c:v>
                </c:pt>
                <c:pt idx="740">
                  <c:v>157.2696939696295</c:v>
                </c:pt>
                <c:pt idx="741">
                  <c:v>156.2772864088902</c:v>
                </c:pt>
                <c:pt idx="742">
                  <c:v>155.8103426980903</c:v>
                </c:pt>
                <c:pt idx="743">
                  <c:v>157.0195354069468</c:v>
                </c:pt>
                <c:pt idx="744">
                  <c:v>157.5916154041267</c:v>
                </c:pt>
                <c:pt idx="745">
                  <c:v>156.441692617563</c:v>
                </c:pt>
                <c:pt idx="746">
                  <c:v>157.5824645147364</c:v>
                </c:pt>
                <c:pt idx="747">
                  <c:v>155.9990007524901</c:v>
                </c:pt>
                <c:pt idx="748">
                  <c:v>157.7518402249051</c:v>
                </c:pt>
                <c:pt idx="749">
                  <c:v>157.8330643780133</c:v>
                </c:pt>
                <c:pt idx="750">
                  <c:v>158.4796121938433</c:v>
                </c:pt>
                <c:pt idx="751">
                  <c:v>158.6751537422114</c:v>
                </c:pt>
                <c:pt idx="752">
                  <c:v>159.8214160211014</c:v>
                </c:pt>
                <c:pt idx="753">
                  <c:v>159.1512321395414</c:v>
                </c:pt>
                <c:pt idx="754">
                  <c:v>159.4567310249351</c:v>
                </c:pt>
                <c:pt idx="755">
                  <c:v>159.5662097220544</c:v>
                </c:pt>
                <c:pt idx="756">
                  <c:v>159.7984134924783</c:v>
                </c:pt>
                <c:pt idx="757">
                  <c:v>158.1494704163866</c:v>
                </c:pt>
                <c:pt idx="758">
                  <c:v>157.8260863833028</c:v>
                </c:pt>
                <c:pt idx="759">
                  <c:v>158.0670413678146</c:v>
                </c:pt>
                <c:pt idx="760">
                  <c:v>160.1841642421941</c:v>
                </c:pt>
                <c:pt idx="761">
                  <c:v>159.1175822777045</c:v>
                </c:pt>
                <c:pt idx="762">
                  <c:v>156.7479147764357</c:v>
                </c:pt>
                <c:pt idx="763">
                  <c:v>160.0533672902953</c:v>
                </c:pt>
                <c:pt idx="764">
                  <c:v>159.2407463283727</c:v>
                </c:pt>
                <c:pt idx="765">
                  <c:v>158.9500034635052</c:v>
                </c:pt>
                <c:pt idx="766">
                  <c:v>157.2622898004128</c:v>
                </c:pt>
                <c:pt idx="767">
                  <c:v>159.4111946417609</c:v>
                </c:pt>
                <c:pt idx="768">
                  <c:v>160.9196833206859</c:v>
                </c:pt>
                <c:pt idx="769">
                  <c:v>158.0925989096306</c:v>
                </c:pt>
                <c:pt idx="770">
                  <c:v>157.4835751756145</c:v>
                </c:pt>
                <c:pt idx="771">
                  <c:v>155.5028170424925</c:v>
                </c:pt>
                <c:pt idx="772">
                  <c:v>155.7505632953968</c:v>
                </c:pt>
                <c:pt idx="773">
                  <c:v>156.3522357259324</c:v>
                </c:pt>
                <c:pt idx="774">
                  <c:v>156.6880155062272</c:v>
                </c:pt>
                <c:pt idx="775">
                  <c:v>157.1648428247099</c:v>
                </c:pt>
                <c:pt idx="776">
                  <c:v>160.3047872324015</c:v>
                </c:pt>
                <c:pt idx="777">
                  <c:v>162.8933281260488</c:v>
                </c:pt>
                <c:pt idx="778">
                  <c:v>161.9270889304398</c:v>
                </c:pt>
                <c:pt idx="779">
                  <c:v>164.7222012086097</c:v>
                </c:pt>
                <c:pt idx="780">
                  <c:v>164.3535063904347</c:v>
                </c:pt>
                <c:pt idx="781">
                  <c:v>160.7597284174057</c:v>
                </c:pt>
                <c:pt idx="782">
                  <c:v>162.4591763676367</c:v>
                </c:pt>
                <c:pt idx="783">
                  <c:v>162.0748416768807</c:v>
                </c:pt>
                <c:pt idx="784">
                  <c:v>163.1811129923951</c:v>
                </c:pt>
                <c:pt idx="785">
                  <c:v>166.0798979245361</c:v>
                </c:pt>
                <c:pt idx="786">
                  <c:v>163.0468350013957</c:v>
                </c:pt>
                <c:pt idx="787">
                  <c:v>162.1004179443252</c:v>
                </c:pt>
                <c:pt idx="788">
                  <c:v>164.5140019496922</c:v>
                </c:pt>
                <c:pt idx="789">
                  <c:v>159.29550692575</c:v>
                </c:pt>
                <c:pt idx="790">
                  <c:v>161.8607764977256</c:v>
                </c:pt>
                <c:pt idx="791">
                  <c:v>161.4033231816982</c:v>
                </c:pt>
                <c:pt idx="792">
                  <c:v>164.1291907763508</c:v>
                </c:pt>
                <c:pt idx="793">
                  <c:v>164.0596375846386</c:v>
                </c:pt>
                <c:pt idx="794">
                  <c:v>160.8097228094426</c:v>
                </c:pt>
                <c:pt idx="795">
                  <c:v>159.7830737480979</c:v>
                </c:pt>
                <c:pt idx="796">
                  <c:v>157.1475006135708</c:v>
                </c:pt>
                <c:pt idx="797">
                  <c:v>156.7871912643953</c:v>
                </c:pt>
                <c:pt idx="798">
                  <c:v>159.0703433652007</c:v>
                </c:pt>
                <c:pt idx="799">
                  <c:v>162.4658939905624</c:v>
                </c:pt>
                <c:pt idx="800">
                  <c:v>161.6020525739389</c:v>
                </c:pt>
                <c:pt idx="801">
                  <c:v>160.0607109494791</c:v>
                </c:pt>
                <c:pt idx="802">
                  <c:v>160.6360407160561</c:v>
                </c:pt>
                <c:pt idx="803">
                  <c:v>158.9712002254578</c:v>
                </c:pt>
                <c:pt idx="804">
                  <c:v>157.9175681100867</c:v>
                </c:pt>
                <c:pt idx="805">
                  <c:v>155.4101879834529</c:v>
                </c:pt>
                <c:pt idx="806">
                  <c:v>156.6658280176443</c:v>
                </c:pt>
                <c:pt idx="807">
                  <c:v>155.3602217812399</c:v>
                </c:pt>
                <c:pt idx="808">
                  <c:v>155.501976430433</c:v>
                </c:pt>
                <c:pt idx="809">
                  <c:v>156.2649165751272</c:v>
                </c:pt>
                <c:pt idx="810">
                  <c:v>155.409990158335</c:v>
                </c:pt>
                <c:pt idx="811">
                  <c:v>158.0801450929696</c:v>
                </c:pt>
                <c:pt idx="812">
                  <c:v>157.6482710064773</c:v>
                </c:pt>
                <c:pt idx="813">
                  <c:v>159.4973225735803</c:v>
                </c:pt>
                <c:pt idx="814">
                  <c:v>159.2008877664611</c:v>
                </c:pt>
                <c:pt idx="815">
                  <c:v>160.8470518336808</c:v>
                </c:pt>
                <c:pt idx="816">
                  <c:v>162.6779511982524</c:v>
                </c:pt>
                <c:pt idx="817">
                  <c:v>159.1690321729068</c:v>
                </c:pt>
                <c:pt idx="818">
                  <c:v>160.4884001451298</c:v>
                </c:pt>
                <c:pt idx="819">
                  <c:v>156.7840891882551</c:v>
                </c:pt>
                <c:pt idx="820">
                  <c:v>153.6567364849341</c:v>
                </c:pt>
                <c:pt idx="821">
                  <c:v>155.6932728335952</c:v>
                </c:pt>
                <c:pt idx="822">
                  <c:v>154.1826290948995</c:v>
                </c:pt>
                <c:pt idx="823">
                  <c:v>155.5231819809276</c:v>
                </c:pt>
                <c:pt idx="824">
                  <c:v>153.9312458123644</c:v>
                </c:pt>
                <c:pt idx="825">
                  <c:v>153.0225474702407</c:v>
                </c:pt>
                <c:pt idx="826">
                  <c:v>154.8419445379426</c:v>
                </c:pt>
                <c:pt idx="827">
                  <c:v>157.0739356109523</c:v>
                </c:pt>
                <c:pt idx="828">
                  <c:v>154.6527118313235</c:v>
                </c:pt>
                <c:pt idx="829">
                  <c:v>154.6374565742067</c:v>
                </c:pt>
                <c:pt idx="830">
                  <c:v>154.4799619462686</c:v>
                </c:pt>
                <c:pt idx="831">
                  <c:v>156.0729940800626</c:v>
                </c:pt>
                <c:pt idx="832">
                  <c:v>159.0367310584815</c:v>
                </c:pt>
                <c:pt idx="833">
                  <c:v>157.9723711807737</c:v>
                </c:pt>
                <c:pt idx="834">
                  <c:v>157.0281274536577</c:v>
                </c:pt>
                <c:pt idx="835">
                  <c:v>155.0079624060493</c:v>
                </c:pt>
                <c:pt idx="836">
                  <c:v>153.2698731675575</c:v>
                </c:pt>
                <c:pt idx="837">
                  <c:v>153.1058693309157</c:v>
                </c:pt>
                <c:pt idx="838">
                  <c:v>154.1641608925655</c:v>
                </c:pt>
                <c:pt idx="839">
                  <c:v>152.7355886241261</c:v>
                </c:pt>
                <c:pt idx="840">
                  <c:v>155.150100120006</c:v>
                </c:pt>
                <c:pt idx="841">
                  <c:v>155.204196697623</c:v>
                </c:pt>
                <c:pt idx="842">
                  <c:v>157.7742399049972</c:v>
                </c:pt>
                <c:pt idx="843">
                  <c:v>155.9316252407089</c:v>
                </c:pt>
                <c:pt idx="844">
                  <c:v>156.7570587222915</c:v>
                </c:pt>
                <c:pt idx="845">
                  <c:v>157.6973176234499</c:v>
                </c:pt>
                <c:pt idx="846">
                  <c:v>156.8447618364578</c:v>
                </c:pt>
                <c:pt idx="847">
                  <c:v>161.523674670405</c:v>
                </c:pt>
                <c:pt idx="848">
                  <c:v>161.9830183297744</c:v>
                </c:pt>
                <c:pt idx="849">
                  <c:v>163.0236159346931</c:v>
                </c:pt>
                <c:pt idx="850">
                  <c:v>161.9195926188415</c:v>
                </c:pt>
                <c:pt idx="851">
                  <c:v>162.8392563900007</c:v>
                </c:pt>
                <c:pt idx="852">
                  <c:v>161.5831152608857</c:v>
                </c:pt>
                <c:pt idx="853">
                  <c:v>162.5734186568631</c:v>
                </c:pt>
                <c:pt idx="854">
                  <c:v>163.2925516496423</c:v>
                </c:pt>
                <c:pt idx="855">
                  <c:v>162.4216723904639</c:v>
                </c:pt>
                <c:pt idx="856">
                  <c:v>163.0151348789518</c:v>
                </c:pt>
                <c:pt idx="857">
                  <c:v>162.4382842547188</c:v>
                </c:pt>
                <c:pt idx="858">
                  <c:v>161.6078833369345</c:v>
                </c:pt>
                <c:pt idx="859">
                  <c:v>159.2652435086202</c:v>
                </c:pt>
                <c:pt idx="860">
                  <c:v>159.108258266048</c:v>
                </c:pt>
                <c:pt idx="861">
                  <c:v>159.6943332229741</c:v>
                </c:pt>
                <c:pt idx="862">
                  <c:v>159.1723662144967</c:v>
                </c:pt>
                <c:pt idx="863">
                  <c:v>159.918766116783</c:v>
                </c:pt>
                <c:pt idx="864">
                  <c:v>159.6741314017916</c:v>
                </c:pt>
                <c:pt idx="865">
                  <c:v>159.0995052318949</c:v>
                </c:pt>
                <c:pt idx="866">
                  <c:v>159.4763567620427</c:v>
                </c:pt>
                <c:pt idx="867">
                  <c:v>159.4593155939841</c:v>
                </c:pt>
                <c:pt idx="868">
                  <c:v>159.5322166699388</c:v>
                </c:pt>
                <c:pt idx="869">
                  <c:v>157.3348281752396</c:v>
                </c:pt>
                <c:pt idx="870">
                  <c:v>156.3315054536103</c:v>
                </c:pt>
                <c:pt idx="871">
                  <c:v>156.1072283282627</c:v>
                </c:pt>
                <c:pt idx="872">
                  <c:v>156.57381152472271</c:v>
                </c:pt>
                <c:pt idx="873">
                  <c:v>156.6893204049633</c:v>
                </c:pt>
                <c:pt idx="874">
                  <c:v>157.561238511846</c:v>
                </c:pt>
                <c:pt idx="875">
                  <c:v>158.5609627648746</c:v>
                </c:pt>
                <c:pt idx="876">
                  <c:v>160.0878486687745</c:v>
                </c:pt>
                <c:pt idx="877">
                  <c:v>160.6231915199699</c:v>
                </c:pt>
                <c:pt idx="878">
                  <c:v>161.4124234796883</c:v>
                </c:pt>
                <c:pt idx="879">
                  <c:v>163.5021633378449</c:v>
                </c:pt>
                <c:pt idx="880">
                  <c:v>165.2549071281061</c:v>
                </c:pt>
                <c:pt idx="881">
                  <c:v>165.8338629035784</c:v>
                </c:pt>
                <c:pt idx="882">
                  <c:v>166.0885227752418</c:v>
                </c:pt>
                <c:pt idx="883">
                  <c:v>167.8852691755505</c:v>
                </c:pt>
                <c:pt idx="884">
                  <c:v>166.9395926181474</c:v>
                </c:pt>
                <c:pt idx="885">
                  <c:v>168.6971703096359</c:v>
                </c:pt>
                <c:pt idx="886">
                  <c:v>169.6632488685877</c:v>
                </c:pt>
                <c:pt idx="887">
                  <c:v>171.1134946067426</c:v>
                </c:pt>
                <c:pt idx="888">
                  <c:v>170.4300361526512</c:v>
                </c:pt>
                <c:pt idx="889">
                  <c:v>169.0149125888246</c:v>
                </c:pt>
                <c:pt idx="890">
                  <c:v>171.0450376844355</c:v>
                </c:pt>
                <c:pt idx="891">
                  <c:v>170.1397443184954</c:v>
                </c:pt>
                <c:pt idx="892">
                  <c:v>169.1491899014855</c:v>
                </c:pt>
                <c:pt idx="893">
                  <c:v>169.0835009862636</c:v>
                </c:pt>
                <c:pt idx="894">
                  <c:v>169.7038984959277</c:v>
                </c:pt>
                <c:pt idx="895">
                  <c:v>170.5911549726879</c:v>
                </c:pt>
                <c:pt idx="896">
                  <c:v>171.2001558569125</c:v>
                </c:pt>
                <c:pt idx="897">
                  <c:v>171.3226105159854</c:v>
                </c:pt>
                <c:pt idx="898">
                  <c:v>174.0236783730944</c:v>
                </c:pt>
                <c:pt idx="899">
                  <c:v>172.9528458821027</c:v>
                </c:pt>
                <c:pt idx="900">
                  <c:v>172.7175455151735</c:v>
                </c:pt>
                <c:pt idx="901">
                  <c:v>173.6280109798492</c:v>
                </c:pt>
                <c:pt idx="902">
                  <c:v>173.0543106179684</c:v>
                </c:pt>
                <c:pt idx="903">
                  <c:v>175.1783105364739</c:v>
                </c:pt>
                <c:pt idx="904">
                  <c:v>177.9037165127316</c:v>
                </c:pt>
                <c:pt idx="905">
                  <c:v>174.6798730693012</c:v>
                </c:pt>
                <c:pt idx="906">
                  <c:v>174.0829408979915</c:v>
                </c:pt>
                <c:pt idx="907">
                  <c:v>176.4739625001203</c:v>
                </c:pt>
                <c:pt idx="908">
                  <c:v>175.7745440000103</c:v>
                </c:pt>
                <c:pt idx="909">
                  <c:v>175.876205680691</c:v>
                </c:pt>
                <c:pt idx="910">
                  <c:v>170.0337760099293</c:v>
                </c:pt>
                <c:pt idx="911">
                  <c:v>170.7373335313897</c:v>
                </c:pt>
                <c:pt idx="912">
                  <c:v>174.4947926943927</c:v>
                </c:pt>
                <c:pt idx="913">
                  <c:v>174.933363414256</c:v>
                </c:pt>
                <c:pt idx="914">
                  <c:v>173.3363846404481</c:v>
                </c:pt>
                <c:pt idx="915">
                  <c:v>172.9155451872099</c:v>
                </c:pt>
                <c:pt idx="916">
                  <c:v>171.4716253029496</c:v>
                </c:pt>
                <c:pt idx="917">
                  <c:v>172.3039922215893</c:v>
                </c:pt>
                <c:pt idx="918">
                  <c:v>173.3472783714613</c:v>
                </c:pt>
                <c:pt idx="919">
                  <c:v>174.8058019144264</c:v>
                </c:pt>
                <c:pt idx="920">
                  <c:v>178.5101934564345</c:v>
                </c:pt>
                <c:pt idx="921">
                  <c:v>180.62581794329</c:v>
                </c:pt>
                <c:pt idx="922">
                  <c:v>180.6117808428297</c:v>
                </c:pt>
                <c:pt idx="923">
                  <c:v>183.098190941502</c:v>
                </c:pt>
                <c:pt idx="924">
                  <c:v>183.2417685255896</c:v>
                </c:pt>
                <c:pt idx="925">
                  <c:v>180.9058820951551</c:v>
                </c:pt>
                <c:pt idx="926">
                  <c:v>181.3755843612674</c:v>
                </c:pt>
                <c:pt idx="927">
                  <c:v>182.5754251777884</c:v>
                </c:pt>
                <c:pt idx="928">
                  <c:v>183.201253063137</c:v>
                </c:pt>
                <c:pt idx="929">
                  <c:v>184.8365459568763</c:v>
                </c:pt>
                <c:pt idx="930">
                  <c:v>183.326465375837</c:v>
                </c:pt>
                <c:pt idx="931">
                  <c:v>181.3322049486133</c:v>
                </c:pt>
                <c:pt idx="932">
                  <c:v>182.0881835735712</c:v>
                </c:pt>
                <c:pt idx="933">
                  <c:v>183.9855233752686</c:v>
                </c:pt>
                <c:pt idx="934">
                  <c:v>184.1185647686564</c:v>
                </c:pt>
                <c:pt idx="935">
                  <c:v>183.5611135927814</c:v>
                </c:pt>
                <c:pt idx="936">
                  <c:v>183.4832543243426</c:v>
                </c:pt>
                <c:pt idx="937">
                  <c:v>184.787644020499</c:v>
                </c:pt>
                <c:pt idx="938">
                  <c:v>184.9360599340899</c:v>
                </c:pt>
                <c:pt idx="939">
                  <c:v>185.4494701672006</c:v>
                </c:pt>
                <c:pt idx="940">
                  <c:v>183.844203015964</c:v>
                </c:pt>
                <c:pt idx="941">
                  <c:v>184.3718139307034</c:v>
                </c:pt>
                <c:pt idx="942">
                  <c:v>181.9104915467987</c:v>
                </c:pt>
                <c:pt idx="943">
                  <c:v>182.5216976228381</c:v>
                </c:pt>
                <c:pt idx="944">
                  <c:v>180.2169076308831</c:v>
                </c:pt>
                <c:pt idx="945">
                  <c:v>180.4295896327147</c:v>
                </c:pt>
                <c:pt idx="946">
                  <c:v>180.1349382960036</c:v>
                </c:pt>
                <c:pt idx="947">
                  <c:v>179.1337232334675</c:v>
                </c:pt>
                <c:pt idx="948">
                  <c:v>178.0955220576751</c:v>
                </c:pt>
                <c:pt idx="949">
                  <c:v>178.9822537029869</c:v>
                </c:pt>
                <c:pt idx="950">
                  <c:v>183.1743844356538</c:v>
                </c:pt>
                <c:pt idx="951">
                  <c:v>179.1166903268055</c:v>
                </c:pt>
                <c:pt idx="952">
                  <c:v>180.3163821202992</c:v>
                </c:pt>
                <c:pt idx="953">
                  <c:v>180.5279277525636</c:v>
                </c:pt>
                <c:pt idx="954">
                  <c:v>180.3611452863855</c:v>
                </c:pt>
                <c:pt idx="955">
                  <c:v>180.6287711258295</c:v>
                </c:pt>
                <c:pt idx="956">
                  <c:v>184.0861068791067</c:v>
                </c:pt>
                <c:pt idx="957">
                  <c:v>185.9630612122773</c:v>
                </c:pt>
                <c:pt idx="958">
                  <c:v>187.3086592302707</c:v>
                </c:pt>
                <c:pt idx="959">
                  <c:v>189.881321845041</c:v>
                </c:pt>
                <c:pt idx="960">
                  <c:v>187.71737091777</c:v>
                </c:pt>
                <c:pt idx="961">
                  <c:v>188.7987554226828</c:v>
                </c:pt>
                <c:pt idx="962">
                  <c:v>192.3205788541837</c:v>
                </c:pt>
                <c:pt idx="963">
                  <c:v>197.4577189361833</c:v>
                </c:pt>
                <c:pt idx="964">
                  <c:v>197.5804617944634</c:v>
                </c:pt>
                <c:pt idx="965">
                  <c:v>198.1174893588357</c:v>
                </c:pt>
                <c:pt idx="966">
                  <c:v>197.0472501037626</c:v>
                </c:pt>
                <c:pt idx="967">
                  <c:v>193.4143873554845</c:v>
                </c:pt>
                <c:pt idx="968">
                  <c:v>188.9858879356814</c:v>
                </c:pt>
                <c:pt idx="969">
                  <c:v>189.9371505525966</c:v>
                </c:pt>
                <c:pt idx="970">
                  <c:v>188.8997069299051</c:v>
                </c:pt>
                <c:pt idx="971">
                  <c:v>188.9627800950162</c:v>
                </c:pt>
                <c:pt idx="972">
                  <c:v>187.6956665911604</c:v>
                </c:pt>
                <c:pt idx="973">
                  <c:v>185.3443076469313</c:v>
                </c:pt>
                <c:pt idx="974">
                  <c:v>183.8698651654771</c:v>
                </c:pt>
                <c:pt idx="975">
                  <c:v>183.1953710185281</c:v>
                </c:pt>
                <c:pt idx="976">
                  <c:v>182.2276235281927</c:v>
                </c:pt>
                <c:pt idx="977">
                  <c:v>179.4491795302332</c:v>
                </c:pt>
                <c:pt idx="978">
                  <c:v>176.9135218494313</c:v>
                </c:pt>
                <c:pt idx="979">
                  <c:v>177.7430874057378</c:v>
                </c:pt>
                <c:pt idx="980">
                  <c:v>178.6132104096822</c:v>
                </c:pt>
                <c:pt idx="981">
                  <c:v>175.5517922318435</c:v>
                </c:pt>
                <c:pt idx="982">
                  <c:v>176.2357538597639</c:v>
                </c:pt>
                <c:pt idx="983">
                  <c:v>173.6369712333425</c:v>
                </c:pt>
                <c:pt idx="984">
                  <c:v>173.5654799624893</c:v>
                </c:pt>
                <c:pt idx="985">
                  <c:v>172.2088440094125</c:v>
                </c:pt>
                <c:pt idx="986">
                  <c:v>171.8388937471893</c:v>
                </c:pt>
                <c:pt idx="987">
                  <c:v>175.4112786126468</c:v>
                </c:pt>
                <c:pt idx="988">
                  <c:v>175.2110243611452</c:v>
                </c:pt>
                <c:pt idx="989">
                  <c:v>173.7358667007239</c:v>
                </c:pt>
                <c:pt idx="990">
                  <c:v>173.9243081578068</c:v>
                </c:pt>
                <c:pt idx="991">
                  <c:v>176.5597698493777</c:v>
                </c:pt>
                <c:pt idx="992">
                  <c:v>175.5810812911392</c:v>
                </c:pt>
                <c:pt idx="993">
                  <c:v>173.7594167194142</c:v>
                </c:pt>
                <c:pt idx="994">
                  <c:v>173.3455242031876</c:v>
                </c:pt>
                <c:pt idx="995">
                  <c:v>176.7148663613235</c:v>
                </c:pt>
                <c:pt idx="996">
                  <c:v>178.0687248576837</c:v>
                </c:pt>
                <c:pt idx="997">
                  <c:v>176.7195608193759</c:v>
                </c:pt>
                <c:pt idx="998">
                  <c:v>175.9939858619102</c:v>
                </c:pt>
                <c:pt idx="999">
                  <c:v>174.3816602885113</c:v>
                </c:pt>
                <c:pt idx="1000">
                  <c:v>173.6271941535358</c:v>
                </c:pt>
                <c:pt idx="1001">
                  <c:v>175.2747097587027</c:v>
                </c:pt>
                <c:pt idx="1002">
                  <c:v>175.9970336053895</c:v>
                </c:pt>
                <c:pt idx="1003">
                  <c:v>178.0883273972958</c:v>
                </c:pt>
                <c:pt idx="1004">
                  <c:v>177.8039197954331</c:v>
                </c:pt>
                <c:pt idx="1005">
                  <c:v>177.905384078559</c:v>
                </c:pt>
                <c:pt idx="1006">
                  <c:v>178.6051483512349</c:v>
                </c:pt>
                <c:pt idx="1007">
                  <c:v>181.7134236671801</c:v>
                </c:pt>
                <c:pt idx="1008">
                  <c:v>181.189247110261</c:v>
                </c:pt>
                <c:pt idx="1009">
                  <c:v>182.1170833463613</c:v>
                </c:pt>
                <c:pt idx="1010">
                  <c:v>184.7632153226419</c:v>
                </c:pt>
                <c:pt idx="1011">
                  <c:v>187.0394588371844</c:v>
                </c:pt>
                <c:pt idx="1012">
                  <c:v>185.6669070771402</c:v>
                </c:pt>
                <c:pt idx="1013">
                  <c:v>186.0756431879725</c:v>
                </c:pt>
                <c:pt idx="1014">
                  <c:v>185.1474512767023</c:v>
                </c:pt>
                <c:pt idx="1015">
                  <c:v>187.3587581802907</c:v>
                </c:pt>
                <c:pt idx="1016">
                  <c:v>190.1247373629164</c:v>
                </c:pt>
                <c:pt idx="1017">
                  <c:v>192.805424220071</c:v>
                </c:pt>
                <c:pt idx="1018">
                  <c:v>194.9456818346725</c:v>
                </c:pt>
                <c:pt idx="1019">
                  <c:v>194.5712939169281</c:v>
                </c:pt>
                <c:pt idx="1020">
                  <c:v>194.3684735829897</c:v>
                </c:pt>
                <c:pt idx="1021">
                  <c:v>199.5797696703856</c:v>
                </c:pt>
                <c:pt idx="1022">
                  <c:v>197.4503121556612</c:v>
                </c:pt>
                <c:pt idx="1023">
                  <c:v>198.4218004614191</c:v>
                </c:pt>
                <c:pt idx="1024">
                  <c:v>201.7593188995981</c:v>
                </c:pt>
                <c:pt idx="1025">
                  <c:v>200.4972273740262</c:v>
                </c:pt>
                <c:pt idx="1026">
                  <c:v>197.0429041925195</c:v>
                </c:pt>
                <c:pt idx="1027">
                  <c:v>197.4813471476099</c:v>
                </c:pt>
                <c:pt idx="1028">
                  <c:v>199.5304491194434</c:v>
                </c:pt>
                <c:pt idx="1029">
                  <c:v>198.464992543536</c:v>
                </c:pt>
                <c:pt idx="1030">
                  <c:v>197.2358805707247</c:v>
                </c:pt>
                <c:pt idx="1031">
                  <c:v>196.3381902937433</c:v>
                </c:pt>
                <c:pt idx="1032">
                  <c:v>197.6171117278181</c:v>
                </c:pt>
                <c:pt idx="1033">
                  <c:v>194.4469463441995</c:v>
                </c:pt>
                <c:pt idx="1034">
                  <c:v>194.4706688982342</c:v>
                </c:pt>
                <c:pt idx="1035">
                  <c:v>195.8139243046652</c:v>
                </c:pt>
                <c:pt idx="1036">
                  <c:v>195.4122915121237</c:v>
                </c:pt>
                <c:pt idx="1037">
                  <c:v>195.2348824247854</c:v>
                </c:pt>
                <c:pt idx="1038">
                  <c:v>191.9693396945792</c:v>
                </c:pt>
                <c:pt idx="1039">
                  <c:v>191.1451031692235</c:v>
                </c:pt>
                <c:pt idx="1040">
                  <c:v>193.5101677009083</c:v>
                </c:pt>
                <c:pt idx="1041">
                  <c:v>194.1630675341808</c:v>
                </c:pt>
                <c:pt idx="1042">
                  <c:v>189.7249685528708</c:v>
                </c:pt>
                <c:pt idx="1043">
                  <c:v>190.8024729009848</c:v>
                </c:pt>
                <c:pt idx="1044">
                  <c:v>189.6256092251483</c:v>
                </c:pt>
                <c:pt idx="1045">
                  <c:v>188.3018654325879</c:v>
                </c:pt>
                <c:pt idx="1046">
                  <c:v>190.1134262242016</c:v>
                </c:pt>
                <c:pt idx="1047">
                  <c:v>190.4519005525877</c:v>
                </c:pt>
                <c:pt idx="1048">
                  <c:v>189.137599395911</c:v>
                </c:pt>
                <c:pt idx="1049">
                  <c:v>193.5696368430783</c:v>
                </c:pt>
                <c:pt idx="1050">
                  <c:v>189.6326155851385</c:v>
                </c:pt>
                <c:pt idx="1051">
                  <c:v>185.1656386550156</c:v>
                </c:pt>
                <c:pt idx="1052">
                  <c:v>183.4431120473778</c:v>
                </c:pt>
                <c:pt idx="1053">
                  <c:v>183.4828922462058</c:v>
                </c:pt>
                <c:pt idx="1054">
                  <c:v>182.7781112411087</c:v>
                </c:pt>
                <c:pt idx="1055">
                  <c:v>185.1619024364923</c:v>
                </c:pt>
                <c:pt idx="1056">
                  <c:v>194.6796328986322</c:v>
                </c:pt>
                <c:pt idx="1057">
                  <c:v>193.3310617015848</c:v>
                </c:pt>
                <c:pt idx="1058">
                  <c:v>194.1013447296116</c:v>
                </c:pt>
                <c:pt idx="1059">
                  <c:v>193.9035161680039</c:v>
                </c:pt>
                <c:pt idx="1060">
                  <c:v>193.2095638910596</c:v>
                </c:pt>
                <c:pt idx="1061">
                  <c:v>194.7009629993511</c:v>
                </c:pt>
                <c:pt idx="1062">
                  <c:v>192.6049797879759</c:v>
                </c:pt>
                <c:pt idx="1063">
                  <c:v>190.5778040441667</c:v>
                </c:pt>
                <c:pt idx="1064">
                  <c:v>189.2339213066909</c:v>
                </c:pt>
                <c:pt idx="1065">
                  <c:v>192.043793850002</c:v>
                </c:pt>
                <c:pt idx="1066">
                  <c:v>193.7662739166744</c:v>
                </c:pt>
                <c:pt idx="1067">
                  <c:v>196.9826979387786</c:v>
                </c:pt>
                <c:pt idx="1068">
                  <c:v>197.5983503751683</c:v>
                </c:pt>
                <c:pt idx="1069">
                  <c:v>201.4121135525308</c:v>
                </c:pt>
                <c:pt idx="1070">
                  <c:v>199.3665203315187</c:v>
                </c:pt>
                <c:pt idx="1071">
                  <c:v>197.6391299809603</c:v>
                </c:pt>
                <c:pt idx="1072">
                  <c:v>193.7219143653015</c:v>
                </c:pt>
                <c:pt idx="1073">
                  <c:v>198.5170914237314</c:v>
                </c:pt>
                <c:pt idx="1074">
                  <c:v>201.2225834091106</c:v>
                </c:pt>
                <c:pt idx="1075">
                  <c:v>203.0030125292769</c:v>
                </c:pt>
                <c:pt idx="1076">
                  <c:v>206.5519346798303</c:v>
                </c:pt>
                <c:pt idx="1077">
                  <c:v>207.549693709354</c:v>
                </c:pt>
                <c:pt idx="1078">
                  <c:v>208.2583491642386</c:v>
                </c:pt>
                <c:pt idx="1079">
                  <c:v>204.8528972584926</c:v>
                </c:pt>
                <c:pt idx="1080">
                  <c:v>204.6565969402252</c:v>
                </c:pt>
                <c:pt idx="1081">
                  <c:v>199.9271112688529</c:v>
                </c:pt>
                <c:pt idx="1082">
                  <c:v>192.7385172753166</c:v>
                </c:pt>
                <c:pt idx="1083">
                  <c:v>195.6250992521078</c:v>
                </c:pt>
                <c:pt idx="1084">
                  <c:v>194.9301800344438</c:v>
                </c:pt>
                <c:pt idx="1085">
                  <c:v>191.2053743929323</c:v>
                </c:pt>
                <c:pt idx="1086">
                  <c:v>187.9340049657118</c:v>
                </c:pt>
                <c:pt idx="1087">
                  <c:v>187.3203260613535</c:v>
                </c:pt>
                <c:pt idx="1088">
                  <c:v>193.7640209328088</c:v>
                </c:pt>
                <c:pt idx="1089">
                  <c:v>193.4682181551422</c:v>
                </c:pt>
                <c:pt idx="1090">
                  <c:v>191.7247241985256</c:v>
                </c:pt>
                <c:pt idx="1091">
                  <c:v>196.727614556022</c:v>
                </c:pt>
                <c:pt idx="1092">
                  <c:v>192.1485340027405</c:v>
                </c:pt>
                <c:pt idx="1093">
                  <c:v>192.0128937529481</c:v>
                </c:pt>
                <c:pt idx="1094">
                  <c:v>192.645730629404</c:v>
                </c:pt>
                <c:pt idx="1095">
                  <c:v>193.4065535307593</c:v>
                </c:pt>
                <c:pt idx="1096">
                  <c:v>193.7546993854229</c:v>
                </c:pt>
                <c:pt idx="1097">
                  <c:v>193.8071607073432</c:v>
                </c:pt>
                <c:pt idx="1098">
                  <c:v>190.2130448916424</c:v>
                </c:pt>
                <c:pt idx="1099">
                  <c:v>193.1346753644445</c:v>
                </c:pt>
                <c:pt idx="1100">
                  <c:v>193.5137443841824</c:v>
                </c:pt>
                <c:pt idx="1101">
                  <c:v>188.577709904044</c:v>
                </c:pt>
                <c:pt idx="1102">
                  <c:v>187.8024362508413</c:v>
                </c:pt>
                <c:pt idx="1103">
                  <c:v>186.4111846447719</c:v>
                </c:pt>
                <c:pt idx="1104">
                  <c:v>181.5712381207824</c:v>
                </c:pt>
                <c:pt idx="1105">
                  <c:v>183.1026481580303</c:v>
                </c:pt>
                <c:pt idx="1106">
                  <c:v>182.0940045544863</c:v>
                </c:pt>
                <c:pt idx="1107">
                  <c:v>181.7561872345667</c:v>
                </c:pt>
                <c:pt idx="1108">
                  <c:v>183.3169364683606</c:v>
                </c:pt>
                <c:pt idx="1109">
                  <c:v>186.3894104484379</c:v>
                </c:pt>
                <c:pt idx="1110">
                  <c:v>186.1402202168643</c:v>
                </c:pt>
                <c:pt idx="1111">
                  <c:v>187.5656396042374</c:v>
                </c:pt>
                <c:pt idx="1112">
                  <c:v>188.5098954826497</c:v>
                </c:pt>
                <c:pt idx="1113">
                  <c:v>186.0066326742626</c:v>
                </c:pt>
                <c:pt idx="1114">
                  <c:v>186.133398594837</c:v>
                </c:pt>
                <c:pt idx="1115">
                  <c:v>189.839845174871</c:v>
                </c:pt>
                <c:pt idx="1116">
                  <c:v>190.437627479625</c:v>
                </c:pt>
                <c:pt idx="1117">
                  <c:v>186.4538782997548</c:v>
                </c:pt>
                <c:pt idx="1118">
                  <c:v>182.7409298349733</c:v>
                </c:pt>
                <c:pt idx="1119">
                  <c:v>184.7377975943997</c:v>
                </c:pt>
                <c:pt idx="1120">
                  <c:v>186.3377117782901</c:v>
                </c:pt>
                <c:pt idx="1121">
                  <c:v>187.0408846425094</c:v>
                </c:pt>
                <c:pt idx="1122">
                  <c:v>187.9046602206774</c:v>
                </c:pt>
                <c:pt idx="1123">
                  <c:v>189.2086958350327</c:v>
                </c:pt>
                <c:pt idx="1124">
                  <c:v>192.0224752457472</c:v>
                </c:pt>
                <c:pt idx="1125">
                  <c:v>191.0258291563199</c:v>
                </c:pt>
                <c:pt idx="1126">
                  <c:v>189.8902402882836</c:v>
                </c:pt>
                <c:pt idx="1127">
                  <c:v>188.5850169419527</c:v>
                </c:pt>
                <c:pt idx="1128">
                  <c:v>190.5241394291314</c:v>
                </c:pt>
                <c:pt idx="1129">
                  <c:v>191.5967082484929</c:v>
                </c:pt>
                <c:pt idx="1130">
                  <c:v>191.5113964586649</c:v>
                </c:pt>
                <c:pt idx="1131">
                  <c:v>188.7902768253813</c:v>
                </c:pt>
                <c:pt idx="1132">
                  <c:v>186.3864066089831</c:v>
                </c:pt>
                <c:pt idx="1133">
                  <c:v>187.7765660228604</c:v>
                </c:pt>
                <c:pt idx="1134">
                  <c:v>187.6630437559729</c:v>
                </c:pt>
                <c:pt idx="1135">
                  <c:v>187.8934753434978</c:v>
                </c:pt>
                <c:pt idx="1136">
                  <c:v>184.8598544498309</c:v>
                </c:pt>
                <c:pt idx="1137">
                  <c:v>185.9671763520758</c:v>
                </c:pt>
                <c:pt idx="1138">
                  <c:v>188.1352589180658</c:v>
                </c:pt>
                <c:pt idx="1139">
                  <c:v>186.8329628263588</c:v>
                </c:pt>
                <c:pt idx="1140">
                  <c:v>184.6389837345624</c:v>
                </c:pt>
                <c:pt idx="1141">
                  <c:v>182.8999030677637</c:v>
                </c:pt>
                <c:pt idx="1142">
                  <c:v>183.3016083141011</c:v>
                </c:pt>
                <c:pt idx="1143">
                  <c:v>180.5486493491664</c:v>
                </c:pt>
                <c:pt idx="1144">
                  <c:v>185.621695531001</c:v>
                </c:pt>
                <c:pt idx="1145">
                  <c:v>182.2007025958096</c:v>
                </c:pt>
                <c:pt idx="1146">
                  <c:v>182.4737647900366</c:v>
                </c:pt>
                <c:pt idx="1147">
                  <c:v>185.6945279035785</c:v>
                </c:pt>
                <c:pt idx="1148">
                  <c:v>185.1100498936011</c:v>
                </c:pt>
                <c:pt idx="1149">
                  <c:v>188.9288660727815</c:v>
                </c:pt>
                <c:pt idx="1150">
                  <c:v>190.0504056854242</c:v>
                </c:pt>
                <c:pt idx="1151">
                  <c:v>189.8089037272397</c:v>
                </c:pt>
                <c:pt idx="1152">
                  <c:v>187.3469547881535</c:v>
                </c:pt>
                <c:pt idx="1153">
                  <c:v>186.9015011199851</c:v>
                </c:pt>
                <c:pt idx="1154">
                  <c:v>184.8841115994697</c:v>
                </c:pt>
                <c:pt idx="1155">
                  <c:v>184.0833352125181</c:v>
                </c:pt>
                <c:pt idx="1156">
                  <c:v>184.3636881240758</c:v>
                </c:pt>
                <c:pt idx="1157">
                  <c:v>183.2462648716966</c:v>
                </c:pt>
                <c:pt idx="1158">
                  <c:v>181.1385678815093</c:v>
                </c:pt>
                <c:pt idx="1159">
                  <c:v>181.0606670008416</c:v>
                </c:pt>
                <c:pt idx="1160">
                  <c:v>182.5532815655023</c:v>
                </c:pt>
                <c:pt idx="1161">
                  <c:v>183.7164857923898</c:v>
                </c:pt>
                <c:pt idx="1162">
                  <c:v>185.6242878632367</c:v>
                </c:pt>
                <c:pt idx="1163">
                  <c:v>183.0078299189082</c:v>
                </c:pt>
                <c:pt idx="1164">
                  <c:v>181.1191622335237</c:v>
                </c:pt>
                <c:pt idx="1165">
                  <c:v>181.5122624346971</c:v>
                </c:pt>
                <c:pt idx="1166">
                  <c:v>182.1905195927529</c:v>
                </c:pt>
                <c:pt idx="1167">
                  <c:v>183.0418445864278</c:v>
                </c:pt>
                <c:pt idx="1168">
                  <c:v>182.0678097061827</c:v>
                </c:pt>
                <c:pt idx="1169">
                  <c:v>178.8528048733661</c:v>
                </c:pt>
                <c:pt idx="1170">
                  <c:v>178.2214119151565</c:v>
                </c:pt>
                <c:pt idx="1171">
                  <c:v>177.79124798505</c:v>
                </c:pt>
                <c:pt idx="1172">
                  <c:v>178.1105876222801</c:v>
                </c:pt>
                <c:pt idx="1173">
                  <c:v>176.9823973777887</c:v>
                </c:pt>
                <c:pt idx="1174">
                  <c:v>179.0464247182475</c:v>
                </c:pt>
                <c:pt idx="1175">
                  <c:v>179.5391589254419</c:v>
                </c:pt>
                <c:pt idx="1176">
                  <c:v>180.5723644225267</c:v>
                </c:pt>
                <c:pt idx="1177">
                  <c:v>181.4785206158633</c:v>
                </c:pt>
                <c:pt idx="1178">
                  <c:v>184.0933258484667</c:v>
                </c:pt>
                <c:pt idx="1179">
                  <c:v>182.4718760727103</c:v>
                </c:pt>
                <c:pt idx="1180">
                  <c:v>180.9923418581996</c:v>
                </c:pt>
                <c:pt idx="1181">
                  <c:v>184.3616021249196</c:v>
                </c:pt>
                <c:pt idx="1182">
                  <c:v>183.4702932265249</c:v>
                </c:pt>
                <c:pt idx="1183">
                  <c:v>183.7720506621021</c:v>
                </c:pt>
                <c:pt idx="1184">
                  <c:v>184.7835001603813</c:v>
                </c:pt>
                <c:pt idx="1185">
                  <c:v>188.8189906397608</c:v>
                </c:pt>
                <c:pt idx="1186">
                  <c:v>192.457541732132</c:v>
                </c:pt>
                <c:pt idx="1187">
                  <c:v>194.1357752106689</c:v>
                </c:pt>
                <c:pt idx="1188">
                  <c:v>195.4037838148195</c:v>
                </c:pt>
                <c:pt idx="1189">
                  <c:v>195.6150446780722</c:v>
                </c:pt>
                <c:pt idx="1190">
                  <c:v>195.2699094836138</c:v>
                </c:pt>
                <c:pt idx="1191">
                  <c:v>194.556203859674</c:v>
                </c:pt>
                <c:pt idx="1192">
                  <c:v>195.1203151431869</c:v>
                </c:pt>
                <c:pt idx="1193">
                  <c:v>195.1708991834018</c:v>
                </c:pt>
                <c:pt idx="1194">
                  <c:v>195.0655293326991</c:v>
                </c:pt>
                <c:pt idx="1195">
                  <c:v>194.5682381214173</c:v>
                </c:pt>
                <c:pt idx="1196">
                  <c:v>196.0776960514463</c:v>
                </c:pt>
                <c:pt idx="1197">
                  <c:v>198.6765382542324</c:v>
                </c:pt>
                <c:pt idx="1198">
                  <c:v>197.309457448684</c:v>
                </c:pt>
                <c:pt idx="1199">
                  <c:v>198.0524518088701</c:v>
                </c:pt>
                <c:pt idx="1200">
                  <c:v>199.0451877429946</c:v>
                </c:pt>
                <c:pt idx="1201">
                  <c:v>200.9848888720272</c:v>
                </c:pt>
                <c:pt idx="1202">
                  <c:v>201.6659025604876</c:v>
                </c:pt>
                <c:pt idx="1203">
                  <c:v>202.6113738510704</c:v>
                </c:pt>
                <c:pt idx="1204">
                  <c:v>203.8352153431633</c:v>
                </c:pt>
                <c:pt idx="1205">
                  <c:v>205.205994159581</c:v>
                </c:pt>
                <c:pt idx="1206">
                  <c:v>204.720958574896</c:v>
                </c:pt>
                <c:pt idx="1207">
                  <c:v>206.4219017943498</c:v>
                </c:pt>
                <c:pt idx="1208">
                  <c:v>204.2489479366535</c:v>
                </c:pt>
                <c:pt idx="1209">
                  <c:v>203.4696687687698</c:v>
                </c:pt>
                <c:pt idx="1210">
                  <c:v>204.2613773199036</c:v>
                </c:pt>
                <c:pt idx="1211">
                  <c:v>205.5735067902799</c:v>
                </c:pt>
                <c:pt idx="1212">
                  <c:v>204.7235789145398</c:v>
                </c:pt>
                <c:pt idx="1213">
                  <c:v>205.8028928145961</c:v>
                </c:pt>
                <c:pt idx="1214">
                  <c:v>204.7344138815973</c:v>
                </c:pt>
                <c:pt idx="1215">
                  <c:v>207.2205134123864</c:v>
                </c:pt>
                <c:pt idx="1216">
                  <c:v>207.1219432200037</c:v>
                </c:pt>
                <c:pt idx="1217">
                  <c:v>207.1549468896998</c:v>
                </c:pt>
                <c:pt idx="1218">
                  <c:v>205.973598365961</c:v>
                </c:pt>
                <c:pt idx="1219">
                  <c:v>202.6781201080159</c:v>
                </c:pt>
                <c:pt idx="1220">
                  <c:v>203.9163722582404</c:v>
                </c:pt>
                <c:pt idx="1221">
                  <c:v>206.8433500253401</c:v>
                </c:pt>
                <c:pt idx="1222">
                  <c:v>207.0058071751443</c:v>
                </c:pt>
                <c:pt idx="1223">
                  <c:v>209.6673217958394</c:v>
                </c:pt>
                <c:pt idx="1224">
                  <c:v>210.5611649831477</c:v>
                </c:pt>
                <c:pt idx="1225">
                  <c:v>215.1250312861702</c:v>
                </c:pt>
                <c:pt idx="1226">
                  <c:v>217.0450381187909</c:v>
                </c:pt>
                <c:pt idx="1227">
                  <c:v>216.6447914309897</c:v>
                </c:pt>
                <c:pt idx="1228">
                  <c:v>220.8104241180335</c:v>
                </c:pt>
                <c:pt idx="1229">
                  <c:v>221.2401232181091</c:v>
                </c:pt>
                <c:pt idx="1230">
                  <c:v>221.0256852377249</c:v>
                </c:pt>
                <c:pt idx="1231">
                  <c:v>222.9760874723433</c:v>
                </c:pt>
                <c:pt idx="1232">
                  <c:v>223.5491181099364</c:v>
                </c:pt>
                <c:pt idx="1233">
                  <c:v>224.6735641838706</c:v>
                </c:pt>
                <c:pt idx="1234">
                  <c:v>221.9710945824267</c:v>
                </c:pt>
                <c:pt idx="1235">
                  <c:v>223.3173766229544</c:v>
                </c:pt>
                <c:pt idx="1236">
                  <c:v>221.9653586202157</c:v>
                </c:pt>
                <c:pt idx="1237">
                  <c:v>219.9567350266269</c:v>
                </c:pt>
                <c:pt idx="1238">
                  <c:v>218.6874984690116</c:v>
                </c:pt>
                <c:pt idx="1239">
                  <c:v>220.8728023336673</c:v>
                </c:pt>
                <c:pt idx="1240">
                  <c:v>220.8405909776556</c:v>
                </c:pt>
                <c:pt idx="1241">
                  <c:v>222.0431337015674</c:v>
                </c:pt>
                <c:pt idx="1242">
                  <c:v>222.0341654690953</c:v>
                </c:pt>
                <c:pt idx="1243">
                  <c:v>221.5282812757874</c:v>
                </c:pt>
                <c:pt idx="1244">
                  <c:v>218.83943350951</c:v>
                </c:pt>
                <c:pt idx="1245">
                  <c:v>220.8281719167211</c:v>
                </c:pt>
                <c:pt idx="1246">
                  <c:v>219.7336354523288</c:v>
                </c:pt>
                <c:pt idx="1247">
                  <c:v>217.9867091533342</c:v>
                </c:pt>
                <c:pt idx="1248">
                  <c:v>217.7521992008714</c:v>
                </c:pt>
                <c:pt idx="1249">
                  <c:v>220.4776136840386</c:v>
                </c:pt>
                <c:pt idx="1250">
                  <c:v>218.596200982121</c:v>
                </c:pt>
                <c:pt idx="1251">
                  <c:v>219.002511683129</c:v>
                </c:pt>
                <c:pt idx="1252">
                  <c:v>218.2159928801385</c:v>
                </c:pt>
                <c:pt idx="1253">
                  <c:v>216.8463569268431</c:v>
                </c:pt>
                <c:pt idx="1254">
                  <c:v>217.9828472261427</c:v>
                </c:pt>
                <c:pt idx="1255">
                  <c:v>220.0521039585119</c:v>
                </c:pt>
                <c:pt idx="1256">
                  <c:v>221.3748132859594</c:v>
                </c:pt>
                <c:pt idx="1257">
                  <c:v>222.3198722239045</c:v>
                </c:pt>
                <c:pt idx="1258">
                  <c:v>224.646844981115</c:v>
                </c:pt>
                <c:pt idx="1259">
                  <c:v>220.6624769495299</c:v>
                </c:pt>
                <c:pt idx="1260">
                  <c:v>221.9789368013387</c:v>
                </c:pt>
                <c:pt idx="1261">
                  <c:v>224.4369182131682</c:v>
                </c:pt>
                <c:pt idx="1262">
                  <c:v>224.0206328284066</c:v>
                </c:pt>
                <c:pt idx="1263">
                  <c:v>224.2332676449015</c:v>
                </c:pt>
                <c:pt idx="1264">
                  <c:v>223.6958292250376</c:v>
                </c:pt>
                <c:pt idx="1265">
                  <c:v>222.6471829531957</c:v>
                </c:pt>
                <c:pt idx="1266">
                  <c:v>222.065267484571</c:v>
                </c:pt>
                <c:pt idx="1267">
                  <c:v>221.2782749432022</c:v>
                </c:pt>
                <c:pt idx="1268">
                  <c:v>218.6706630153582</c:v>
                </c:pt>
                <c:pt idx="1269">
                  <c:v>219.4357572973748</c:v>
                </c:pt>
                <c:pt idx="1270">
                  <c:v>220.756161422445</c:v>
                </c:pt>
                <c:pt idx="1271">
                  <c:v>220.5969946020854</c:v>
                </c:pt>
                <c:pt idx="1272">
                  <c:v>219.3668895235768</c:v>
                </c:pt>
                <c:pt idx="1273">
                  <c:v>219.7291120015682</c:v>
                </c:pt>
                <c:pt idx="1274">
                  <c:v>218.8906069574808</c:v>
                </c:pt>
                <c:pt idx="1275">
                  <c:v>219.5553054523191</c:v>
                </c:pt>
                <c:pt idx="1276">
                  <c:v>218.2136551586198</c:v>
                </c:pt>
                <c:pt idx="1277">
                  <c:v>220.4554621262952</c:v>
                </c:pt>
                <c:pt idx="1278">
                  <c:v>222.5155505646578</c:v>
                </c:pt>
                <c:pt idx="1279">
                  <c:v>221.9151054644424</c:v>
                </c:pt>
                <c:pt idx="1280">
                  <c:v>221.7511407806616</c:v>
                </c:pt>
                <c:pt idx="1281">
                  <c:v>223.8881588455724</c:v>
                </c:pt>
                <c:pt idx="1282">
                  <c:v>226.3649397922163</c:v>
                </c:pt>
                <c:pt idx="1283">
                  <c:v>225.123557705262</c:v>
                </c:pt>
                <c:pt idx="1284">
                  <c:v>222.1070433033969</c:v>
                </c:pt>
                <c:pt idx="1285">
                  <c:v>224.5436262152367</c:v>
                </c:pt>
                <c:pt idx="1286">
                  <c:v>224.04059178755</c:v>
                </c:pt>
                <c:pt idx="1287">
                  <c:v>222.5952033976786</c:v>
                </c:pt>
                <c:pt idx="1288">
                  <c:v>220.8508906471163</c:v>
                </c:pt>
                <c:pt idx="1289">
                  <c:v>220.7003158630303</c:v>
                </c:pt>
                <c:pt idx="1290">
                  <c:v>223.7509163331276</c:v>
                </c:pt>
                <c:pt idx="1291">
                  <c:v>225.3208130193738</c:v>
                </c:pt>
                <c:pt idx="1292">
                  <c:v>225.1389231258314</c:v>
                </c:pt>
                <c:pt idx="1293">
                  <c:v>226.5731079567374</c:v>
                </c:pt>
                <c:pt idx="1294">
                  <c:v>227.7793443758381</c:v>
                </c:pt>
                <c:pt idx="1295">
                  <c:v>227.0547711045132</c:v>
                </c:pt>
                <c:pt idx="1296">
                  <c:v>227.5739506694945</c:v>
                </c:pt>
                <c:pt idx="1297">
                  <c:v>230.0027204711538</c:v>
                </c:pt>
                <c:pt idx="1298">
                  <c:v>227.7821811021317</c:v>
                </c:pt>
                <c:pt idx="1299">
                  <c:v>227.7286941515616</c:v>
                </c:pt>
                <c:pt idx="1300">
                  <c:v>227.5102246878919</c:v>
                </c:pt>
                <c:pt idx="1301">
                  <c:v>224.6279254418997</c:v>
                </c:pt>
                <c:pt idx="1302">
                  <c:v>223.8120888784455</c:v>
                </c:pt>
                <c:pt idx="1303">
                  <c:v>225.9117889175517</c:v>
                </c:pt>
                <c:pt idx="1304">
                  <c:v>226.2934054710667</c:v>
                </c:pt>
                <c:pt idx="1305">
                  <c:v>225.7509417009353</c:v>
                </c:pt>
                <c:pt idx="1306">
                  <c:v>223.4587182118833</c:v>
                </c:pt>
                <c:pt idx="1307">
                  <c:v>223.6824439688816</c:v>
                </c:pt>
                <c:pt idx="1308">
                  <c:v>223.7628194680128</c:v>
                </c:pt>
                <c:pt idx="1309">
                  <c:v>224.9353336277219</c:v>
                </c:pt>
                <c:pt idx="1310">
                  <c:v>226.5184536193764</c:v>
                </c:pt>
                <c:pt idx="1311">
                  <c:v>227.7278892429118</c:v>
                </c:pt>
                <c:pt idx="1312">
                  <c:v>227.8241284516258</c:v>
                </c:pt>
                <c:pt idx="1313">
                  <c:v>226.9866853423694</c:v>
                </c:pt>
                <c:pt idx="1314">
                  <c:v>228.7585403584459</c:v>
                </c:pt>
                <c:pt idx="1315">
                  <c:v>227.7189483567011</c:v>
                </c:pt>
                <c:pt idx="1316">
                  <c:v>225.6484072060898</c:v>
                </c:pt>
                <c:pt idx="1317">
                  <c:v>227.247686282174</c:v>
                </c:pt>
                <c:pt idx="1318">
                  <c:v>226.2535765065979</c:v>
                </c:pt>
                <c:pt idx="1319">
                  <c:v>224.9013327368318</c:v>
                </c:pt>
                <c:pt idx="1320">
                  <c:v>224.6207579061868</c:v>
                </c:pt>
                <c:pt idx="1321">
                  <c:v>223.8589015305968</c:v>
                </c:pt>
                <c:pt idx="1322">
                  <c:v>226.6922391209511</c:v>
                </c:pt>
                <c:pt idx="1323">
                  <c:v>223.3171828155151</c:v>
                </c:pt>
                <c:pt idx="1324">
                  <c:v>221.3929437115605</c:v>
                </c:pt>
                <c:pt idx="1325">
                  <c:v>221.1669272278108</c:v>
                </c:pt>
                <c:pt idx="1326">
                  <c:v>224.7987214830646</c:v>
                </c:pt>
                <c:pt idx="1327">
                  <c:v>229.441765681565</c:v>
                </c:pt>
                <c:pt idx="1328">
                  <c:v>231.6399689233297</c:v>
                </c:pt>
                <c:pt idx="1329">
                  <c:v>233.7882500952864</c:v>
                </c:pt>
                <c:pt idx="1330">
                  <c:v>234.9883406042176</c:v>
                </c:pt>
                <c:pt idx="1331">
                  <c:v>234.25501424649</c:v>
                </c:pt>
                <c:pt idx="1332">
                  <c:v>236.643129818225</c:v>
                </c:pt>
                <c:pt idx="1333">
                  <c:v>237.1898094553215</c:v>
                </c:pt>
                <c:pt idx="1334">
                  <c:v>240.5991391606613</c:v>
                </c:pt>
                <c:pt idx="1335">
                  <c:v>243.2266502564433</c:v>
                </c:pt>
                <c:pt idx="1336">
                  <c:v>242.3361272326396</c:v>
                </c:pt>
                <c:pt idx="1337">
                  <c:v>242.388867365006</c:v>
                </c:pt>
                <c:pt idx="1338">
                  <c:v>242.2899941885001</c:v>
                </c:pt>
                <c:pt idx="1339">
                  <c:v>245.0207117103852</c:v>
                </c:pt>
                <c:pt idx="1340">
                  <c:v>245.7314185511431</c:v>
                </c:pt>
                <c:pt idx="1341">
                  <c:v>245.111441279538</c:v>
                </c:pt>
                <c:pt idx="1342">
                  <c:v>244.7029585697806</c:v>
                </c:pt>
                <c:pt idx="1343">
                  <c:v>245.7725023803179</c:v>
                </c:pt>
                <c:pt idx="1344">
                  <c:v>245.3720441815876</c:v>
                </c:pt>
                <c:pt idx="1345">
                  <c:v>246.8393133985448</c:v>
                </c:pt>
                <c:pt idx="1346">
                  <c:v>248.2472198613156</c:v>
                </c:pt>
                <c:pt idx="1347">
                  <c:v>248.5963912273859</c:v>
                </c:pt>
                <c:pt idx="1348">
                  <c:v>250.2434522641686</c:v>
                </c:pt>
                <c:pt idx="1349">
                  <c:v>249.5356920380807</c:v>
                </c:pt>
                <c:pt idx="1350">
                  <c:v>248.927541609312</c:v>
                </c:pt>
                <c:pt idx="1351">
                  <c:v>250.1990007420465</c:v>
                </c:pt>
                <c:pt idx="1352">
                  <c:v>249.4498377026642</c:v>
                </c:pt>
                <c:pt idx="1353">
                  <c:v>248.6645368898892</c:v>
                </c:pt>
                <c:pt idx="1354">
                  <c:v>253.2697917983906</c:v>
                </c:pt>
                <c:pt idx="1355">
                  <c:v>255.8730238668288</c:v>
                </c:pt>
                <c:pt idx="1356">
                  <c:v>256.1446923375506</c:v>
                </c:pt>
                <c:pt idx="1357">
                  <c:v>256.7788766989677</c:v>
                </c:pt>
                <c:pt idx="1358">
                  <c:v>256.8309059644867</c:v>
                </c:pt>
                <c:pt idx="1359">
                  <c:v>256.4213100520292</c:v>
                </c:pt>
                <c:pt idx="1360">
                  <c:v>258.4520119689315</c:v>
                </c:pt>
                <c:pt idx="1361">
                  <c:v>259.8508955730234</c:v>
                </c:pt>
                <c:pt idx="1362">
                  <c:v>260.9172142009571</c:v>
                </c:pt>
                <c:pt idx="1363">
                  <c:v>262.1243831418402</c:v>
                </c:pt>
                <c:pt idx="1364">
                  <c:v>262.9002493422481</c:v>
                </c:pt>
                <c:pt idx="1365">
                  <c:v>260.3068456861807</c:v>
                </c:pt>
                <c:pt idx="1366">
                  <c:v>260.7576244439114</c:v>
                </c:pt>
                <c:pt idx="1367">
                  <c:v>258.6918419929737</c:v>
                </c:pt>
                <c:pt idx="1368">
                  <c:v>259.9110486851563</c:v>
                </c:pt>
                <c:pt idx="1369">
                  <c:v>259.724281666511</c:v>
                </c:pt>
                <c:pt idx="1370">
                  <c:v>260.7859859173866</c:v>
                </c:pt>
                <c:pt idx="1371">
                  <c:v>259.9710433124358</c:v>
                </c:pt>
                <c:pt idx="1372">
                  <c:v>259.334890216406</c:v>
                </c:pt>
                <c:pt idx="1373">
                  <c:v>258.9914075386212</c:v>
                </c:pt>
                <c:pt idx="1374">
                  <c:v>260.7948095601095</c:v>
                </c:pt>
                <c:pt idx="1375">
                  <c:v>257.5248650050256</c:v>
                </c:pt>
                <c:pt idx="1376">
                  <c:v>257.2818529190812</c:v>
                </c:pt>
                <c:pt idx="1377">
                  <c:v>254.8857277064574</c:v>
                </c:pt>
                <c:pt idx="1378">
                  <c:v>254.7280848023688</c:v>
                </c:pt>
                <c:pt idx="1379">
                  <c:v>253.040450987699</c:v>
                </c:pt>
                <c:pt idx="1380">
                  <c:v>255.6238863205272</c:v>
                </c:pt>
                <c:pt idx="1381">
                  <c:v>255.3504175204474</c:v>
                </c:pt>
                <c:pt idx="1382">
                  <c:v>255.0398627432926</c:v>
                </c:pt>
                <c:pt idx="1383">
                  <c:v>255.6634373223373</c:v>
                </c:pt>
                <c:pt idx="1384">
                  <c:v>254.2996785352228</c:v>
                </c:pt>
                <c:pt idx="1385">
                  <c:v>252.3473298457222</c:v>
                </c:pt>
                <c:pt idx="1386">
                  <c:v>254.2198923041445</c:v>
                </c:pt>
                <c:pt idx="1387">
                  <c:v>255.0571693440434</c:v>
                </c:pt>
                <c:pt idx="1388">
                  <c:v>252.9393184510964</c:v>
                </c:pt>
                <c:pt idx="1389">
                  <c:v>254.8471626477405</c:v>
                </c:pt>
                <c:pt idx="1390">
                  <c:v>258.5622330741348</c:v>
                </c:pt>
                <c:pt idx="1391">
                  <c:v>259.8818686840131</c:v>
                </c:pt>
                <c:pt idx="1392">
                  <c:v>256.513448368851</c:v>
                </c:pt>
                <c:pt idx="1393">
                  <c:v>257.2478412832219</c:v>
                </c:pt>
                <c:pt idx="1394">
                  <c:v>256.6564635032226</c:v>
                </c:pt>
                <c:pt idx="1395">
                  <c:v>257.689014554384</c:v>
                </c:pt>
                <c:pt idx="1396">
                  <c:v>257.4610870182067</c:v>
                </c:pt>
                <c:pt idx="1397">
                  <c:v>259.4954820860347</c:v>
                </c:pt>
                <c:pt idx="1398">
                  <c:v>260.0172854968754</c:v>
                </c:pt>
                <c:pt idx="1399">
                  <c:v>258.5813990136168</c:v>
                </c:pt>
                <c:pt idx="1400">
                  <c:v>259.8124777467048</c:v>
                </c:pt>
                <c:pt idx="1401">
                  <c:v>258.301527319917</c:v>
                </c:pt>
                <c:pt idx="1402">
                  <c:v>257.7461581752497</c:v>
                </c:pt>
                <c:pt idx="1403">
                  <c:v>261.1759171726614</c:v>
                </c:pt>
                <c:pt idx="1404">
                  <c:v>259.9154934765496</c:v>
                </c:pt>
                <c:pt idx="1405">
                  <c:v>257.4698671923618</c:v>
                </c:pt>
                <c:pt idx="1406">
                  <c:v>257.4140058826886</c:v>
                </c:pt>
                <c:pt idx="1407">
                  <c:v>254.6423309016801</c:v>
                </c:pt>
                <c:pt idx="1408">
                  <c:v>254.2608334012213</c:v>
                </c:pt>
                <c:pt idx="1409">
                  <c:v>255.8985845822133</c:v>
                </c:pt>
                <c:pt idx="1410">
                  <c:v>256.8974927174422</c:v>
                </c:pt>
                <c:pt idx="1411">
                  <c:v>256.7609362133429</c:v>
                </c:pt>
                <c:pt idx="1412">
                  <c:v>253.4691924281286</c:v>
                </c:pt>
                <c:pt idx="1413">
                  <c:v>254.0456204092187</c:v>
                </c:pt>
                <c:pt idx="1414">
                  <c:v>253.058800508733</c:v>
                </c:pt>
                <c:pt idx="1415">
                  <c:v>252.5425326292618</c:v>
                </c:pt>
                <c:pt idx="1416">
                  <c:v>252.1745294983472</c:v>
                </c:pt>
                <c:pt idx="1417">
                  <c:v>251.785245980527</c:v>
                </c:pt>
                <c:pt idx="1418">
                  <c:v>252.2861560932851</c:v>
                </c:pt>
                <c:pt idx="1419">
                  <c:v>254.5717105084138</c:v>
                </c:pt>
                <c:pt idx="1420">
                  <c:v>254.2797271199128</c:v>
                </c:pt>
                <c:pt idx="1421">
                  <c:v>253.909923956347</c:v>
                </c:pt>
                <c:pt idx="1422">
                  <c:v>253.6146763731048</c:v>
                </c:pt>
                <c:pt idx="1423">
                  <c:v>254.3119640371445</c:v>
                </c:pt>
                <c:pt idx="1424">
                  <c:v>255.8981576551887</c:v>
                </c:pt>
                <c:pt idx="1425">
                  <c:v>256.4844254028442</c:v>
                </c:pt>
                <c:pt idx="1426">
                  <c:v>255.0824739543057</c:v>
                </c:pt>
                <c:pt idx="1427">
                  <c:v>255.229653137753</c:v>
                </c:pt>
                <c:pt idx="1428">
                  <c:v>256.2015503240115</c:v>
                </c:pt>
                <c:pt idx="1429">
                  <c:v>257.0091813728432</c:v>
                </c:pt>
                <c:pt idx="1430">
                  <c:v>255.7527333265664</c:v>
                </c:pt>
                <c:pt idx="1431">
                  <c:v>259.0265464578962</c:v>
                </c:pt>
                <c:pt idx="1432">
                  <c:v>261.4168572470107</c:v>
                </c:pt>
                <c:pt idx="1433">
                  <c:v>257.6705497761787</c:v>
                </c:pt>
                <c:pt idx="1434">
                  <c:v>256.3276074757441</c:v>
                </c:pt>
                <c:pt idx="1435">
                  <c:v>252.8513130585355</c:v>
                </c:pt>
                <c:pt idx="1436">
                  <c:v>252.5805587994995</c:v>
                </c:pt>
                <c:pt idx="1437">
                  <c:v>250.1224295360265</c:v>
                </c:pt>
                <c:pt idx="1438">
                  <c:v>251.4733768261366</c:v>
                </c:pt>
                <c:pt idx="1439">
                  <c:v>251.4757228180705</c:v>
                </c:pt>
                <c:pt idx="1440">
                  <c:v>252.7616592969344</c:v>
                </c:pt>
                <c:pt idx="1441">
                  <c:v>252.6998789200174</c:v>
                </c:pt>
                <c:pt idx="1442">
                  <c:v>251.934098715801</c:v>
                </c:pt>
                <c:pt idx="1443">
                  <c:v>251.0413532522437</c:v>
                </c:pt>
                <c:pt idx="1444">
                  <c:v>248.5655995496791</c:v>
                </c:pt>
                <c:pt idx="1445">
                  <c:v>250.8363427071737</c:v>
                </c:pt>
                <c:pt idx="1446">
                  <c:v>251.7436330881959</c:v>
                </c:pt>
                <c:pt idx="1447">
                  <c:v>249.4492169489951</c:v>
                </c:pt>
                <c:pt idx="1448">
                  <c:v>255.7490431047014</c:v>
                </c:pt>
                <c:pt idx="1449">
                  <c:v>258.7521703692664</c:v>
                </c:pt>
                <c:pt idx="1450">
                  <c:v>259.9149277172944</c:v>
                </c:pt>
                <c:pt idx="1451">
                  <c:v>258.0340018550349</c:v>
                </c:pt>
                <c:pt idx="1452">
                  <c:v>257.9676899402859</c:v>
                </c:pt>
                <c:pt idx="1453">
                  <c:v>252.5028993967306</c:v>
                </c:pt>
                <c:pt idx="1454">
                  <c:v>252.3413755843807</c:v>
                </c:pt>
                <c:pt idx="1455">
                  <c:v>254.8809672019996</c:v>
                </c:pt>
                <c:pt idx="1456">
                  <c:v>257.804094052054</c:v>
                </c:pt>
                <c:pt idx="1457">
                  <c:v>259.6885130760209</c:v>
                </c:pt>
                <c:pt idx="1458">
                  <c:v>259.0104165779902</c:v>
                </c:pt>
                <c:pt idx="1459">
                  <c:v>259.1261086742441</c:v>
                </c:pt>
                <c:pt idx="1460">
                  <c:v>258.9584961932468</c:v>
                </c:pt>
                <c:pt idx="1461">
                  <c:v>259.8686002990052</c:v>
                </c:pt>
                <c:pt idx="1462">
                  <c:v>257.6060199023647</c:v>
                </c:pt>
                <c:pt idx="1463">
                  <c:v>255.2976947954179</c:v>
                </c:pt>
                <c:pt idx="1464">
                  <c:v>254.5946614666939</c:v>
                </c:pt>
                <c:pt idx="1465">
                  <c:v>255.045376191411</c:v>
                </c:pt>
                <c:pt idx="1466">
                  <c:v>252.5194377323564</c:v>
                </c:pt>
                <c:pt idx="1467">
                  <c:v>250.866260482042</c:v>
                </c:pt>
                <c:pt idx="1468">
                  <c:v>248.1906197127385</c:v>
                </c:pt>
                <c:pt idx="1469">
                  <c:v>249.5905116447413</c:v>
                </c:pt>
                <c:pt idx="1470">
                  <c:v>251.1646182506696</c:v>
                </c:pt>
                <c:pt idx="1471">
                  <c:v>251.5252612770154</c:v>
                </c:pt>
                <c:pt idx="1472">
                  <c:v>253.1850042646959</c:v>
                </c:pt>
                <c:pt idx="1473">
                  <c:v>248.4504733644171</c:v>
                </c:pt>
                <c:pt idx="1474">
                  <c:v>248.0501869676577</c:v>
                </c:pt>
                <c:pt idx="1475">
                  <c:v>249.4988271233896</c:v>
                </c:pt>
                <c:pt idx="1476">
                  <c:v>246.1199893149453</c:v>
                </c:pt>
                <c:pt idx="1477">
                  <c:v>246.5262799856564</c:v>
                </c:pt>
                <c:pt idx="1478">
                  <c:v>246.3631154413682</c:v>
                </c:pt>
                <c:pt idx="1479">
                  <c:v>246.6656486457881</c:v>
                </c:pt>
                <c:pt idx="1480">
                  <c:v>247.1997951448752</c:v>
                </c:pt>
                <c:pt idx="1481">
                  <c:v>248.3488699711835</c:v>
                </c:pt>
                <c:pt idx="1482">
                  <c:v>248.9987699589531</c:v>
                </c:pt>
                <c:pt idx="1483">
                  <c:v>251.5946973642072</c:v>
                </c:pt>
                <c:pt idx="1484">
                  <c:v>254.8439917907537</c:v>
                </c:pt>
                <c:pt idx="1485">
                  <c:v>254.8693761788626</c:v>
                </c:pt>
                <c:pt idx="1486">
                  <c:v>254.2463584825841</c:v>
                </c:pt>
                <c:pt idx="1487">
                  <c:v>254.6120863578474</c:v>
                </c:pt>
                <c:pt idx="1488">
                  <c:v>254.0642503623384</c:v>
                </c:pt>
                <c:pt idx="1489">
                  <c:v>255.6109442696658</c:v>
                </c:pt>
                <c:pt idx="1490">
                  <c:v>255.2734183095392</c:v>
                </c:pt>
                <c:pt idx="1491">
                  <c:v>256.9952218119008</c:v>
                </c:pt>
                <c:pt idx="1492">
                  <c:v>258.3615685276765</c:v>
                </c:pt>
                <c:pt idx="1493">
                  <c:v>258.4723741160333</c:v>
                </c:pt>
                <c:pt idx="1494">
                  <c:v>259.8098526175301</c:v>
                </c:pt>
                <c:pt idx="1495">
                  <c:v>260.39427664856</c:v>
                </c:pt>
                <c:pt idx="1496">
                  <c:v>261.4195524478318</c:v>
                </c:pt>
                <c:pt idx="1497">
                  <c:v>264.8918888918186</c:v>
                </c:pt>
                <c:pt idx="1498">
                  <c:v>266.3935303237243</c:v>
                </c:pt>
                <c:pt idx="1499">
                  <c:v>265.8450060472522</c:v>
                </c:pt>
                <c:pt idx="1500">
                  <c:v>266.8420708665274</c:v>
                </c:pt>
                <c:pt idx="1501">
                  <c:v>268.8932194221143</c:v>
                </c:pt>
                <c:pt idx="1502">
                  <c:v>266.0011815116794</c:v>
                </c:pt>
                <c:pt idx="1503">
                  <c:v>264.9852508946983</c:v>
                </c:pt>
                <c:pt idx="1504">
                  <c:v>267.1287315966405</c:v>
                </c:pt>
                <c:pt idx="1505">
                  <c:v>264.9234692505511</c:v>
                </c:pt>
                <c:pt idx="1506">
                  <c:v>264.5587978068937</c:v>
                </c:pt>
                <c:pt idx="1507">
                  <c:v>263.4809016922118</c:v>
                </c:pt>
                <c:pt idx="1508">
                  <c:v>265.0773930293273</c:v>
                </c:pt>
                <c:pt idx="1509">
                  <c:v>264.9261039341238</c:v>
                </c:pt>
                <c:pt idx="1510">
                  <c:v>263.4603821879497</c:v>
                </c:pt>
                <c:pt idx="1511">
                  <c:v>265.6816302077028</c:v>
                </c:pt>
                <c:pt idx="1512">
                  <c:v>266.3486544298021</c:v>
                </c:pt>
                <c:pt idx="1513">
                  <c:v>263.2164722651194</c:v>
                </c:pt>
                <c:pt idx="1514">
                  <c:v>261.1548516190724</c:v>
                </c:pt>
                <c:pt idx="1515">
                  <c:v>263.7005148539652</c:v>
                </c:pt>
                <c:pt idx="1516">
                  <c:v>264.9251522172746</c:v>
                </c:pt>
                <c:pt idx="1517">
                  <c:v>265.3584407252271</c:v>
                </c:pt>
                <c:pt idx="1518">
                  <c:v>268.6241652771489</c:v>
                </c:pt>
                <c:pt idx="1519">
                  <c:v>270.0526559889777</c:v>
                </c:pt>
                <c:pt idx="1520">
                  <c:v>273.6175296719559</c:v>
                </c:pt>
                <c:pt idx="1521">
                  <c:v>279.3013815374912</c:v>
                </c:pt>
                <c:pt idx="1522">
                  <c:v>278.1555834358717</c:v>
                </c:pt>
                <c:pt idx="1523">
                  <c:v>279.0125082394465</c:v>
                </c:pt>
                <c:pt idx="1524">
                  <c:v>281.7709841395974</c:v>
                </c:pt>
                <c:pt idx="1525">
                  <c:v>282.5483171680958</c:v>
                </c:pt>
                <c:pt idx="1526">
                  <c:v>282.7815926883529</c:v>
                </c:pt>
                <c:pt idx="1527">
                  <c:v>280.6341059469994</c:v>
                </c:pt>
                <c:pt idx="1528">
                  <c:v>281.7209104291862</c:v>
                </c:pt>
                <c:pt idx="1529">
                  <c:v>282.9667511311115</c:v>
                </c:pt>
                <c:pt idx="1530">
                  <c:v>281.3132154143757</c:v>
                </c:pt>
                <c:pt idx="1531">
                  <c:v>284.0680262055886</c:v>
                </c:pt>
                <c:pt idx="1532">
                  <c:v>282.8124254952146</c:v>
                </c:pt>
                <c:pt idx="1533">
                  <c:v>283.4132636744295</c:v>
                </c:pt>
                <c:pt idx="1534">
                  <c:v>283.1661349020349</c:v>
                </c:pt>
                <c:pt idx="1535">
                  <c:v>283.8119871088915</c:v>
                </c:pt>
                <c:pt idx="1536">
                  <c:v>287.9666512530109</c:v>
                </c:pt>
                <c:pt idx="1537">
                  <c:v>289.4227493609112</c:v>
                </c:pt>
                <c:pt idx="1538">
                  <c:v>286.0222942580477</c:v>
                </c:pt>
                <c:pt idx="1539">
                  <c:v>285.912959806751</c:v>
                </c:pt>
                <c:pt idx="1540">
                  <c:v>284.6802237021808</c:v>
                </c:pt>
                <c:pt idx="1541">
                  <c:v>285.5303791544225</c:v>
                </c:pt>
                <c:pt idx="1542">
                  <c:v>283.9017243838666</c:v>
                </c:pt>
                <c:pt idx="1543">
                  <c:v>285.3290143812782</c:v>
                </c:pt>
                <c:pt idx="1544">
                  <c:v>286.9324386817909</c:v>
                </c:pt>
                <c:pt idx="1545">
                  <c:v>286.2640519308608</c:v>
                </c:pt>
                <c:pt idx="1546">
                  <c:v>285.2285141172021</c:v>
                </c:pt>
                <c:pt idx="1547">
                  <c:v>283.3656783177335</c:v>
                </c:pt>
                <c:pt idx="1548">
                  <c:v>280.9800883666582</c:v>
                </c:pt>
                <c:pt idx="1549">
                  <c:v>280.1808408677441</c:v>
                </c:pt>
                <c:pt idx="1550">
                  <c:v>281.7482068987364</c:v>
                </c:pt>
                <c:pt idx="1551">
                  <c:v>281.8293900872777</c:v>
                </c:pt>
                <c:pt idx="1552">
                  <c:v>284.4223531370696</c:v>
                </c:pt>
                <c:pt idx="1553">
                  <c:v>284.0063434170401</c:v>
                </c:pt>
                <c:pt idx="1554">
                  <c:v>282.9341117943219</c:v>
                </c:pt>
                <c:pt idx="1555">
                  <c:v>282.5934525386128</c:v>
                </c:pt>
                <c:pt idx="1556">
                  <c:v>284.2802238474198</c:v>
                </c:pt>
                <c:pt idx="1557">
                  <c:v>279.3374002682223</c:v>
                </c:pt>
                <c:pt idx="1558">
                  <c:v>278.2964948663952</c:v>
                </c:pt>
                <c:pt idx="1559">
                  <c:v>278.4945757137169</c:v>
                </c:pt>
                <c:pt idx="1560">
                  <c:v>278.1004532070143</c:v>
                </c:pt>
                <c:pt idx="1561">
                  <c:v>275.1569804303592</c:v>
                </c:pt>
                <c:pt idx="1562">
                  <c:v>275.580048188537</c:v>
                </c:pt>
                <c:pt idx="1563">
                  <c:v>274.171432323748</c:v>
                </c:pt>
                <c:pt idx="1564">
                  <c:v>275.4565379148247</c:v>
                </c:pt>
                <c:pt idx="1565">
                  <c:v>276.1095096336221</c:v>
                </c:pt>
                <c:pt idx="1566">
                  <c:v>277.578205455247</c:v>
                </c:pt>
                <c:pt idx="1567">
                  <c:v>275.7962695848186</c:v>
                </c:pt>
                <c:pt idx="1568">
                  <c:v>275.9693125371974</c:v>
                </c:pt>
                <c:pt idx="1569">
                  <c:v>275.1831137338988</c:v>
                </c:pt>
                <c:pt idx="1570">
                  <c:v>273.2856204161272</c:v>
                </c:pt>
                <c:pt idx="1571">
                  <c:v>272.5551185917263</c:v>
                </c:pt>
                <c:pt idx="1572">
                  <c:v>274.2546322917082</c:v>
                </c:pt>
                <c:pt idx="1573">
                  <c:v>273.6981227122051</c:v>
                </c:pt>
                <c:pt idx="1574">
                  <c:v>275.742939106445</c:v>
                </c:pt>
                <c:pt idx="1575">
                  <c:v>272.9253728281234</c:v>
                </c:pt>
                <c:pt idx="1576">
                  <c:v>274.1730547225006</c:v>
                </c:pt>
                <c:pt idx="1577">
                  <c:v>273.2998004887741</c:v>
                </c:pt>
                <c:pt idx="1578">
                  <c:v>270.994986830977</c:v>
                </c:pt>
                <c:pt idx="1579">
                  <c:v>274.7148090447369</c:v>
                </c:pt>
                <c:pt idx="1580">
                  <c:v>274.0253637511841</c:v>
                </c:pt>
                <c:pt idx="1581">
                  <c:v>273.1899281387932</c:v>
                </c:pt>
                <c:pt idx="1582">
                  <c:v>272.7418505878961</c:v>
                </c:pt>
                <c:pt idx="1583">
                  <c:v>269.1086765274567</c:v>
                </c:pt>
                <c:pt idx="1584">
                  <c:v>270.3866453275382</c:v>
                </c:pt>
                <c:pt idx="1585">
                  <c:v>268.9048291085257</c:v>
                </c:pt>
                <c:pt idx="1586">
                  <c:v>268.6727694541851</c:v>
                </c:pt>
                <c:pt idx="1587">
                  <c:v>270.0679679544201</c:v>
                </c:pt>
                <c:pt idx="1588">
                  <c:v>269.9454202766057</c:v>
                </c:pt>
                <c:pt idx="1589">
                  <c:v>271.8707736774914</c:v>
                </c:pt>
                <c:pt idx="1590">
                  <c:v>266.4980863896216</c:v>
                </c:pt>
                <c:pt idx="1591">
                  <c:v>270.454034417672</c:v>
                </c:pt>
                <c:pt idx="1592">
                  <c:v>271.2775507389969</c:v>
                </c:pt>
                <c:pt idx="1593">
                  <c:v>275.4002174825908</c:v>
                </c:pt>
                <c:pt idx="1594">
                  <c:v>271.0436243986488</c:v>
                </c:pt>
                <c:pt idx="1595">
                  <c:v>263.9453972839971</c:v>
                </c:pt>
                <c:pt idx="1596">
                  <c:v>267.163591639919</c:v>
                </c:pt>
                <c:pt idx="1597">
                  <c:v>265.7101022803512</c:v>
                </c:pt>
                <c:pt idx="1598">
                  <c:v>268.1224359286892</c:v>
                </c:pt>
                <c:pt idx="1599">
                  <c:v>267.4460290036777</c:v>
                </c:pt>
                <c:pt idx="1600">
                  <c:v>270.808814369675</c:v>
                </c:pt>
                <c:pt idx="1601">
                  <c:v>267.6951271971994</c:v>
                </c:pt>
                <c:pt idx="1602">
                  <c:v>269.10496838437</c:v>
                </c:pt>
                <c:pt idx="1603">
                  <c:v>271.2134212542651</c:v>
                </c:pt>
                <c:pt idx="1604">
                  <c:v>274.1985488131189</c:v>
                </c:pt>
                <c:pt idx="1605">
                  <c:v>266.6377093901496</c:v>
                </c:pt>
                <c:pt idx="1606">
                  <c:v>264.4228765589563</c:v>
                </c:pt>
                <c:pt idx="1607">
                  <c:v>262.4488418449903</c:v>
                </c:pt>
                <c:pt idx="1608">
                  <c:v>264.2212142096639</c:v>
                </c:pt>
                <c:pt idx="1609">
                  <c:v>257.9950489193981</c:v>
                </c:pt>
                <c:pt idx="1610">
                  <c:v>259.2988894995135</c:v>
                </c:pt>
                <c:pt idx="1611">
                  <c:v>262.1023180517499</c:v>
                </c:pt>
                <c:pt idx="1612">
                  <c:v>257.8982561359795</c:v>
                </c:pt>
                <c:pt idx="1613">
                  <c:v>259.0223639570575</c:v>
                </c:pt>
                <c:pt idx="1614">
                  <c:v>258.4625445987159</c:v>
                </c:pt>
                <c:pt idx="1615">
                  <c:v>258.6592604575114</c:v>
                </c:pt>
                <c:pt idx="1616">
                  <c:v>258.6244348403343</c:v>
                </c:pt>
                <c:pt idx="1617">
                  <c:v>255.1132494593716</c:v>
                </c:pt>
                <c:pt idx="1618">
                  <c:v>258.412304239532</c:v>
                </c:pt>
                <c:pt idx="1619">
                  <c:v>261.2944819534453</c:v>
                </c:pt>
                <c:pt idx="1620">
                  <c:v>257.7607995194671</c:v>
                </c:pt>
                <c:pt idx="1621">
                  <c:v>257.7325517549197</c:v>
                </c:pt>
                <c:pt idx="1622">
                  <c:v>254.0019940438521</c:v>
                </c:pt>
                <c:pt idx="1623">
                  <c:v>254.7216776906844</c:v>
                </c:pt>
                <c:pt idx="1624">
                  <c:v>255.6852779413105</c:v>
                </c:pt>
                <c:pt idx="1625">
                  <c:v>263.0347544432373</c:v>
                </c:pt>
                <c:pt idx="1626">
                  <c:v>260.6781427901158</c:v>
                </c:pt>
                <c:pt idx="1627">
                  <c:v>263.8544924951282</c:v>
                </c:pt>
                <c:pt idx="1628">
                  <c:v>264.5165708992484</c:v>
                </c:pt>
                <c:pt idx="1629">
                  <c:v>265.8646798623089</c:v>
                </c:pt>
                <c:pt idx="1630">
                  <c:v>266.3383426873589</c:v>
                </c:pt>
                <c:pt idx="1631">
                  <c:v>265.7852902712892</c:v>
                </c:pt>
                <c:pt idx="1632">
                  <c:v>265.1790661251325</c:v>
                </c:pt>
                <c:pt idx="1633">
                  <c:v>272.2095828125659</c:v>
                </c:pt>
                <c:pt idx="1634">
                  <c:v>270.7007263070494</c:v>
                </c:pt>
                <c:pt idx="1635">
                  <c:v>269.8978646853369</c:v>
                </c:pt>
                <c:pt idx="1636">
                  <c:v>276.4199080910389</c:v>
                </c:pt>
                <c:pt idx="1637">
                  <c:v>276.1626893097558</c:v>
                </c:pt>
                <c:pt idx="1638">
                  <c:v>276.4200970329285</c:v>
                </c:pt>
                <c:pt idx="1639">
                  <c:v>275.9893639207676</c:v>
                </c:pt>
                <c:pt idx="1640">
                  <c:v>275.7004146766671</c:v>
                </c:pt>
                <c:pt idx="1641">
                  <c:v>276.2842627250298</c:v>
                </c:pt>
                <c:pt idx="1642">
                  <c:v>273.9667962125096</c:v>
                </c:pt>
                <c:pt idx="1643">
                  <c:v>275.8234216895895</c:v>
                </c:pt>
                <c:pt idx="1644">
                  <c:v>279.9101144282818</c:v>
                </c:pt>
                <c:pt idx="1645">
                  <c:v>277.1432321086976</c:v>
                </c:pt>
                <c:pt idx="1646">
                  <c:v>278.5052142047791</c:v>
                </c:pt>
                <c:pt idx="1647">
                  <c:v>286.1589385477269</c:v>
                </c:pt>
                <c:pt idx="1648">
                  <c:v>286.6481369393205</c:v>
                </c:pt>
                <c:pt idx="1649">
                  <c:v>287.0529095876512</c:v>
                </c:pt>
                <c:pt idx="1650">
                  <c:v>284.813965052965</c:v>
                </c:pt>
                <c:pt idx="1651">
                  <c:v>284.143763588725</c:v>
                </c:pt>
                <c:pt idx="1652">
                  <c:v>284.6511825071846</c:v>
                </c:pt>
                <c:pt idx="1653">
                  <c:v>281.8416496387401</c:v>
                </c:pt>
                <c:pt idx="1654">
                  <c:v>283.9710187119369</c:v>
                </c:pt>
                <c:pt idx="1655">
                  <c:v>279.8978120695937</c:v>
                </c:pt>
                <c:pt idx="1656">
                  <c:v>278.6847328925937</c:v>
                </c:pt>
                <c:pt idx="1657">
                  <c:v>273.2959478028902</c:v>
                </c:pt>
                <c:pt idx="1658">
                  <c:v>274.1045210915987</c:v>
                </c:pt>
                <c:pt idx="1659">
                  <c:v>275.0840275450707</c:v>
                </c:pt>
                <c:pt idx="1660">
                  <c:v>277.7882911430729</c:v>
                </c:pt>
                <c:pt idx="1661">
                  <c:v>276.3697033217475</c:v>
                </c:pt>
                <c:pt idx="1662">
                  <c:v>274.7176591533229</c:v>
                </c:pt>
                <c:pt idx="1663">
                  <c:v>275.3945363548348</c:v>
                </c:pt>
                <c:pt idx="1664">
                  <c:v>281.2249025493505</c:v>
                </c:pt>
                <c:pt idx="1665">
                  <c:v>289.6251957315882</c:v>
                </c:pt>
                <c:pt idx="1666">
                  <c:v>292.2430906048576</c:v>
                </c:pt>
                <c:pt idx="1667">
                  <c:v>292.0353515795486</c:v>
                </c:pt>
                <c:pt idx="1668">
                  <c:v>293.6915709031497</c:v>
                </c:pt>
                <c:pt idx="1669">
                  <c:v>291.3974400850796</c:v>
                </c:pt>
                <c:pt idx="1670">
                  <c:v>291.5833975157555</c:v>
                </c:pt>
                <c:pt idx="1671">
                  <c:v>290.3130266752747</c:v>
                </c:pt>
                <c:pt idx="1672">
                  <c:v>290.5283589108643</c:v>
                </c:pt>
                <c:pt idx="1673">
                  <c:v>292.2521055999978</c:v>
                </c:pt>
                <c:pt idx="1674">
                  <c:v>293.1360093076568</c:v>
                </c:pt>
                <c:pt idx="1675">
                  <c:v>290.8826514085094</c:v>
                </c:pt>
                <c:pt idx="1676">
                  <c:v>288.3880950991053</c:v>
                </c:pt>
                <c:pt idx="1677">
                  <c:v>290.777742928825</c:v>
                </c:pt>
                <c:pt idx="1678">
                  <c:v>290.9300023234782</c:v>
                </c:pt>
                <c:pt idx="1679">
                  <c:v>292.1758978058792</c:v>
                </c:pt>
                <c:pt idx="1680">
                  <c:v>284.1051041404992</c:v>
                </c:pt>
                <c:pt idx="1681">
                  <c:v>280.0070595691952</c:v>
                </c:pt>
                <c:pt idx="1682">
                  <c:v>277.5046469601058</c:v>
                </c:pt>
                <c:pt idx="1683">
                  <c:v>284.5009461192769</c:v>
                </c:pt>
                <c:pt idx="1684">
                  <c:v>281.0903401786935</c:v>
                </c:pt>
                <c:pt idx="1685">
                  <c:v>283.2240440441432</c:v>
                </c:pt>
                <c:pt idx="1686">
                  <c:v>286.6894130584001</c:v>
                </c:pt>
                <c:pt idx="1687">
                  <c:v>286.3572787003408</c:v>
                </c:pt>
                <c:pt idx="1688">
                  <c:v>284.8243902775122</c:v>
                </c:pt>
                <c:pt idx="1689">
                  <c:v>288.3139027200874</c:v>
                </c:pt>
                <c:pt idx="1690">
                  <c:v>290.5643629734634</c:v>
                </c:pt>
                <c:pt idx="1691">
                  <c:v>294.0719021026006</c:v>
                </c:pt>
                <c:pt idx="1692">
                  <c:v>299.8343664710721</c:v>
                </c:pt>
                <c:pt idx="1693">
                  <c:v>300.3148162633166</c:v>
                </c:pt>
                <c:pt idx="1694">
                  <c:v>301.055806648971</c:v>
                </c:pt>
                <c:pt idx="1695">
                  <c:v>301.1045117909718</c:v>
                </c:pt>
                <c:pt idx="1696">
                  <c:v>303.2664806389233</c:v>
                </c:pt>
                <c:pt idx="1697">
                  <c:v>304.2445561753602</c:v>
                </c:pt>
                <c:pt idx="1698">
                  <c:v>300.914908696009</c:v>
                </c:pt>
                <c:pt idx="1699">
                  <c:v>301.5262409886039</c:v>
                </c:pt>
                <c:pt idx="1700">
                  <c:v>302.1469219789989</c:v>
                </c:pt>
                <c:pt idx="1701">
                  <c:v>306.0908218255437</c:v>
                </c:pt>
                <c:pt idx="1702">
                  <c:v>310.3636878394611</c:v>
                </c:pt>
                <c:pt idx="1703">
                  <c:v>308.180074630478</c:v>
                </c:pt>
                <c:pt idx="1704">
                  <c:v>314.2887648296574</c:v>
                </c:pt>
                <c:pt idx="1705">
                  <c:v>314.0219847049877</c:v>
                </c:pt>
                <c:pt idx="1706">
                  <c:v>314.9156909074367</c:v>
                </c:pt>
                <c:pt idx="1707">
                  <c:v>313.0604495132616</c:v>
                </c:pt>
                <c:pt idx="1708">
                  <c:v>313.4018650489344</c:v>
                </c:pt>
                <c:pt idx="1709">
                  <c:v>314.6068957859613</c:v>
                </c:pt>
                <c:pt idx="1710">
                  <c:v>310.1547842111786</c:v>
                </c:pt>
                <c:pt idx="1711">
                  <c:v>307.9350194481701</c:v>
                </c:pt>
                <c:pt idx="1712">
                  <c:v>309.9100504352068</c:v>
                </c:pt>
                <c:pt idx="1713">
                  <c:v>310.4228449376197</c:v>
                </c:pt>
                <c:pt idx="1714">
                  <c:v>312.8786099401494</c:v>
                </c:pt>
                <c:pt idx="1715">
                  <c:v>310.4907948998305</c:v>
                </c:pt>
                <c:pt idx="1716">
                  <c:v>309.9973452314832</c:v>
                </c:pt>
                <c:pt idx="1717">
                  <c:v>308.1731211256645</c:v>
                </c:pt>
                <c:pt idx="1718">
                  <c:v>306.8099581328628</c:v>
                </c:pt>
                <c:pt idx="1719">
                  <c:v>308.0906867836977</c:v>
                </c:pt>
                <c:pt idx="1720">
                  <c:v>306.1926340269879</c:v>
                </c:pt>
                <c:pt idx="1721">
                  <c:v>303.9051713787243</c:v>
                </c:pt>
                <c:pt idx="1722">
                  <c:v>304.4409528848278</c:v>
                </c:pt>
                <c:pt idx="1723">
                  <c:v>302.5166137421337</c:v>
                </c:pt>
                <c:pt idx="1724">
                  <c:v>303.694270951364</c:v>
                </c:pt>
                <c:pt idx="1725">
                  <c:v>305.8089779077035</c:v>
                </c:pt>
                <c:pt idx="1726">
                  <c:v>307.6115641400451</c:v>
                </c:pt>
                <c:pt idx="1727">
                  <c:v>307.3608696952326</c:v>
                </c:pt>
                <c:pt idx="1728">
                  <c:v>311.9571743346388</c:v>
                </c:pt>
                <c:pt idx="1729">
                  <c:v>311.5152104303297</c:v>
                </c:pt>
                <c:pt idx="1730">
                  <c:v>309.9395556042847</c:v>
                </c:pt>
                <c:pt idx="1731">
                  <c:v>307.3222808753117</c:v>
                </c:pt>
                <c:pt idx="1732">
                  <c:v>306.84072403045</c:v>
                </c:pt>
                <c:pt idx="1733">
                  <c:v>307.7950407041958</c:v>
                </c:pt>
                <c:pt idx="1734">
                  <c:v>304.2992714160009</c:v>
                </c:pt>
                <c:pt idx="1735">
                  <c:v>308.3047783544263</c:v>
                </c:pt>
                <c:pt idx="1736">
                  <c:v>307.1927721174772</c:v>
                </c:pt>
                <c:pt idx="1737">
                  <c:v>312.2609100605727</c:v>
                </c:pt>
                <c:pt idx="1738">
                  <c:v>314.4540555632639</c:v>
                </c:pt>
                <c:pt idx="1739">
                  <c:v>312.6877967602965</c:v>
                </c:pt>
                <c:pt idx="1740">
                  <c:v>317.0420420345311</c:v>
                </c:pt>
                <c:pt idx="1741">
                  <c:v>317.9937584968052</c:v>
                </c:pt>
                <c:pt idx="1742">
                  <c:v>314.4291921216988</c:v>
                </c:pt>
                <c:pt idx="1743">
                  <c:v>313.6064592007296</c:v>
                </c:pt>
                <c:pt idx="1744">
                  <c:v>309.7841166377469</c:v>
                </c:pt>
                <c:pt idx="1745">
                  <c:v>308.4322610475076</c:v>
                </c:pt>
                <c:pt idx="1746">
                  <c:v>307.8657044985254</c:v>
                </c:pt>
                <c:pt idx="1747">
                  <c:v>304.1367951329393</c:v>
                </c:pt>
                <c:pt idx="1748">
                  <c:v>305.2390808185331</c:v>
                </c:pt>
                <c:pt idx="1749">
                  <c:v>304.900991150593</c:v>
                </c:pt>
                <c:pt idx="1750">
                  <c:v>305.1735663668035</c:v>
                </c:pt>
                <c:pt idx="1751">
                  <c:v>300.5501483584067</c:v>
                </c:pt>
                <c:pt idx="1752">
                  <c:v>302.4442281753235</c:v>
                </c:pt>
                <c:pt idx="1753">
                  <c:v>300.7378835234948</c:v>
                </c:pt>
                <c:pt idx="1754">
                  <c:v>304.3831533906676</c:v>
                </c:pt>
                <c:pt idx="1755">
                  <c:v>301.9590453304552</c:v>
                </c:pt>
                <c:pt idx="1756">
                  <c:v>300.9586530305068</c:v>
                </c:pt>
                <c:pt idx="1757">
                  <c:v>298.0973913397485</c:v>
                </c:pt>
                <c:pt idx="1758">
                  <c:v>299.9086633926681</c:v>
                </c:pt>
                <c:pt idx="1759">
                  <c:v>302.3008758480927</c:v>
                </c:pt>
                <c:pt idx="1760">
                  <c:v>300.8260835739102</c:v>
                </c:pt>
                <c:pt idx="1761">
                  <c:v>300.20092437655</c:v>
                </c:pt>
                <c:pt idx="1762">
                  <c:v>301.4199010604037</c:v>
                </c:pt>
                <c:pt idx="1763">
                  <c:v>300.8661472693534</c:v>
                </c:pt>
                <c:pt idx="1764">
                  <c:v>305.2237979779339</c:v>
                </c:pt>
                <c:pt idx="1765">
                  <c:v>311.9485180174871</c:v>
                </c:pt>
                <c:pt idx="1766">
                  <c:v>312.2626035593283</c:v>
                </c:pt>
                <c:pt idx="1767">
                  <c:v>312.421362934849</c:v>
                </c:pt>
                <c:pt idx="1768">
                  <c:v>316.651792429324</c:v>
                </c:pt>
                <c:pt idx="1769">
                  <c:v>314.1780102539257</c:v>
                </c:pt>
                <c:pt idx="1770">
                  <c:v>312.7798946215759</c:v>
                </c:pt>
                <c:pt idx="1771">
                  <c:v>312.5704310943278</c:v>
                </c:pt>
                <c:pt idx="1772">
                  <c:v>314.1883561969346</c:v>
                </c:pt>
                <c:pt idx="1773">
                  <c:v>308.0412485902535</c:v>
                </c:pt>
                <c:pt idx="1774">
                  <c:v>310.9027153320483</c:v>
                </c:pt>
                <c:pt idx="1775">
                  <c:v>309.7777023518447</c:v>
                </c:pt>
                <c:pt idx="1776">
                  <c:v>316.4387240835844</c:v>
                </c:pt>
                <c:pt idx="1777">
                  <c:v>317.6540529797812</c:v>
                </c:pt>
                <c:pt idx="1778">
                  <c:v>317.0881319364095</c:v>
                </c:pt>
                <c:pt idx="1779">
                  <c:v>319.6751823733271</c:v>
                </c:pt>
                <c:pt idx="1780">
                  <c:v>323.0583028851641</c:v>
                </c:pt>
                <c:pt idx="1781">
                  <c:v>323.036873589886</c:v>
                </c:pt>
                <c:pt idx="1782">
                  <c:v>322.8264518814633</c:v>
                </c:pt>
                <c:pt idx="1783">
                  <c:v>321.0248908699255</c:v>
                </c:pt>
                <c:pt idx="1784">
                  <c:v>320.123887917777</c:v>
                </c:pt>
                <c:pt idx="1785">
                  <c:v>322.8756542367753</c:v>
                </c:pt>
                <c:pt idx="1786">
                  <c:v>326.86138817346</c:v>
                </c:pt>
                <c:pt idx="1787">
                  <c:v>324.3655929541638</c:v>
                </c:pt>
                <c:pt idx="1788">
                  <c:v>324.7030259718809</c:v>
                </c:pt>
                <c:pt idx="1789">
                  <c:v>325.5645776897075</c:v>
                </c:pt>
                <c:pt idx="1790">
                  <c:v>327.3115132193436</c:v>
                </c:pt>
                <c:pt idx="1791">
                  <c:v>325.7296474904924</c:v>
                </c:pt>
                <c:pt idx="1792">
                  <c:v>330.0187383732966</c:v>
                </c:pt>
                <c:pt idx="1793">
                  <c:v>330.8556150029816</c:v>
                </c:pt>
                <c:pt idx="1794">
                  <c:v>335.1214053071126</c:v>
                </c:pt>
                <c:pt idx="1795">
                  <c:v>334.2690359517171</c:v>
                </c:pt>
                <c:pt idx="1796">
                  <c:v>335.9225952769881</c:v>
                </c:pt>
                <c:pt idx="1797">
                  <c:v>333.9951295748416</c:v>
                </c:pt>
                <c:pt idx="1798">
                  <c:v>337.6546688651338</c:v>
                </c:pt>
                <c:pt idx="1799">
                  <c:v>337.5169111622366</c:v>
                </c:pt>
                <c:pt idx="1800">
                  <c:v>334.1107575097501</c:v>
                </c:pt>
                <c:pt idx="1801">
                  <c:v>335.2301727552605</c:v>
                </c:pt>
                <c:pt idx="1802">
                  <c:v>338.5881644803662</c:v>
                </c:pt>
                <c:pt idx="1803">
                  <c:v>339.6854650267766</c:v>
                </c:pt>
                <c:pt idx="1804">
                  <c:v>337.9252119022028</c:v>
                </c:pt>
                <c:pt idx="1805">
                  <c:v>334.0999399819577</c:v>
                </c:pt>
                <c:pt idx="1806">
                  <c:v>334.3491421774527</c:v>
                </c:pt>
                <c:pt idx="1807">
                  <c:v>332.7534313457694</c:v>
                </c:pt>
                <c:pt idx="1808">
                  <c:v>327.2953454680621</c:v>
                </c:pt>
                <c:pt idx="1809">
                  <c:v>328.5970525092428</c:v>
                </c:pt>
                <c:pt idx="1810">
                  <c:v>328.6373962218859</c:v>
                </c:pt>
                <c:pt idx="1811">
                  <c:v>326.918029882254</c:v>
                </c:pt>
                <c:pt idx="1812">
                  <c:v>329.0121864958498</c:v>
                </c:pt>
                <c:pt idx="1813">
                  <c:v>328.1129303082706</c:v>
                </c:pt>
                <c:pt idx="1814">
                  <c:v>330.9913857320544</c:v>
                </c:pt>
                <c:pt idx="1815">
                  <c:v>331.2658153658621</c:v>
                </c:pt>
                <c:pt idx="1816">
                  <c:v>334.8410882584915</c:v>
                </c:pt>
                <c:pt idx="1817">
                  <c:v>337.8955338625915</c:v>
                </c:pt>
                <c:pt idx="1818">
                  <c:v>336.5017872636346</c:v>
                </c:pt>
                <c:pt idx="1819">
                  <c:v>338.4942017210299</c:v>
                </c:pt>
                <c:pt idx="1820">
                  <c:v>340.3195737525645</c:v>
                </c:pt>
                <c:pt idx="1821">
                  <c:v>342.0109452032647</c:v>
                </c:pt>
                <c:pt idx="1822">
                  <c:v>343.7445451995094</c:v>
                </c:pt>
                <c:pt idx="1823">
                  <c:v>343.3520720513876</c:v>
                </c:pt>
                <c:pt idx="1824">
                  <c:v>346.5041047957083</c:v>
                </c:pt>
                <c:pt idx="1825">
                  <c:v>347.3521480900196</c:v>
                </c:pt>
                <c:pt idx="1826">
                  <c:v>346.37534975867</c:v>
                </c:pt>
                <c:pt idx="1827">
                  <c:v>350.0078167337038</c:v>
                </c:pt>
                <c:pt idx="1828">
                  <c:v>350.9857097105654</c:v>
                </c:pt>
                <c:pt idx="1829">
                  <c:v>357.5421686409354</c:v>
                </c:pt>
                <c:pt idx="1830">
                  <c:v>356.270230003175</c:v>
                </c:pt>
                <c:pt idx="1831">
                  <c:v>357.2773372920294</c:v>
                </c:pt>
                <c:pt idx="1832">
                  <c:v>359.8988648311632</c:v>
                </c:pt>
                <c:pt idx="1833">
                  <c:v>365.5317579876032</c:v>
                </c:pt>
                <c:pt idx="1834">
                  <c:v>365.7826681983107</c:v>
                </c:pt>
                <c:pt idx="1835">
                  <c:v>367.5467113769361</c:v>
                </c:pt>
                <c:pt idx="1836">
                  <c:v>368.9259888171183</c:v>
                </c:pt>
                <c:pt idx="1837">
                  <c:v>366.5268168981308</c:v>
                </c:pt>
                <c:pt idx="1838">
                  <c:v>366.7569478636993</c:v>
                </c:pt>
                <c:pt idx="1839">
                  <c:v>362.8750968930793</c:v>
                </c:pt>
                <c:pt idx="1840">
                  <c:v>362.6213537693292</c:v>
                </c:pt>
                <c:pt idx="1841">
                  <c:v>364.2996192533674</c:v>
                </c:pt>
                <c:pt idx="1842">
                  <c:v>366.9775943525407</c:v>
                </c:pt>
                <c:pt idx="1843">
                  <c:v>374.2843479222726</c:v>
                </c:pt>
                <c:pt idx="1844">
                  <c:v>373.9092767405884</c:v>
                </c:pt>
                <c:pt idx="1845">
                  <c:v>374.9919552120481</c:v>
                </c:pt>
                <c:pt idx="1846">
                  <c:v>373.4338083333202</c:v>
                </c:pt>
                <c:pt idx="1847">
                  <c:v>379.1375214247482</c:v>
                </c:pt>
                <c:pt idx="1848">
                  <c:v>379.194374127371</c:v>
                </c:pt>
                <c:pt idx="1849">
                  <c:v>385.9034845471036</c:v>
                </c:pt>
                <c:pt idx="1850">
                  <c:v>368.0325636308672</c:v>
                </c:pt>
                <c:pt idx="1851">
                  <c:v>370.3612418918744</c:v>
                </c:pt>
                <c:pt idx="1852">
                  <c:v>369.989408027002</c:v>
                </c:pt>
                <c:pt idx="1853">
                  <c:v>372.330136769741</c:v>
                </c:pt>
                <c:pt idx="1854">
                  <c:v>371.7511336471274</c:v>
                </c:pt>
                <c:pt idx="1855">
                  <c:v>375.1786874029835</c:v>
                </c:pt>
                <c:pt idx="1856">
                  <c:v>379.475651473393</c:v>
                </c:pt>
                <c:pt idx="1857">
                  <c:v>368.1589569795706</c:v>
                </c:pt>
                <c:pt idx="1858">
                  <c:v>365.6646619003541</c:v>
                </c:pt>
                <c:pt idx="1859">
                  <c:v>366.6219251589093</c:v>
                </c:pt>
                <c:pt idx="1860">
                  <c:v>367.9856993457411</c:v>
                </c:pt>
                <c:pt idx="1861">
                  <c:v>367.0773186424624</c:v>
                </c:pt>
                <c:pt idx="1862">
                  <c:v>373.1041027096454</c:v>
                </c:pt>
                <c:pt idx="1863">
                  <c:v>375.0088423103572</c:v>
                </c:pt>
                <c:pt idx="1864">
                  <c:v>373.5699619036095</c:v>
                </c:pt>
                <c:pt idx="1865">
                  <c:v>376.2688049282093</c:v>
                </c:pt>
                <c:pt idx="1866">
                  <c:v>374.92693376624</c:v>
                </c:pt>
                <c:pt idx="1867">
                  <c:v>378.237421806161</c:v>
                </c:pt>
                <c:pt idx="1868">
                  <c:v>382.9951100345668</c:v>
                </c:pt>
                <c:pt idx="1869">
                  <c:v>378.4722997698481</c:v>
                </c:pt>
                <c:pt idx="1870">
                  <c:v>382.2865451318983</c:v>
                </c:pt>
                <c:pt idx="1871">
                  <c:v>385.2564427605174</c:v>
                </c:pt>
                <c:pt idx="1872">
                  <c:v>385.623003285695</c:v>
                </c:pt>
                <c:pt idx="1873">
                  <c:v>381.1958948095182</c:v>
                </c:pt>
                <c:pt idx="1874">
                  <c:v>387.5239612749893</c:v>
                </c:pt>
                <c:pt idx="1875">
                  <c:v>388.7509082769095</c:v>
                </c:pt>
                <c:pt idx="1876">
                  <c:v>387.0385202524051</c:v>
                </c:pt>
                <c:pt idx="1877">
                  <c:v>386.4522131121079</c:v>
                </c:pt>
                <c:pt idx="1878">
                  <c:v>390.6235861173769</c:v>
                </c:pt>
                <c:pt idx="1879">
                  <c:v>403.6900968696225</c:v>
                </c:pt>
                <c:pt idx="1880">
                  <c:v>413.1766276738353</c:v>
                </c:pt>
                <c:pt idx="1881">
                  <c:v>421.0167790370282</c:v>
                </c:pt>
                <c:pt idx="1882">
                  <c:v>421.1784413998782</c:v>
                </c:pt>
                <c:pt idx="1883">
                  <c:v>429.6349943679407</c:v>
                </c:pt>
                <c:pt idx="1884">
                  <c:v>436.0818603183775</c:v>
                </c:pt>
                <c:pt idx="1885">
                  <c:v>432.3071827156547</c:v>
                </c:pt>
                <c:pt idx="1886">
                  <c:v>428.197091412131</c:v>
                </c:pt>
                <c:pt idx="1887">
                  <c:v>430.3966458203048</c:v>
                </c:pt>
                <c:pt idx="1888">
                  <c:v>437.9263890810158</c:v>
                </c:pt>
                <c:pt idx="1889">
                  <c:v>429.0169309790651</c:v>
                </c:pt>
                <c:pt idx="1890">
                  <c:v>431.4286448378596</c:v>
                </c:pt>
                <c:pt idx="1891">
                  <c:v>435.3009908869758</c:v>
                </c:pt>
                <c:pt idx="1892">
                  <c:v>445.5374222842145</c:v>
                </c:pt>
                <c:pt idx="1893">
                  <c:v>447.5946282745871</c:v>
                </c:pt>
                <c:pt idx="1894">
                  <c:v>453.5626183478128</c:v>
                </c:pt>
                <c:pt idx="1895">
                  <c:v>448.2223952352832</c:v>
                </c:pt>
                <c:pt idx="1896">
                  <c:v>444.1783229014492</c:v>
                </c:pt>
                <c:pt idx="1897">
                  <c:v>443.6736308564779</c:v>
                </c:pt>
                <c:pt idx="1898">
                  <c:v>448.8864304301783</c:v>
                </c:pt>
                <c:pt idx="1899">
                  <c:v>455.5656499874614</c:v>
                </c:pt>
                <c:pt idx="1900">
                  <c:v>453.5013666569764</c:v>
                </c:pt>
                <c:pt idx="1901">
                  <c:v>462.0725834409028</c:v>
                </c:pt>
                <c:pt idx="1902">
                  <c:v>461.1676371013551</c:v>
                </c:pt>
                <c:pt idx="1903">
                  <c:v>462.873601816773</c:v>
                </c:pt>
                <c:pt idx="1904">
                  <c:v>457.2007142506117</c:v>
                </c:pt>
                <c:pt idx="1905">
                  <c:v>460.2474800618577</c:v>
                </c:pt>
                <c:pt idx="1906">
                  <c:v>446.7392360025487</c:v>
                </c:pt>
                <c:pt idx="1907">
                  <c:v>454.7343062891133</c:v>
                </c:pt>
                <c:pt idx="1908">
                  <c:v>443.5828940059454</c:v>
                </c:pt>
                <c:pt idx="1909">
                  <c:v>440.3358138519092</c:v>
                </c:pt>
                <c:pt idx="1910">
                  <c:v>443.744858997392</c:v>
                </c:pt>
                <c:pt idx="1911">
                  <c:v>451.1610337146523</c:v>
                </c:pt>
                <c:pt idx="1912">
                  <c:v>451.0278391879974</c:v>
                </c:pt>
                <c:pt idx="1913">
                  <c:v>440.2552081532466</c:v>
                </c:pt>
                <c:pt idx="1914">
                  <c:v>436.3303751793957</c:v>
                </c:pt>
                <c:pt idx="1915">
                  <c:v>443.3862556675872</c:v>
                </c:pt>
                <c:pt idx="1916">
                  <c:v>443.7637195517207</c:v>
                </c:pt>
                <c:pt idx="1917">
                  <c:v>443.5351811637018</c:v>
                </c:pt>
                <c:pt idx="1918">
                  <c:v>444.745943711756</c:v>
                </c:pt>
                <c:pt idx="1919">
                  <c:v>431.6028049533587</c:v>
                </c:pt>
                <c:pt idx="1920">
                  <c:v>445.7190857515537</c:v>
                </c:pt>
                <c:pt idx="1921">
                  <c:v>446.8116707886138</c:v>
                </c:pt>
                <c:pt idx="1922">
                  <c:v>453.5117645173544</c:v>
                </c:pt>
                <c:pt idx="1923">
                  <c:v>446.6903916551647</c:v>
                </c:pt>
                <c:pt idx="1924">
                  <c:v>443.5889463547666</c:v>
                </c:pt>
                <c:pt idx="1925">
                  <c:v>444.6619366823909</c:v>
                </c:pt>
                <c:pt idx="1926">
                  <c:v>461.1169788024453</c:v>
                </c:pt>
                <c:pt idx="1927">
                  <c:v>464.8798001140572</c:v>
                </c:pt>
                <c:pt idx="1928">
                  <c:v>465.253209254809</c:v>
                </c:pt>
                <c:pt idx="1929">
                  <c:v>465.1592883996233</c:v>
                </c:pt>
                <c:pt idx="1930">
                  <c:v>464.2912224321324</c:v>
                </c:pt>
                <c:pt idx="1931">
                  <c:v>474.6258920972604</c:v>
                </c:pt>
                <c:pt idx="1932">
                  <c:v>482.4942220878869</c:v>
                </c:pt>
                <c:pt idx="1933">
                  <c:v>488.5996184754034</c:v>
                </c:pt>
                <c:pt idx="1934">
                  <c:v>490.0245823865728</c:v>
                </c:pt>
                <c:pt idx="1935">
                  <c:v>492.3791389693026</c:v>
                </c:pt>
                <c:pt idx="1936">
                  <c:v>490.8368182498759</c:v>
                </c:pt>
                <c:pt idx="1937">
                  <c:v>490.331119422114</c:v>
                </c:pt>
                <c:pt idx="1938">
                  <c:v>486.7772840839875</c:v>
                </c:pt>
                <c:pt idx="1939">
                  <c:v>487.0237353433349</c:v>
                </c:pt>
                <c:pt idx="1940">
                  <c:v>479.5203544656463</c:v>
                </c:pt>
                <c:pt idx="1941">
                  <c:v>477.5600639821382</c:v>
                </c:pt>
                <c:pt idx="1942">
                  <c:v>475.2001199655641</c:v>
                </c:pt>
                <c:pt idx="1943">
                  <c:v>471.164878031054</c:v>
                </c:pt>
                <c:pt idx="1944">
                  <c:v>467.9651923354241</c:v>
                </c:pt>
                <c:pt idx="1945">
                  <c:v>456.6393938502828</c:v>
                </c:pt>
                <c:pt idx="1946">
                  <c:v>464.0213640668402</c:v>
                </c:pt>
                <c:pt idx="1947">
                  <c:v>460.1414681894576</c:v>
                </c:pt>
                <c:pt idx="1948">
                  <c:v>460.5342818540369</c:v>
                </c:pt>
                <c:pt idx="1949">
                  <c:v>461.3417671210892</c:v>
                </c:pt>
                <c:pt idx="1950">
                  <c:v>449.0391683629607</c:v>
                </c:pt>
                <c:pt idx="1951">
                  <c:v>452.2124996171526</c:v>
                </c:pt>
                <c:pt idx="1952">
                  <c:v>446.3172406745511</c:v>
                </c:pt>
                <c:pt idx="1953">
                  <c:v>442.9958919591725</c:v>
                </c:pt>
                <c:pt idx="1954">
                  <c:v>435.3669295988331</c:v>
                </c:pt>
                <c:pt idx="1955">
                  <c:v>440.1235874501034</c:v>
                </c:pt>
                <c:pt idx="1956">
                  <c:v>438.3407934705724</c:v>
                </c:pt>
                <c:pt idx="1957">
                  <c:v>437.8063678963312</c:v>
                </c:pt>
                <c:pt idx="1958">
                  <c:v>431.0394016680339</c:v>
                </c:pt>
                <c:pt idx="1959">
                  <c:v>439.4628028180582</c:v>
                </c:pt>
                <c:pt idx="1960">
                  <c:v>440.0835131778924</c:v>
                </c:pt>
                <c:pt idx="1961">
                  <c:v>435.0106691834426</c:v>
                </c:pt>
                <c:pt idx="1962">
                  <c:v>438.7088239247076</c:v>
                </c:pt>
                <c:pt idx="1963">
                  <c:v>436.1347470051873</c:v>
                </c:pt>
                <c:pt idx="1964">
                  <c:v>433.1916211791167</c:v>
                </c:pt>
                <c:pt idx="1965">
                  <c:v>431.6849960670627</c:v>
                </c:pt>
                <c:pt idx="1966">
                  <c:v>430.3076420294186</c:v>
                </c:pt>
                <c:pt idx="1967">
                  <c:v>425.634528352726</c:v>
                </c:pt>
                <c:pt idx="1968">
                  <c:v>430.6956117373698</c:v>
                </c:pt>
                <c:pt idx="1969">
                  <c:v>421.430770530735</c:v>
                </c:pt>
                <c:pt idx="1970">
                  <c:v>417.4295820205733</c:v>
                </c:pt>
                <c:pt idx="1971">
                  <c:v>416.6442918450483</c:v>
                </c:pt>
                <c:pt idx="1972">
                  <c:v>419.3799809987078</c:v>
                </c:pt>
                <c:pt idx="1973">
                  <c:v>417.9831722059808</c:v>
                </c:pt>
                <c:pt idx="1974">
                  <c:v>425.5863204836932</c:v>
                </c:pt>
                <c:pt idx="1975">
                  <c:v>424.4857003762219</c:v>
                </c:pt>
                <c:pt idx="1976">
                  <c:v>422.2813939159914</c:v>
                </c:pt>
                <c:pt idx="1977">
                  <c:v>420.7521092124892</c:v>
                </c:pt>
                <c:pt idx="1978">
                  <c:v>416.8758194202635</c:v>
                </c:pt>
                <c:pt idx="1979">
                  <c:v>417.9715491508274</c:v>
                </c:pt>
                <c:pt idx="1980">
                  <c:v>417.7564575865933</c:v>
                </c:pt>
                <c:pt idx="1981">
                  <c:v>424.0735820661595</c:v>
                </c:pt>
                <c:pt idx="1982">
                  <c:v>425.8849144680374</c:v>
                </c:pt>
                <c:pt idx="1983">
                  <c:v>423.6955368376754</c:v>
                </c:pt>
                <c:pt idx="1984">
                  <c:v>427.3173251322953</c:v>
                </c:pt>
                <c:pt idx="1985">
                  <c:v>430.5159321258229</c:v>
                </c:pt>
                <c:pt idx="1986">
                  <c:v>429.7515357247271</c:v>
                </c:pt>
                <c:pt idx="1987">
                  <c:v>426.1925534122801</c:v>
                </c:pt>
                <c:pt idx="1988">
                  <c:v>426.0120039125208</c:v>
                </c:pt>
                <c:pt idx="1989">
                  <c:v>428.7678470611613</c:v>
                </c:pt>
                <c:pt idx="1990">
                  <c:v>430.9989513192997</c:v>
                </c:pt>
                <c:pt idx="1991">
                  <c:v>427.4767494121947</c:v>
                </c:pt>
                <c:pt idx="1992">
                  <c:v>427.5264739500743</c:v>
                </c:pt>
                <c:pt idx="1993">
                  <c:v>424.240847591356</c:v>
                </c:pt>
                <c:pt idx="1994">
                  <c:v>427.7900598247206</c:v>
                </c:pt>
                <c:pt idx="1995">
                  <c:v>440.4300239617347</c:v>
                </c:pt>
                <c:pt idx="1996">
                  <c:v>434.3963316408496</c:v>
                </c:pt>
                <c:pt idx="1997">
                  <c:v>437.7342937584777</c:v>
                </c:pt>
                <c:pt idx="1998">
                  <c:v>435.3463353321143</c:v>
                </c:pt>
                <c:pt idx="1999">
                  <c:v>428.7194256330553</c:v>
                </c:pt>
                <c:pt idx="2000">
                  <c:v>429.2191314747704</c:v>
                </c:pt>
                <c:pt idx="2001">
                  <c:v>430.4893406745199</c:v>
                </c:pt>
                <c:pt idx="2002">
                  <c:v>429.8917212417394</c:v>
                </c:pt>
                <c:pt idx="2003">
                  <c:v>439.6091219524524</c:v>
                </c:pt>
                <c:pt idx="2004">
                  <c:v>437.897289198542</c:v>
                </c:pt>
                <c:pt idx="2005">
                  <c:v>430.2614111115579</c:v>
                </c:pt>
                <c:pt idx="2006">
                  <c:v>431.873019918628</c:v>
                </c:pt>
                <c:pt idx="2007">
                  <c:v>433.926615740219</c:v>
                </c:pt>
                <c:pt idx="2008">
                  <c:v>426.9348319321911</c:v>
                </c:pt>
                <c:pt idx="2009">
                  <c:v>435.2832020149826</c:v>
                </c:pt>
                <c:pt idx="2010">
                  <c:v>436.6461519985681</c:v>
                </c:pt>
                <c:pt idx="2011">
                  <c:v>435.0415161413447</c:v>
                </c:pt>
                <c:pt idx="2012">
                  <c:v>434.4680160524247</c:v>
                </c:pt>
                <c:pt idx="2013">
                  <c:v>433.397190032908</c:v>
                </c:pt>
                <c:pt idx="2014">
                  <c:v>429.8663988830269</c:v>
                </c:pt>
                <c:pt idx="2015">
                  <c:v>422.9645390826739</c:v>
                </c:pt>
                <c:pt idx="2016">
                  <c:v>421.765918596052</c:v>
                </c:pt>
                <c:pt idx="2017">
                  <c:v>409.2144037394074</c:v>
                </c:pt>
                <c:pt idx="2018">
                  <c:v>409.1267223178571</c:v>
                </c:pt>
                <c:pt idx="2019">
                  <c:v>407.5523173531609</c:v>
                </c:pt>
                <c:pt idx="2020">
                  <c:v>407.0078049457123</c:v>
                </c:pt>
                <c:pt idx="2021">
                  <c:v>406.7105463812036</c:v>
                </c:pt>
                <c:pt idx="2022">
                  <c:v>405.0931837209385</c:v>
                </c:pt>
                <c:pt idx="2023">
                  <c:v>409.0301124865844</c:v>
                </c:pt>
                <c:pt idx="2024">
                  <c:v>410.0370881368999</c:v>
                </c:pt>
                <c:pt idx="2025">
                  <c:v>417.3864188965781</c:v>
                </c:pt>
                <c:pt idx="2026">
                  <c:v>420.9621933597767</c:v>
                </c:pt>
                <c:pt idx="2027">
                  <c:v>427.0445174043994</c:v>
                </c:pt>
                <c:pt idx="2028">
                  <c:v>426.4424578828413</c:v>
                </c:pt>
                <c:pt idx="2029">
                  <c:v>426.1955249534559</c:v>
                </c:pt>
                <c:pt idx="2030">
                  <c:v>428.4699162576708</c:v>
                </c:pt>
                <c:pt idx="2031">
                  <c:v>432.8423127239</c:v>
                </c:pt>
              </c:numCache>
            </c:numRef>
          </c:val>
          <c:smooth val="0"/>
          <c:extLst>
            <c:ext xmlns:c16="http://schemas.microsoft.com/office/drawing/2014/chart" uri="{C3380CC4-5D6E-409C-BE32-E72D297353CC}">
              <c16:uniqueId val="{00000000-91DE-412C-BDD1-885D4DAD3237}"/>
            </c:ext>
          </c:extLst>
        </c:ser>
        <c:ser>
          <c:idx val="1"/>
          <c:order val="1"/>
          <c:tx>
            <c:strRef>
              <c:f>Sheet1!$C$1</c:f>
              <c:strCache>
                <c:ptCount val="1"/>
                <c:pt idx="0">
                  <c:v>Ibovespa</c:v>
                </c:pt>
              </c:strCache>
            </c:strRef>
          </c:tx>
          <c:spPr>
            <a:ln w="22225" cap="rnd">
              <a:solidFill>
                <a:srgbClr val="7E7E7E"/>
              </a:solidFill>
              <a:round/>
            </a:ln>
            <a:effectLst/>
          </c:spPr>
          <c:marker>
            <c:symbol val="none"/>
          </c:marker>
          <c:cat>
            <c:numRef>
              <c:f>Sheet1!$A$2:$A$2033</c:f>
              <c:numCache>
                <c:formatCode>yyyy\-mm\-dd</c:formatCode>
                <c:ptCount val="2032"/>
                <c:pt idx="0">
                  <c:v>43281.0</c:v>
                </c:pt>
                <c:pt idx="1">
                  <c:v>43283.0</c:v>
                </c:pt>
                <c:pt idx="2">
                  <c:v>43284.0</c:v>
                </c:pt>
                <c:pt idx="3">
                  <c:v>43285.0</c:v>
                </c:pt>
                <c:pt idx="4">
                  <c:v>43286.0</c:v>
                </c:pt>
                <c:pt idx="5">
                  <c:v>43287.0</c:v>
                </c:pt>
                <c:pt idx="6">
                  <c:v>43291.0</c:v>
                </c:pt>
                <c:pt idx="7">
                  <c:v>43292.0</c:v>
                </c:pt>
                <c:pt idx="8">
                  <c:v>43293.0</c:v>
                </c:pt>
                <c:pt idx="9">
                  <c:v>43294.0</c:v>
                </c:pt>
                <c:pt idx="10">
                  <c:v>43297.0</c:v>
                </c:pt>
                <c:pt idx="11">
                  <c:v>43298.0</c:v>
                </c:pt>
                <c:pt idx="12">
                  <c:v>43299.0</c:v>
                </c:pt>
                <c:pt idx="13">
                  <c:v>43300.0</c:v>
                </c:pt>
                <c:pt idx="14">
                  <c:v>43301.0</c:v>
                </c:pt>
                <c:pt idx="15">
                  <c:v>43304.0</c:v>
                </c:pt>
                <c:pt idx="16">
                  <c:v>43305.0</c:v>
                </c:pt>
                <c:pt idx="17">
                  <c:v>43306.0</c:v>
                </c:pt>
                <c:pt idx="18">
                  <c:v>43307.0</c:v>
                </c:pt>
                <c:pt idx="19">
                  <c:v>43308.0</c:v>
                </c:pt>
                <c:pt idx="20">
                  <c:v>43311.0</c:v>
                </c:pt>
                <c:pt idx="21">
                  <c:v>43312.0</c:v>
                </c:pt>
                <c:pt idx="22">
                  <c:v>43313.0</c:v>
                </c:pt>
                <c:pt idx="23">
                  <c:v>43314.0</c:v>
                </c:pt>
                <c:pt idx="24">
                  <c:v>43315.0</c:v>
                </c:pt>
                <c:pt idx="25">
                  <c:v>43318.0</c:v>
                </c:pt>
                <c:pt idx="26">
                  <c:v>43319.0</c:v>
                </c:pt>
                <c:pt idx="27">
                  <c:v>43320.0</c:v>
                </c:pt>
                <c:pt idx="28">
                  <c:v>43321.0</c:v>
                </c:pt>
                <c:pt idx="29">
                  <c:v>43322.0</c:v>
                </c:pt>
                <c:pt idx="30">
                  <c:v>43325.0</c:v>
                </c:pt>
                <c:pt idx="31">
                  <c:v>43326.0</c:v>
                </c:pt>
                <c:pt idx="32">
                  <c:v>43327.0</c:v>
                </c:pt>
                <c:pt idx="33">
                  <c:v>43328.0</c:v>
                </c:pt>
                <c:pt idx="34">
                  <c:v>43329.0</c:v>
                </c:pt>
                <c:pt idx="35">
                  <c:v>43332.0</c:v>
                </c:pt>
                <c:pt idx="36">
                  <c:v>43333.0</c:v>
                </c:pt>
                <c:pt idx="37">
                  <c:v>43334.0</c:v>
                </c:pt>
                <c:pt idx="38">
                  <c:v>43335.0</c:v>
                </c:pt>
                <c:pt idx="39">
                  <c:v>43336.0</c:v>
                </c:pt>
                <c:pt idx="40">
                  <c:v>43339.0</c:v>
                </c:pt>
                <c:pt idx="41">
                  <c:v>43340.0</c:v>
                </c:pt>
                <c:pt idx="42">
                  <c:v>43341.0</c:v>
                </c:pt>
                <c:pt idx="43">
                  <c:v>43342.0</c:v>
                </c:pt>
                <c:pt idx="44">
                  <c:v>43343.0</c:v>
                </c:pt>
                <c:pt idx="45">
                  <c:v>43346.0</c:v>
                </c:pt>
                <c:pt idx="46">
                  <c:v>43347.0</c:v>
                </c:pt>
                <c:pt idx="47">
                  <c:v>43348.0</c:v>
                </c:pt>
                <c:pt idx="48">
                  <c:v>43349.0</c:v>
                </c:pt>
                <c:pt idx="49">
                  <c:v>43353.0</c:v>
                </c:pt>
                <c:pt idx="50">
                  <c:v>43354.0</c:v>
                </c:pt>
                <c:pt idx="51">
                  <c:v>43355.0</c:v>
                </c:pt>
                <c:pt idx="52">
                  <c:v>43356.0</c:v>
                </c:pt>
                <c:pt idx="53">
                  <c:v>43357.0</c:v>
                </c:pt>
                <c:pt idx="54">
                  <c:v>43360.0</c:v>
                </c:pt>
                <c:pt idx="55">
                  <c:v>43361.0</c:v>
                </c:pt>
                <c:pt idx="56">
                  <c:v>43362.0</c:v>
                </c:pt>
                <c:pt idx="57">
                  <c:v>43363.0</c:v>
                </c:pt>
                <c:pt idx="58">
                  <c:v>43364.0</c:v>
                </c:pt>
                <c:pt idx="59">
                  <c:v>43367.0</c:v>
                </c:pt>
                <c:pt idx="60">
                  <c:v>43368.0</c:v>
                </c:pt>
                <c:pt idx="61">
                  <c:v>43369.0</c:v>
                </c:pt>
                <c:pt idx="62">
                  <c:v>43370.0</c:v>
                </c:pt>
                <c:pt idx="63">
                  <c:v>43371.0</c:v>
                </c:pt>
                <c:pt idx="64">
                  <c:v>43374.0</c:v>
                </c:pt>
                <c:pt idx="65">
                  <c:v>43375.0</c:v>
                </c:pt>
                <c:pt idx="66">
                  <c:v>43376.0</c:v>
                </c:pt>
                <c:pt idx="67">
                  <c:v>43377.0</c:v>
                </c:pt>
                <c:pt idx="68">
                  <c:v>43378.0</c:v>
                </c:pt>
                <c:pt idx="69">
                  <c:v>43381.0</c:v>
                </c:pt>
                <c:pt idx="70">
                  <c:v>43382.0</c:v>
                </c:pt>
                <c:pt idx="71">
                  <c:v>43383.0</c:v>
                </c:pt>
                <c:pt idx="72">
                  <c:v>43384.0</c:v>
                </c:pt>
                <c:pt idx="73">
                  <c:v>43388.0</c:v>
                </c:pt>
                <c:pt idx="74">
                  <c:v>43389.0</c:v>
                </c:pt>
                <c:pt idx="75">
                  <c:v>43390.0</c:v>
                </c:pt>
                <c:pt idx="76">
                  <c:v>43391.0</c:v>
                </c:pt>
                <c:pt idx="77">
                  <c:v>43392.0</c:v>
                </c:pt>
                <c:pt idx="78">
                  <c:v>43395.0</c:v>
                </c:pt>
                <c:pt idx="79">
                  <c:v>43396.0</c:v>
                </c:pt>
                <c:pt idx="80">
                  <c:v>43397.0</c:v>
                </c:pt>
                <c:pt idx="81">
                  <c:v>43398.0</c:v>
                </c:pt>
                <c:pt idx="82">
                  <c:v>43399.0</c:v>
                </c:pt>
                <c:pt idx="83">
                  <c:v>43402.0</c:v>
                </c:pt>
                <c:pt idx="84">
                  <c:v>43403.0</c:v>
                </c:pt>
                <c:pt idx="85">
                  <c:v>43404.0</c:v>
                </c:pt>
                <c:pt idx="86">
                  <c:v>43405.0</c:v>
                </c:pt>
                <c:pt idx="87">
                  <c:v>43409.0</c:v>
                </c:pt>
                <c:pt idx="88">
                  <c:v>43410.0</c:v>
                </c:pt>
                <c:pt idx="89">
                  <c:v>43411.0</c:v>
                </c:pt>
                <c:pt idx="90">
                  <c:v>43412.0</c:v>
                </c:pt>
                <c:pt idx="91">
                  <c:v>43413.0</c:v>
                </c:pt>
                <c:pt idx="92">
                  <c:v>43416.0</c:v>
                </c:pt>
                <c:pt idx="93">
                  <c:v>43417.0</c:v>
                </c:pt>
                <c:pt idx="94">
                  <c:v>43418.0</c:v>
                </c:pt>
                <c:pt idx="95">
                  <c:v>43420.0</c:v>
                </c:pt>
                <c:pt idx="96">
                  <c:v>43423.0</c:v>
                </c:pt>
                <c:pt idx="97">
                  <c:v>43425.0</c:v>
                </c:pt>
                <c:pt idx="98">
                  <c:v>43426.0</c:v>
                </c:pt>
                <c:pt idx="99">
                  <c:v>43427.0</c:v>
                </c:pt>
                <c:pt idx="100">
                  <c:v>43430.0</c:v>
                </c:pt>
                <c:pt idx="101">
                  <c:v>43431.0</c:v>
                </c:pt>
                <c:pt idx="102">
                  <c:v>43432.0</c:v>
                </c:pt>
                <c:pt idx="103">
                  <c:v>43433.0</c:v>
                </c:pt>
                <c:pt idx="104">
                  <c:v>43434.0</c:v>
                </c:pt>
                <c:pt idx="105">
                  <c:v>43437.0</c:v>
                </c:pt>
                <c:pt idx="106">
                  <c:v>43438.0</c:v>
                </c:pt>
                <c:pt idx="107">
                  <c:v>43439.0</c:v>
                </c:pt>
                <c:pt idx="108">
                  <c:v>43440.0</c:v>
                </c:pt>
                <c:pt idx="109">
                  <c:v>43441.0</c:v>
                </c:pt>
                <c:pt idx="110">
                  <c:v>43444.0</c:v>
                </c:pt>
                <c:pt idx="111">
                  <c:v>43445.0</c:v>
                </c:pt>
                <c:pt idx="112">
                  <c:v>43446.0</c:v>
                </c:pt>
                <c:pt idx="113">
                  <c:v>43447.0</c:v>
                </c:pt>
                <c:pt idx="114">
                  <c:v>43448.0</c:v>
                </c:pt>
                <c:pt idx="115">
                  <c:v>43451.0</c:v>
                </c:pt>
                <c:pt idx="116">
                  <c:v>43452.0</c:v>
                </c:pt>
                <c:pt idx="117">
                  <c:v>43453.0</c:v>
                </c:pt>
                <c:pt idx="118">
                  <c:v>43454.0</c:v>
                </c:pt>
                <c:pt idx="119">
                  <c:v>43455.0</c:v>
                </c:pt>
                <c:pt idx="120">
                  <c:v>43460.0</c:v>
                </c:pt>
                <c:pt idx="121">
                  <c:v>43461.0</c:v>
                </c:pt>
                <c:pt idx="122">
                  <c:v>43462.0</c:v>
                </c:pt>
                <c:pt idx="123">
                  <c:v>43467.0</c:v>
                </c:pt>
                <c:pt idx="124">
                  <c:v>43468.0</c:v>
                </c:pt>
                <c:pt idx="125">
                  <c:v>43469.0</c:v>
                </c:pt>
                <c:pt idx="126">
                  <c:v>43472.0</c:v>
                </c:pt>
                <c:pt idx="127">
                  <c:v>43473.0</c:v>
                </c:pt>
                <c:pt idx="128">
                  <c:v>43474.0</c:v>
                </c:pt>
                <c:pt idx="129">
                  <c:v>43475.0</c:v>
                </c:pt>
                <c:pt idx="130">
                  <c:v>43476.0</c:v>
                </c:pt>
                <c:pt idx="131">
                  <c:v>43479.0</c:v>
                </c:pt>
                <c:pt idx="132">
                  <c:v>43480.0</c:v>
                </c:pt>
                <c:pt idx="133">
                  <c:v>43481.0</c:v>
                </c:pt>
                <c:pt idx="134">
                  <c:v>43482.0</c:v>
                </c:pt>
                <c:pt idx="135">
                  <c:v>43483.0</c:v>
                </c:pt>
                <c:pt idx="136">
                  <c:v>43486.0</c:v>
                </c:pt>
                <c:pt idx="137">
                  <c:v>43487.0</c:v>
                </c:pt>
                <c:pt idx="138">
                  <c:v>43488.0</c:v>
                </c:pt>
                <c:pt idx="139">
                  <c:v>43489.0</c:v>
                </c:pt>
                <c:pt idx="140">
                  <c:v>43493.0</c:v>
                </c:pt>
                <c:pt idx="141">
                  <c:v>43494.0</c:v>
                </c:pt>
                <c:pt idx="142">
                  <c:v>43495.0</c:v>
                </c:pt>
                <c:pt idx="143">
                  <c:v>43496.0</c:v>
                </c:pt>
                <c:pt idx="144">
                  <c:v>43497.0</c:v>
                </c:pt>
                <c:pt idx="145">
                  <c:v>43500.0</c:v>
                </c:pt>
                <c:pt idx="146">
                  <c:v>43501.0</c:v>
                </c:pt>
                <c:pt idx="147">
                  <c:v>43502.0</c:v>
                </c:pt>
                <c:pt idx="148">
                  <c:v>43503.0</c:v>
                </c:pt>
                <c:pt idx="149">
                  <c:v>43504.0</c:v>
                </c:pt>
                <c:pt idx="150">
                  <c:v>43507.0</c:v>
                </c:pt>
                <c:pt idx="151">
                  <c:v>43508.0</c:v>
                </c:pt>
                <c:pt idx="152">
                  <c:v>43509.0</c:v>
                </c:pt>
                <c:pt idx="153">
                  <c:v>43510.0</c:v>
                </c:pt>
                <c:pt idx="154">
                  <c:v>43511.0</c:v>
                </c:pt>
                <c:pt idx="155">
                  <c:v>43514.0</c:v>
                </c:pt>
                <c:pt idx="156">
                  <c:v>43515.0</c:v>
                </c:pt>
                <c:pt idx="157">
                  <c:v>43516.0</c:v>
                </c:pt>
                <c:pt idx="158">
                  <c:v>43517.0</c:v>
                </c:pt>
                <c:pt idx="159">
                  <c:v>43518.0</c:v>
                </c:pt>
                <c:pt idx="160">
                  <c:v>43521.0</c:v>
                </c:pt>
                <c:pt idx="161">
                  <c:v>43522.0</c:v>
                </c:pt>
                <c:pt idx="162">
                  <c:v>43523.0</c:v>
                </c:pt>
                <c:pt idx="163">
                  <c:v>43524.0</c:v>
                </c:pt>
                <c:pt idx="164">
                  <c:v>43525.0</c:v>
                </c:pt>
                <c:pt idx="165">
                  <c:v>43530.0</c:v>
                </c:pt>
                <c:pt idx="166">
                  <c:v>43531.0</c:v>
                </c:pt>
                <c:pt idx="167">
                  <c:v>43532.0</c:v>
                </c:pt>
                <c:pt idx="168">
                  <c:v>43535.0</c:v>
                </c:pt>
                <c:pt idx="169">
                  <c:v>43536.0</c:v>
                </c:pt>
                <c:pt idx="170">
                  <c:v>43537.0</c:v>
                </c:pt>
                <c:pt idx="171">
                  <c:v>43538.0</c:v>
                </c:pt>
                <c:pt idx="172">
                  <c:v>43539.0</c:v>
                </c:pt>
                <c:pt idx="173">
                  <c:v>43542.0</c:v>
                </c:pt>
                <c:pt idx="174">
                  <c:v>43543.0</c:v>
                </c:pt>
                <c:pt idx="175">
                  <c:v>43544.0</c:v>
                </c:pt>
                <c:pt idx="176">
                  <c:v>43545.0</c:v>
                </c:pt>
                <c:pt idx="177">
                  <c:v>43546.0</c:v>
                </c:pt>
                <c:pt idx="178">
                  <c:v>43549.0</c:v>
                </c:pt>
                <c:pt idx="179">
                  <c:v>43550.0</c:v>
                </c:pt>
                <c:pt idx="180">
                  <c:v>43551.0</c:v>
                </c:pt>
                <c:pt idx="181">
                  <c:v>43552.0</c:v>
                </c:pt>
                <c:pt idx="182">
                  <c:v>43553.0</c:v>
                </c:pt>
                <c:pt idx="183">
                  <c:v>43556.0</c:v>
                </c:pt>
                <c:pt idx="184">
                  <c:v>43557.0</c:v>
                </c:pt>
                <c:pt idx="185">
                  <c:v>43558.0</c:v>
                </c:pt>
                <c:pt idx="186">
                  <c:v>43559.0</c:v>
                </c:pt>
                <c:pt idx="187">
                  <c:v>43560.0</c:v>
                </c:pt>
                <c:pt idx="188">
                  <c:v>43563.0</c:v>
                </c:pt>
                <c:pt idx="189">
                  <c:v>43564.0</c:v>
                </c:pt>
                <c:pt idx="190">
                  <c:v>43565.0</c:v>
                </c:pt>
                <c:pt idx="191">
                  <c:v>43566.0</c:v>
                </c:pt>
                <c:pt idx="192">
                  <c:v>43567.0</c:v>
                </c:pt>
                <c:pt idx="193">
                  <c:v>43570.0</c:v>
                </c:pt>
                <c:pt idx="194">
                  <c:v>43571.0</c:v>
                </c:pt>
                <c:pt idx="195">
                  <c:v>43572.0</c:v>
                </c:pt>
                <c:pt idx="196">
                  <c:v>43573.0</c:v>
                </c:pt>
                <c:pt idx="197">
                  <c:v>43577.0</c:v>
                </c:pt>
                <c:pt idx="198">
                  <c:v>43578.0</c:v>
                </c:pt>
                <c:pt idx="199">
                  <c:v>43579.0</c:v>
                </c:pt>
                <c:pt idx="200">
                  <c:v>43580.0</c:v>
                </c:pt>
                <c:pt idx="201">
                  <c:v>43581.0</c:v>
                </c:pt>
                <c:pt idx="202">
                  <c:v>43584.0</c:v>
                </c:pt>
                <c:pt idx="203">
                  <c:v>43585.0</c:v>
                </c:pt>
                <c:pt idx="204">
                  <c:v>43587.0</c:v>
                </c:pt>
                <c:pt idx="205">
                  <c:v>43588.0</c:v>
                </c:pt>
                <c:pt idx="206">
                  <c:v>43591.0</c:v>
                </c:pt>
                <c:pt idx="207">
                  <c:v>43592.0</c:v>
                </c:pt>
                <c:pt idx="208">
                  <c:v>43593.0</c:v>
                </c:pt>
                <c:pt idx="209">
                  <c:v>43594.0</c:v>
                </c:pt>
                <c:pt idx="210">
                  <c:v>43595.0</c:v>
                </c:pt>
                <c:pt idx="211">
                  <c:v>43598.0</c:v>
                </c:pt>
                <c:pt idx="212">
                  <c:v>43599.0</c:v>
                </c:pt>
                <c:pt idx="213">
                  <c:v>43600.0</c:v>
                </c:pt>
                <c:pt idx="214">
                  <c:v>43601.0</c:v>
                </c:pt>
                <c:pt idx="215">
                  <c:v>43602.0</c:v>
                </c:pt>
                <c:pt idx="216">
                  <c:v>43605.0</c:v>
                </c:pt>
                <c:pt idx="217">
                  <c:v>43606.0</c:v>
                </c:pt>
                <c:pt idx="218">
                  <c:v>43607.0</c:v>
                </c:pt>
                <c:pt idx="219">
                  <c:v>43608.0</c:v>
                </c:pt>
                <c:pt idx="220">
                  <c:v>43609.0</c:v>
                </c:pt>
                <c:pt idx="221">
                  <c:v>43612.0</c:v>
                </c:pt>
                <c:pt idx="222">
                  <c:v>43613.0</c:v>
                </c:pt>
                <c:pt idx="223">
                  <c:v>43614.0</c:v>
                </c:pt>
                <c:pt idx="224">
                  <c:v>43615.0</c:v>
                </c:pt>
                <c:pt idx="225">
                  <c:v>43616.0</c:v>
                </c:pt>
                <c:pt idx="226">
                  <c:v>43619.0</c:v>
                </c:pt>
                <c:pt idx="227">
                  <c:v>43620.0</c:v>
                </c:pt>
                <c:pt idx="228">
                  <c:v>43621.0</c:v>
                </c:pt>
                <c:pt idx="229">
                  <c:v>43622.0</c:v>
                </c:pt>
                <c:pt idx="230">
                  <c:v>43623.0</c:v>
                </c:pt>
                <c:pt idx="231">
                  <c:v>43626.0</c:v>
                </c:pt>
                <c:pt idx="232">
                  <c:v>43627.0</c:v>
                </c:pt>
                <c:pt idx="233">
                  <c:v>43628.0</c:v>
                </c:pt>
                <c:pt idx="234">
                  <c:v>43629.0</c:v>
                </c:pt>
                <c:pt idx="235">
                  <c:v>43630.0</c:v>
                </c:pt>
                <c:pt idx="236">
                  <c:v>43633.0</c:v>
                </c:pt>
                <c:pt idx="237">
                  <c:v>43634.0</c:v>
                </c:pt>
                <c:pt idx="238">
                  <c:v>43635.0</c:v>
                </c:pt>
                <c:pt idx="239">
                  <c:v>43637.0</c:v>
                </c:pt>
                <c:pt idx="240">
                  <c:v>43640.0</c:v>
                </c:pt>
                <c:pt idx="241">
                  <c:v>43641.0</c:v>
                </c:pt>
                <c:pt idx="242">
                  <c:v>43642.0</c:v>
                </c:pt>
                <c:pt idx="243">
                  <c:v>43643.0</c:v>
                </c:pt>
                <c:pt idx="244">
                  <c:v>43644.0</c:v>
                </c:pt>
                <c:pt idx="245">
                  <c:v>43647.0</c:v>
                </c:pt>
                <c:pt idx="246">
                  <c:v>43648.0</c:v>
                </c:pt>
                <c:pt idx="247">
                  <c:v>43649.0</c:v>
                </c:pt>
                <c:pt idx="248">
                  <c:v>43650.0</c:v>
                </c:pt>
                <c:pt idx="249">
                  <c:v>43651.0</c:v>
                </c:pt>
                <c:pt idx="250">
                  <c:v>43654.0</c:v>
                </c:pt>
                <c:pt idx="251">
                  <c:v>43656.0</c:v>
                </c:pt>
                <c:pt idx="252">
                  <c:v>43657.0</c:v>
                </c:pt>
                <c:pt idx="253">
                  <c:v>43658.0</c:v>
                </c:pt>
                <c:pt idx="254">
                  <c:v>43661.0</c:v>
                </c:pt>
                <c:pt idx="255">
                  <c:v>43662.0</c:v>
                </c:pt>
                <c:pt idx="256">
                  <c:v>43663.0</c:v>
                </c:pt>
                <c:pt idx="257">
                  <c:v>43664.0</c:v>
                </c:pt>
                <c:pt idx="258">
                  <c:v>43665.0</c:v>
                </c:pt>
                <c:pt idx="259">
                  <c:v>43668.0</c:v>
                </c:pt>
                <c:pt idx="260">
                  <c:v>43669.0</c:v>
                </c:pt>
                <c:pt idx="261">
                  <c:v>43670.0</c:v>
                </c:pt>
                <c:pt idx="262">
                  <c:v>43671.0</c:v>
                </c:pt>
                <c:pt idx="263">
                  <c:v>43672.0</c:v>
                </c:pt>
                <c:pt idx="264">
                  <c:v>43675.0</c:v>
                </c:pt>
                <c:pt idx="265">
                  <c:v>43676.0</c:v>
                </c:pt>
                <c:pt idx="266">
                  <c:v>43677.0</c:v>
                </c:pt>
                <c:pt idx="267">
                  <c:v>43678.0</c:v>
                </c:pt>
                <c:pt idx="268">
                  <c:v>43679.0</c:v>
                </c:pt>
                <c:pt idx="269">
                  <c:v>43682.0</c:v>
                </c:pt>
                <c:pt idx="270">
                  <c:v>43683.0</c:v>
                </c:pt>
                <c:pt idx="271">
                  <c:v>43684.0</c:v>
                </c:pt>
                <c:pt idx="272">
                  <c:v>43685.0</c:v>
                </c:pt>
                <c:pt idx="273">
                  <c:v>43686.0</c:v>
                </c:pt>
                <c:pt idx="274">
                  <c:v>43689.0</c:v>
                </c:pt>
                <c:pt idx="275">
                  <c:v>43690.0</c:v>
                </c:pt>
                <c:pt idx="276">
                  <c:v>43691.0</c:v>
                </c:pt>
                <c:pt idx="277">
                  <c:v>43692.0</c:v>
                </c:pt>
                <c:pt idx="278">
                  <c:v>43693.0</c:v>
                </c:pt>
                <c:pt idx="279">
                  <c:v>43696.0</c:v>
                </c:pt>
                <c:pt idx="280">
                  <c:v>43697.0</c:v>
                </c:pt>
                <c:pt idx="281">
                  <c:v>43698.0</c:v>
                </c:pt>
                <c:pt idx="282">
                  <c:v>43699.0</c:v>
                </c:pt>
                <c:pt idx="283">
                  <c:v>43700.0</c:v>
                </c:pt>
                <c:pt idx="284">
                  <c:v>43703.0</c:v>
                </c:pt>
                <c:pt idx="285">
                  <c:v>43704.0</c:v>
                </c:pt>
                <c:pt idx="286">
                  <c:v>43705.0</c:v>
                </c:pt>
                <c:pt idx="287">
                  <c:v>43706.0</c:v>
                </c:pt>
                <c:pt idx="288">
                  <c:v>43707.0</c:v>
                </c:pt>
                <c:pt idx="289">
                  <c:v>43710.0</c:v>
                </c:pt>
                <c:pt idx="290">
                  <c:v>43711.0</c:v>
                </c:pt>
                <c:pt idx="291">
                  <c:v>43712.0</c:v>
                </c:pt>
                <c:pt idx="292">
                  <c:v>43713.0</c:v>
                </c:pt>
                <c:pt idx="293">
                  <c:v>43714.0</c:v>
                </c:pt>
                <c:pt idx="294">
                  <c:v>43717.0</c:v>
                </c:pt>
                <c:pt idx="295">
                  <c:v>43718.0</c:v>
                </c:pt>
                <c:pt idx="296">
                  <c:v>43719.0</c:v>
                </c:pt>
                <c:pt idx="297">
                  <c:v>43720.0</c:v>
                </c:pt>
                <c:pt idx="298">
                  <c:v>43721.0</c:v>
                </c:pt>
                <c:pt idx="299">
                  <c:v>43724.0</c:v>
                </c:pt>
                <c:pt idx="300">
                  <c:v>43725.0</c:v>
                </c:pt>
                <c:pt idx="301">
                  <c:v>43726.0</c:v>
                </c:pt>
                <c:pt idx="302">
                  <c:v>43727.0</c:v>
                </c:pt>
                <c:pt idx="303">
                  <c:v>43728.0</c:v>
                </c:pt>
                <c:pt idx="304">
                  <c:v>43731.0</c:v>
                </c:pt>
                <c:pt idx="305">
                  <c:v>43732.0</c:v>
                </c:pt>
                <c:pt idx="306">
                  <c:v>43733.0</c:v>
                </c:pt>
                <c:pt idx="307">
                  <c:v>43734.0</c:v>
                </c:pt>
                <c:pt idx="308">
                  <c:v>43735.0</c:v>
                </c:pt>
                <c:pt idx="309">
                  <c:v>43738.0</c:v>
                </c:pt>
                <c:pt idx="310">
                  <c:v>43739.0</c:v>
                </c:pt>
                <c:pt idx="311">
                  <c:v>43740.0</c:v>
                </c:pt>
                <c:pt idx="312">
                  <c:v>43741.0</c:v>
                </c:pt>
                <c:pt idx="313">
                  <c:v>43742.0</c:v>
                </c:pt>
                <c:pt idx="314">
                  <c:v>43745.0</c:v>
                </c:pt>
                <c:pt idx="315">
                  <c:v>43746.0</c:v>
                </c:pt>
                <c:pt idx="316">
                  <c:v>43747.0</c:v>
                </c:pt>
                <c:pt idx="317">
                  <c:v>43748.0</c:v>
                </c:pt>
                <c:pt idx="318">
                  <c:v>43749.0</c:v>
                </c:pt>
                <c:pt idx="319">
                  <c:v>43752.0</c:v>
                </c:pt>
                <c:pt idx="320">
                  <c:v>43753.0</c:v>
                </c:pt>
                <c:pt idx="321">
                  <c:v>43754.0</c:v>
                </c:pt>
                <c:pt idx="322">
                  <c:v>43755.0</c:v>
                </c:pt>
                <c:pt idx="323">
                  <c:v>43756.0</c:v>
                </c:pt>
                <c:pt idx="324">
                  <c:v>43759.0</c:v>
                </c:pt>
                <c:pt idx="325">
                  <c:v>43760.0</c:v>
                </c:pt>
                <c:pt idx="326">
                  <c:v>43761.0</c:v>
                </c:pt>
                <c:pt idx="327">
                  <c:v>43762.0</c:v>
                </c:pt>
                <c:pt idx="328">
                  <c:v>43763.0</c:v>
                </c:pt>
                <c:pt idx="329">
                  <c:v>43766.0</c:v>
                </c:pt>
                <c:pt idx="330">
                  <c:v>43767.0</c:v>
                </c:pt>
                <c:pt idx="331">
                  <c:v>43768.0</c:v>
                </c:pt>
                <c:pt idx="332">
                  <c:v>43769.0</c:v>
                </c:pt>
                <c:pt idx="333">
                  <c:v>43770.0</c:v>
                </c:pt>
                <c:pt idx="334">
                  <c:v>43773.0</c:v>
                </c:pt>
                <c:pt idx="335">
                  <c:v>43774.0</c:v>
                </c:pt>
                <c:pt idx="336">
                  <c:v>43775.0</c:v>
                </c:pt>
                <c:pt idx="337">
                  <c:v>43776.0</c:v>
                </c:pt>
                <c:pt idx="338">
                  <c:v>43777.0</c:v>
                </c:pt>
                <c:pt idx="339">
                  <c:v>43780.0</c:v>
                </c:pt>
                <c:pt idx="340">
                  <c:v>43781.0</c:v>
                </c:pt>
                <c:pt idx="341">
                  <c:v>43782.0</c:v>
                </c:pt>
                <c:pt idx="342">
                  <c:v>43783.0</c:v>
                </c:pt>
                <c:pt idx="343">
                  <c:v>43787.0</c:v>
                </c:pt>
                <c:pt idx="344">
                  <c:v>43788.0</c:v>
                </c:pt>
                <c:pt idx="345">
                  <c:v>43790.0</c:v>
                </c:pt>
                <c:pt idx="346">
                  <c:v>43791.0</c:v>
                </c:pt>
                <c:pt idx="347">
                  <c:v>43794.0</c:v>
                </c:pt>
                <c:pt idx="348">
                  <c:v>43795.0</c:v>
                </c:pt>
                <c:pt idx="349">
                  <c:v>43796.0</c:v>
                </c:pt>
                <c:pt idx="350">
                  <c:v>43797.0</c:v>
                </c:pt>
                <c:pt idx="351">
                  <c:v>43798.0</c:v>
                </c:pt>
                <c:pt idx="352">
                  <c:v>43801.0</c:v>
                </c:pt>
                <c:pt idx="353">
                  <c:v>43802.0</c:v>
                </c:pt>
                <c:pt idx="354">
                  <c:v>43803.0</c:v>
                </c:pt>
                <c:pt idx="355">
                  <c:v>43804.0</c:v>
                </c:pt>
                <c:pt idx="356">
                  <c:v>43805.0</c:v>
                </c:pt>
                <c:pt idx="357">
                  <c:v>43808.0</c:v>
                </c:pt>
                <c:pt idx="358">
                  <c:v>43809.0</c:v>
                </c:pt>
                <c:pt idx="359">
                  <c:v>43810.0</c:v>
                </c:pt>
                <c:pt idx="360">
                  <c:v>43811.0</c:v>
                </c:pt>
                <c:pt idx="361">
                  <c:v>43812.0</c:v>
                </c:pt>
                <c:pt idx="362">
                  <c:v>43815.0</c:v>
                </c:pt>
                <c:pt idx="363">
                  <c:v>43816.0</c:v>
                </c:pt>
                <c:pt idx="364">
                  <c:v>43817.0</c:v>
                </c:pt>
                <c:pt idx="365">
                  <c:v>43818.0</c:v>
                </c:pt>
                <c:pt idx="366">
                  <c:v>43819.0</c:v>
                </c:pt>
                <c:pt idx="367">
                  <c:v>43822.0</c:v>
                </c:pt>
                <c:pt idx="368">
                  <c:v>43825.0</c:v>
                </c:pt>
                <c:pt idx="369">
                  <c:v>43826.0</c:v>
                </c:pt>
                <c:pt idx="370">
                  <c:v>43829.0</c:v>
                </c:pt>
                <c:pt idx="371">
                  <c:v>43832.0</c:v>
                </c:pt>
                <c:pt idx="372">
                  <c:v>43833.0</c:v>
                </c:pt>
                <c:pt idx="373">
                  <c:v>43836.0</c:v>
                </c:pt>
                <c:pt idx="374">
                  <c:v>43837.0</c:v>
                </c:pt>
                <c:pt idx="375">
                  <c:v>43838.0</c:v>
                </c:pt>
                <c:pt idx="376">
                  <c:v>43839.0</c:v>
                </c:pt>
                <c:pt idx="377">
                  <c:v>43840.0</c:v>
                </c:pt>
                <c:pt idx="378">
                  <c:v>43843.0</c:v>
                </c:pt>
                <c:pt idx="379">
                  <c:v>43844.0</c:v>
                </c:pt>
                <c:pt idx="380">
                  <c:v>43845.0</c:v>
                </c:pt>
                <c:pt idx="381">
                  <c:v>43846.0</c:v>
                </c:pt>
                <c:pt idx="382">
                  <c:v>43847.0</c:v>
                </c:pt>
                <c:pt idx="383">
                  <c:v>43850.0</c:v>
                </c:pt>
                <c:pt idx="384">
                  <c:v>43851.0</c:v>
                </c:pt>
                <c:pt idx="385">
                  <c:v>43852.0</c:v>
                </c:pt>
                <c:pt idx="386">
                  <c:v>43853.0</c:v>
                </c:pt>
                <c:pt idx="387">
                  <c:v>43854.0</c:v>
                </c:pt>
                <c:pt idx="388">
                  <c:v>43857.0</c:v>
                </c:pt>
                <c:pt idx="389">
                  <c:v>43858.0</c:v>
                </c:pt>
                <c:pt idx="390">
                  <c:v>43859.0</c:v>
                </c:pt>
                <c:pt idx="391">
                  <c:v>43860.0</c:v>
                </c:pt>
                <c:pt idx="392">
                  <c:v>43861.0</c:v>
                </c:pt>
                <c:pt idx="393">
                  <c:v>43864.0</c:v>
                </c:pt>
                <c:pt idx="394">
                  <c:v>43865.0</c:v>
                </c:pt>
                <c:pt idx="395">
                  <c:v>43866.0</c:v>
                </c:pt>
                <c:pt idx="396">
                  <c:v>43867.0</c:v>
                </c:pt>
                <c:pt idx="397">
                  <c:v>43868.0</c:v>
                </c:pt>
                <c:pt idx="398">
                  <c:v>43871.0</c:v>
                </c:pt>
                <c:pt idx="399">
                  <c:v>43872.0</c:v>
                </c:pt>
                <c:pt idx="400">
                  <c:v>43873.0</c:v>
                </c:pt>
                <c:pt idx="401">
                  <c:v>43874.0</c:v>
                </c:pt>
                <c:pt idx="402">
                  <c:v>43875.0</c:v>
                </c:pt>
                <c:pt idx="403">
                  <c:v>43878.0</c:v>
                </c:pt>
                <c:pt idx="404">
                  <c:v>43879.0</c:v>
                </c:pt>
                <c:pt idx="405">
                  <c:v>43880.0</c:v>
                </c:pt>
                <c:pt idx="406">
                  <c:v>43881.0</c:v>
                </c:pt>
                <c:pt idx="407">
                  <c:v>43882.0</c:v>
                </c:pt>
                <c:pt idx="408">
                  <c:v>43887.0</c:v>
                </c:pt>
                <c:pt idx="409">
                  <c:v>43888.0</c:v>
                </c:pt>
                <c:pt idx="410">
                  <c:v>43889.0</c:v>
                </c:pt>
                <c:pt idx="411">
                  <c:v>43892.0</c:v>
                </c:pt>
                <c:pt idx="412">
                  <c:v>43893.0</c:v>
                </c:pt>
                <c:pt idx="413">
                  <c:v>43894.0</c:v>
                </c:pt>
                <c:pt idx="414">
                  <c:v>43895.0</c:v>
                </c:pt>
                <c:pt idx="415">
                  <c:v>43896.0</c:v>
                </c:pt>
                <c:pt idx="416">
                  <c:v>43899.0</c:v>
                </c:pt>
                <c:pt idx="417">
                  <c:v>43900.0</c:v>
                </c:pt>
                <c:pt idx="418">
                  <c:v>43901.0</c:v>
                </c:pt>
                <c:pt idx="419">
                  <c:v>43902.0</c:v>
                </c:pt>
                <c:pt idx="420">
                  <c:v>43903.0</c:v>
                </c:pt>
                <c:pt idx="421">
                  <c:v>43906.0</c:v>
                </c:pt>
                <c:pt idx="422">
                  <c:v>43907.0</c:v>
                </c:pt>
                <c:pt idx="423">
                  <c:v>43908.0</c:v>
                </c:pt>
                <c:pt idx="424">
                  <c:v>43909.0</c:v>
                </c:pt>
                <c:pt idx="425">
                  <c:v>43910.0</c:v>
                </c:pt>
                <c:pt idx="426">
                  <c:v>43913.0</c:v>
                </c:pt>
                <c:pt idx="427">
                  <c:v>43914.0</c:v>
                </c:pt>
                <c:pt idx="428">
                  <c:v>43915.0</c:v>
                </c:pt>
                <c:pt idx="429">
                  <c:v>43916.0</c:v>
                </c:pt>
                <c:pt idx="430">
                  <c:v>43917.0</c:v>
                </c:pt>
                <c:pt idx="431">
                  <c:v>43920.0</c:v>
                </c:pt>
                <c:pt idx="432">
                  <c:v>43921.0</c:v>
                </c:pt>
                <c:pt idx="433">
                  <c:v>43922.0</c:v>
                </c:pt>
                <c:pt idx="434">
                  <c:v>43923.0</c:v>
                </c:pt>
                <c:pt idx="435">
                  <c:v>43924.0</c:v>
                </c:pt>
                <c:pt idx="436">
                  <c:v>43927.0</c:v>
                </c:pt>
                <c:pt idx="437">
                  <c:v>43928.0</c:v>
                </c:pt>
                <c:pt idx="438">
                  <c:v>43929.0</c:v>
                </c:pt>
                <c:pt idx="439">
                  <c:v>43930.0</c:v>
                </c:pt>
                <c:pt idx="440">
                  <c:v>43934.0</c:v>
                </c:pt>
                <c:pt idx="441">
                  <c:v>43935.0</c:v>
                </c:pt>
                <c:pt idx="442">
                  <c:v>43936.0</c:v>
                </c:pt>
                <c:pt idx="443">
                  <c:v>43937.0</c:v>
                </c:pt>
                <c:pt idx="444">
                  <c:v>43938.0</c:v>
                </c:pt>
                <c:pt idx="445">
                  <c:v>43941.0</c:v>
                </c:pt>
                <c:pt idx="446">
                  <c:v>43943.0</c:v>
                </c:pt>
                <c:pt idx="447">
                  <c:v>43944.0</c:v>
                </c:pt>
                <c:pt idx="448">
                  <c:v>43945.0</c:v>
                </c:pt>
                <c:pt idx="449">
                  <c:v>43948.0</c:v>
                </c:pt>
                <c:pt idx="450">
                  <c:v>43949.0</c:v>
                </c:pt>
                <c:pt idx="451">
                  <c:v>43950.0</c:v>
                </c:pt>
                <c:pt idx="452">
                  <c:v>43951.0</c:v>
                </c:pt>
                <c:pt idx="453">
                  <c:v>43955.0</c:v>
                </c:pt>
                <c:pt idx="454">
                  <c:v>43956.0</c:v>
                </c:pt>
                <c:pt idx="455">
                  <c:v>43957.0</c:v>
                </c:pt>
                <c:pt idx="456">
                  <c:v>43958.0</c:v>
                </c:pt>
                <c:pt idx="457">
                  <c:v>43959.0</c:v>
                </c:pt>
                <c:pt idx="458">
                  <c:v>43962.0</c:v>
                </c:pt>
                <c:pt idx="459">
                  <c:v>43963.0</c:v>
                </c:pt>
                <c:pt idx="460">
                  <c:v>43964.0</c:v>
                </c:pt>
                <c:pt idx="461">
                  <c:v>43965.0</c:v>
                </c:pt>
                <c:pt idx="462">
                  <c:v>43966.0</c:v>
                </c:pt>
                <c:pt idx="463">
                  <c:v>43969.0</c:v>
                </c:pt>
                <c:pt idx="464">
                  <c:v>43970.0</c:v>
                </c:pt>
                <c:pt idx="465">
                  <c:v>43971.0</c:v>
                </c:pt>
                <c:pt idx="466">
                  <c:v>43972.0</c:v>
                </c:pt>
                <c:pt idx="467">
                  <c:v>43973.0</c:v>
                </c:pt>
                <c:pt idx="468">
                  <c:v>43976.0</c:v>
                </c:pt>
                <c:pt idx="469">
                  <c:v>43977.0</c:v>
                </c:pt>
                <c:pt idx="470">
                  <c:v>43978.0</c:v>
                </c:pt>
                <c:pt idx="471">
                  <c:v>43979.0</c:v>
                </c:pt>
                <c:pt idx="472">
                  <c:v>43980.0</c:v>
                </c:pt>
                <c:pt idx="473">
                  <c:v>43983.0</c:v>
                </c:pt>
                <c:pt idx="474">
                  <c:v>43984.0</c:v>
                </c:pt>
                <c:pt idx="475">
                  <c:v>43985.0</c:v>
                </c:pt>
                <c:pt idx="476">
                  <c:v>43986.0</c:v>
                </c:pt>
                <c:pt idx="477">
                  <c:v>43987.0</c:v>
                </c:pt>
                <c:pt idx="478">
                  <c:v>43990.0</c:v>
                </c:pt>
                <c:pt idx="479">
                  <c:v>43991.0</c:v>
                </c:pt>
                <c:pt idx="480">
                  <c:v>43992.0</c:v>
                </c:pt>
                <c:pt idx="481">
                  <c:v>43994.0</c:v>
                </c:pt>
                <c:pt idx="482">
                  <c:v>43997.0</c:v>
                </c:pt>
                <c:pt idx="483">
                  <c:v>43998.0</c:v>
                </c:pt>
                <c:pt idx="484">
                  <c:v>43999.0</c:v>
                </c:pt>
                <c:pt idx="485">
                  <c:v>44000.0</c:v>
                </c:pt>
                <c:pt idx="486">
                  <c:v>44001.0</c:v>
                </c:pt>
                <c:pt idx="487">
                  <c:v>44004.0</c:v>
                </c:pt>
                <c:pt idx="488">
                  <c:v>44005.0</c:v>
                </c:pt>
                <c:pt idx="489">
                  <c:v>44006.0</c:v>
                </c:pt>
                <c:pt idx="490">
                  <c:v>44007.0</c:v>
                </c:pt>
                <c:pt idx="491">
                  <c:v>44008.0</c:v>
                </c:pt>
                <c:pt idx="492">
                  <c:v>44011.0</c:v>
                </c:pt>
                <c:pt idx="493">
                  <c:v>44012.0</c:v>
                </c:pt>
                <c:pt idx="494">
                  <c:v>44013.0</c:v>
                </c:pt>
                <c:pt idx="495">
                  <c:v>44014.0</c:v>
                </c:pt>
                <c:pt idx="496">
                  <c:v>44015.0</c:v>
                </c:pt>
                <c:pt idx="497">
                  <c:v>44018.0</c:v>
                </c:pt>
                <c:pt idx="498">
                  <c:v>44019.0</c:v>
                </c:pt>
                <c:pt idx="499">
                  <c:v>44020.0</c:v>
                </c:pt>
                <c:pt idx="500">
                  <c:v>44021.0</c:v>
                </c:pt>
                <c:pt idx="501">
                  <c:v>44022.0</c:v>
                </c:pt>
                <c:pt idx="502">
                  <c:v>44025.0</c:v>
                </c:pt>
                <c:pt idx="503">
                  <c:v>44026.0</c:v>
                </c:pt>
                <c:pt idx="504">
                  <c:v>44027.0</c:v>
                </c:pt>
                <c:pt idx="505">
                  <c:v>44028.0</c:v>
                </c:pt>
                <c:pt idx="506">
                  <c:v>44029.0</c:v>
                </c:pt>
                <c:pt idx="507">
                  <c:v>44032.0</c:v>
                </c:pt>
                <c:pt idx="508">
                  <c:v>44033.0</c:v>
                </c:pt>
                <c:pt idx="509">
                  <c:v>44034.0</c:v>
                </c:pt>
                <c:pt idx="510">
                  <c:v>44035.0</c:v>
                </c:pt>
                <c:pt idx="511">
                  <c:v>44036.0</c:v>
                </c:pt>
                <c:pt idx="512">
                  <c:v>44039.0</c:v>
                </c:pt>
                <c:pt idx="513">
                  <c:v>44040.0</c:v>
                </c:pt>
                <c:pt idx="514">
                  <c:v>44041.0</c:v>
                </c:pt>
                <c:pt idx="515">
                  <c:v>44042.0</c:v>
                </c:pt>
                <c:pt idx="516">
                  <c:v>44043.0</c:v>
                </c:pt>
                <c:pt idx="517">
                  <c:v>44046.0</c:v>
                </c:pt>
                <c:pt idx="518">
                  <c:v>44047.0</c:v>
                </c:pt>
                <c:pt idx="519">
                  <c:v>44048.0</c:v>
                </c:pt>
                <c:pt idx="520">
                  <c:v>44049.0</c:v>
                </c:pt>
                <c:pt idx="521">
                  <c:v>44050.0</c:v>
                </c:pt>
                <c:pt idx="522">
                  <c:v>44053.0</c:v>
                </c:pt>
                <c:pt idx="523">
                  <c:v>44054.0</c:v>
                </c:pt>
                <c:pt idx="524">
                  <c:v>44055.0</c:v>
                </c:pt>
                <c:pt idx="525">
                  <c:v>44056.0</c:v>
                </c:pt>
                <c:pt idx="526">
                  <c:v>44057.0</c:v>
                </c:pt>
                <c:pt idx="527">
                  <c:v>44060.0</c:v>
                </c:pt>
                <c:pt idx="528">
                  <c:v>44061.0</c:v>
                </c:pt>
                <c:pt idx="529">
                  <c:v>44062.0</c:v>
                </c:pt>
                <c:pt idx="530">
                  <c:v>44063.0</c:v>
                </c:pt>
                <c:pt idx="531">
                  <c:v>44064.0</c:v>
                </c:pt>
                <c:pt idx="532">
                  <c:v>44067.0</c:v>
                </c:pt>
                <c:pt idx="533">
                  <c:v>44068.0</c:v>
                </c:pt>
                <c:pt idx="534">
                  <c:v>44069.0</c:v>
                </c:pt>
                <c:pt idx="535">
                  <c:v>44070.0</c:v>
                </c:pt>
                <c:pt idx="536">
                  <c:v>44071.0</c:v>
                </c:pt>
                <c:pt idx="537">
                  <c:v>44074.0</c:v>
                </c:pt>
                <c:pt idx="538">
                  <c:v>44075.0</c:v>
                </c:pt>
                <c:pt idx="539">
                  <c:v>44076.0</c:v>
                </c:pt>
                <c:pt idx="540">
                  <c:v>44077.0</c:v>
                </c:pt>
                <c:pt idx="541">
                  <c:v>44078.0</c:v>
                </c:pt>
                <c:pt idx="542">
                  <c:v>44082.0</c:v>
                </c:pt>
                <c:pt idx="543">
                  <c:v>44083.0</c:v>
                </c:pt>
                <c:pt idx="544">
                  <c:v>44084.0</c:v>
                </c:pt>
                <c:pt idx="545">
                  <c:v>44085.0</c:v>
                </c:pt>
                <c:pt idx="546">
                  <c:v>44088.0</c:v>
                </c:pt>
                <c:pt idx="547">
                  <c:v>44089.0</c:v>
                </c:pt>
                <c:pt idx="548">
                  <c:v>44090.0</c:v>
                </c:pt>
                <c:pt idx="549">
                  <c:v>44091.0</c:v>
                </c:pt>
                <c:pt idx="550">
                  <c:v>44092.0</c:v>
                </c:pt>
                <c:pt idx="551">
                  <c:v>44095.0</c:v>
                </c:pt>
                <c:pt idx="552">
                  <c:v>44096.0</c:v>
                </c:pt>
                <c:pt idx="553">
                  <c:v>44097.0</c:v>
                </c:pt>
                <c:pt idx="554">
                  <c:v>44098.0</c:v>
                </c:pt>
                <c:pt idx="555">
                  <c:v>44099.0</c:v>
                </c:pt>
                <c:pt idx="556">
                  <c:v>44102.0</c:v>
                </c:pt>
                <c:pt idx="557">
                  <c:v>44103.0</c:v>
                </c:pt>
                <c:pt idx="558">
                  <c:v>44104.0</c:v>
                </c:pt>
                <c:pt idx="559">
                  <c:v>44105.0</c:v>
                </c:pt>
                <c:pt idx="560">
                  <c:v>44106.0</c:v>
                </c:pt>
                <c:pt idx="561">
                  <c:v>44109.0</c:v>
                </c:pt>
                <c:pt idx="562">
                  <c:v>44110.0</c:v>
                </c:pt>
                <c:pt idx="563">
                  <c:v>44111.0</c:v>
                </c:pt>
                <c:pt idx="564">
                  <c:v>44112.0</c:v>
                </c:pt>
                <c:pt idx="565">
                  <c:v>44113.0</c:v>
                </c:pt>
                <c:pt idx="566">
                  <c:v>44117.0</c:v>
                </c:pt>
                <c:pt idx="567">
                  <c:v>44118.0</c:v>
                </c:pt>
                <c:pt idx="568">
                  <c:v>44119.0</c:v>
                </c:pt>
                <c:pt idx="569">
                  <c:v>44120.0</c:v>
                </c:pt>
                <c:pt idx="570">
                  <c:v>44123.0</c:v>
                </c:pt>
                <c:pt idx="571">
                  <c:v>44124.0</c:v>
                </c:pt>
                <c:pt idx="572">
                  <c:v>44125.0</c:v>
                </c:pt>
                <c:pt idx="573">
                  <c:v>44126.0</c:v>
                </c:pt>
                <c:pt idx="574">
                  <c:v>44127.0</c:v>
                </c:pt>
                <c:pt idx="575">
                  <c:v>44130.0</c:v>
                </c:pt>
                <c:pt idx="576">
                  <c:v>44131.0</c:v>
                </c:pt>
                <c:pt idx="577">
                  <c:v>44132.0</c:v>
                </c:pt>
                <c:pt idx="578">
                  <c:v>44133.0</c:v>
                </c:pt>
                <c:pt idx="579">
                  <c:v>44134.0</c:v>
                </c:pt>
                <c:pt idx="580">
                  <c:v>44138.0</c:v>
                </c:pt>
                <c:pt idx="581">
                  <c:v>44139.0</c:v>
                </c:pt>
                <c:pt idx="582">
                  <c:v>44140.0</c:v>
                </c:pt>
                <c:pt idx="583">
                  <c:v>44141.0</c:v>
                </c:pt>
                <c:pt idx="584">
                  <c:v>44144.0</c:v>
                </c:pt>
                <c:pt idx="585">
                  <c:v>44145.0</c:v>
                </c:pt>
                <c:pt idx="586">
                  <c:v>44146.0</c:v>
                </c:pt>
                <c:pt idx="587">
                  <c:v>44147.0</c:v>
                </c:pt>
                <c:pt idx="588">
                  <c:v>44148.0</c:v>
                </c:pt>
                <c:pt idx="589">
                  <c:v>44151.0</c:v>
                </c:pt>
                <c:pt idx="590">
                  <c:v>44152.0</c:v>
                </c:pt>
                <c:pt idx="591">
                  <c:v>44153.0</c:v>
                </c:pt>
                <c:pt idx="592">
                  <c:v>44154.0</c:v>
                </c:pt>
                <c:pt idx="593">
                  <c:v>44155.0</c:v>
                </c:pt>
                <c:pt idx="594">
                  <c:v>44158.0</c:v>
                </c:pt>
                <c:pt idx="595">
                  <c:v>44159.0</c:v>
                </c:pt>
                <c:pt idx="596">
                  <c:v>44160.0</c:v>
                </c:pt>
                <c:pt idx="597">
                  <c:v>44161.0</c:v>
                </c:pt>
                <c:pt idx="598">
                  <c:v>44162.0</c:v>
                </c:pt>
                <c:pt idx="599">
                  <c:v>44165.0</c:v>
                </c:pt>
                <c:pt idx="600">
                  <c:v>44166.0</c:v>
                </c:pt>
                <c:pt idx="601">
                  <c:v>44167.0</c:v>
                </c:pt>
                <c:pt idx="602">
                  <c:v>44168.0</c:v>
                </c:pt>
                <c:pt idx="603">
                  <c:v>44169.0</c:v>
                </c:pt>
                <c:pt idx="604">
                  <c:v>44172.0</c:v>
                </c:pt>
                <c:pt idx="605">
                  <c:v>44173.0</c:v>
                </c:pt>
                <c:pt idx="606">
                  <c:v>44174.0</c:v>
                </c:pt>
                <c:pt idx="607">
                  <c:v>44175.0</c:v>
                </c:pt>
                <c:pt idx="608">
                  <c:v>44176.0</c:v>
                </c:pt>
                <c:pt idx="609">
                  <c:v>44179.0</c:v>
                </c:pt>
                <c:pt idx="610">
                  <c:v>44180.0</c:v>
                </c:pt>
                <c:pt idx="611">
                  <c:v>44181.0</c:v>
                </c:pt>
                <c:pt idx="612">
                  <c:v>44182.0</c:v>
                </c:pt>
                <c:pt idx="613">
                  <c:v>44183.0</c:v>
                </c:pt>
                <c:pt idx="614">
                  <c:v>44186.0</c:v>
                </c:pt>
                <c:pt idx="615">
                  <c:v>44187.0</c:v>
                </c:pt>
                <c:pt idx="616">
                  <c:v>44188.0</c:v>
                </c:pt>
                <c:pt idx="617">
                  <c:v>44193.0</c:v>
                </c:pt>
                <c:pt idx="618">
                  <c:v>44194.0</c:v>
                </c:pt>
                <c:pt idx="619">
                  <c:v>44195.0</c:v>
                </c:pt>
                <c:pt idx="620">
                  <c:v>44200.0</c:v>
                </c:pt>
                <c:pt idx="621">
                  <c:v>44201.0</c:v>
                </c:pt>
                <c:pt idx="622">
                  <c:v>44202.0</c:v>
                </c:pt>
                <c:pt idx="623">
                  <c:v>44203.0</c:v>
                </c:pt>
                <c:pt idx="624">
                  <c:v>44204.0</c:v>
                </c:pt>
                <c:pt idx="625">
                  <c:v>44207.0</c:v>
                </c:pt>
                <c:pt idx="626">
                  <c:v>44208.0</c:v>
                </c:pt>
                <c:pt idx="627">
                  <c:v>44209.0</c:v>
                </c:pt>
                <c:pt idx="628">
                  <c:v>44210.0</c:v>
                </c:pt>
                <c:pt idx="629">
                  <c:v>44211.0</c:v>
                </c:pt>
                <c:pt idx="630">
                  <c:v>44214.0</c:v>
                </c:pt>
                <c:pt idx="631">
                  <c:v>44215.0</c:v>
                </c:pt>
                <c:pt idx="632">
                  <c:v>44216.0</c:v>
                </c:pt>
                <c:pt idx="633">
                  <c:v>44217.0</c:v>
                </c:pt>
                <c:pt idx="634">
                  <c:v>44218.0</c:v>
                </c:pt>
                <c:pt idx="635">
                  <c:v>44222.0</c:v>
                </c:pt>
                <c:pt idx="636">
                  <c:v>44223.0</c:v>
                </c:pt>
                <c:pt idx="637">
                  <c:v>44224.0</c:v>
                </c:pt>
                <c:pt idx="638">
                  <c:v>44225.0</c:v>
                </c:pt>
                <c:pt idx="639">
                  <c:v>44228.0</c:v>
                </c:pt>
                <c:pt idx="640">
                  <c:v>44229.0</c:v>
                </c:pt>
                <c:pt idx="641">
                  <c:v>44230.0</c:v>
                </c:pt>
                <c:pt idx="642">
                  <c:v>44231.0</c:v>
                </c:pt>
                <c:pt idx="643">
                  <c:v>44232.0</c:v>
                </c:pt>
                <c:pt idx="644">
                  <c:v>44235.0</c:v>
                </c:pt>
                <c:pt idx="645">
                  <c:v>44236.0</c:v>
                </c:pt>
                <c:pt idx="646">
                  <c:v>44237.0</c:v>
                </c:pt>
                <c:pt idx="647">
                  <c:v>44238.0</c:v>
                </c:pt>
                <c:pt idx="648">
                  <c:v>44239.0</c:v>
                </c:pt>
                <c:pt idx="649">
                  <c:v>44244.0</c:v>
                </c:pt>
                <c:pt idx="650">
                  <c:v>44245.0</c:v>
                </c:pt>
                <c:pt idx="651">
                  <c:v>44246.0</c:v>
                </c:pt>
                <c:pt idx="652">
                  <c:v>44249.0</c:v>
                </c:pt>
                <c:pt idx="653">
                  <c:v>44250.0</c:v>
                </c:pt>
                <c:pt idx="654">
                  <c:v>44251.0</c:v>
                </c:pt>
                <c:pt idx="655">
                  <c:v>44252.0</c:v>
                </c:pt>
                <c:pt idx="656">
                  <c:v>44253.0</c:v>
                </c:pt>
                <c:pt idx="657">
                  <c:v>44256.0</c:v>
                </c:pt>
                <c:pt idx="658">
                  <c:v>44257.0</c:v>
                </c:pt>
                <c:pt idx="659">
                  <c:v>44258.0</c:v>
                </c:pt>
                <c:pt idx="660">
                  <c:v>44259.0</c:v>
                </c:pt>
                <c:pt idx="661">
                  <c:v>44260.0</c:v>
                </c:pt>
                <c:pt idx="662">
                  <c:v>44263.0</c:v>
                </c:pt>
                <c:pt idx="663">
                  <c:v>44264.0</c:v>
                </c:pt>
                <c:pt idx="664">
                  <c:v>44265.0</c:v>
                </c:pt>
                <c:pt idx="665">
                  <c:v>44266.0</c:v>
                </c:pt>
                <c:pt idx="666">
                  <c:v>44267.0</c:v>
                </c:pt>
                <c:pt idx="667">
                  <c:v>44270.0</c:v>
                </c:pt>
                <c:pt idx="668">
                  <c:v>44271.0</c:v>
                </c:pt>
                <c:pt idx="669">
                  <c:v>44272.0</c:v>
                </c:pt>
                <c:pt idx="670">
                  <c:v>44273.0</c:v>
                </c:pt>
                <c:pt idx="671">
                  <c:v>44274.0</c:v>
                </c:pt>
                <c:pt idx="672">
                  <c:v>44277.0</c:v>
                </c:pt>
                <c:pt idx="673">
                  <c:v>44278.0</c:v>
                </c:pt>
                <c:pt idx="674">
                  <c:v>44279.0</c:v>
                </c:pt>
                <c:pt idx="675">
                  <c:v>44280.0</c:v>
                </c:pt>
                <c:pt idx="676">
                  <c:v>44281.0</c:v>
                </c:pt>
                <c:pt idx="677">
                  <c:v>44284.0</c:v>
                </c:pt>
                <c:pt idx="678">
                  <c:v>44285.0</c:v>
                </c:pt>
                <c:pt idx="679">
                  <c:v>44286.0</c:v>
                </c:pt>
                <c:pt idx="680">
                  <c:v>44287.0</c:v>
                </c:pt>
                <c:pt idx="681">
                  <c:v>44291.0</c:v>
                </c:pt>
                <c:pt idx="682">
                  <c:v>44292.0</c:v>
                </c:pt>
                <c:pt idx="683">
                  <c:v>44293.0</c:v>
                </c:pt>
                <c:pt idx="684">
                  <c:v>44294.0</c:v>
                </c:pt>
                <c:pt idx="685">
                  <c:v>44295.0</c:v>
                </c:pt>
                <c:pt idx="686">
                  <c:v>44298.0</c:v>
                </c:pt>
                <c:pt idx="687">
                  <c:v>44299.0</c:v>
                </c:pt>
                <c:pt idx="688">
                  <c:v>44300.0</c:v>
                </c:pt>
                <c:pt idx="689">
                  <c:v>44301.0</c:v>
                </c:pt>
                <c:pt idx="690">
                  <c:v>44302.0</c:v>
                </c:pt>
                <c:pt idx="691">
                  <c:v>44305.0</c:v>
                </c:pt>
                <c:pt idx="692">
                  <c:v>44306.0</c:v>
                </c:pt>
                <c:pt idx="693">
                  <c:v>44308.0</c:v>
                </c:pt>
                <c:pt idx="694">
                  <c:v>44309.0</c:v>
                </c:pt>
                <c:pt idx="695">
                  <c:v>44312.0</c:v>
                </c:pt>
                <c:pt idx="696">
                  <c:v>44313.0</c:v>
                </c:pt>
                <c:pt idx="697">
                  <c:v>44314.0</c:v>
                </c:pt>
                <c:pt idx="698">
                  <c:v>44315.0</c:v>
                </c:pt>
                <c:pt idx="699">
                  <c:v>44316.0</c:v>
                </c:pt>
                <c:pt idx="700">
                  <c:v>44319.0</c:v>
                </c:pt>
                <c:pt idx="701">
                  <c:v>44320.0</c:v>
                </c:pt>
                <c:pt idx="702">
                  <c:v>44321.0</c:v>
                </c:pt>
                <c:pt idx="703">
                  <c:v>44322.0</c:v>
                </c:pt>
                <c:pt idx="704">
                  <c:v>44323.0</c:v>
                </c:pt>
                <c:pt idx="705">
                  <c:v>44326.0</c:v>
                </c:pt>
                <c:pt idx="706">
                  <c:v>44327.0</c:v>
                </c:pt>
                <c:pt idx="707">
                  <c:v>44328.0</c:v>
                </c:pt>
                <c:pt idx="708">
                  <c:v>44329.0</c:v>
                </c:pt>
                <c:pt idx="709">
                  <c:v>44330.0</c:v>
                </c:pt>
                <c:pt idx="710">
                  <c:v>44333.0</c:v>
                </c:pt>
                <c:pt idx="711">
                  <c:v>44334.0</c:v>
                </c:pt>
                <c:pt idx="712">
                  <c:v>44335.0</c:v>
                </c:pt>
                <c:pt idx="713">
                  <c:v>44336.0</c:v>
                </c:pt>
                <c:pt idx="714">
                  <c:v>44337.0</c:v>
                </c:pt>
                <c:pt idx="715">
                  <c:v>44340.0</c:v>
                </c:pt>
                <c:pt idx="716">
                  <c:v>44341.0</c:v>
                </c:pt>
                <c:pt idx="717">
                  <c:v>44342.0</c:v>
                </c:pt>
                <c:pt idx="718">
                  <c:v>44343.0</c:v>
                </c:pt>
                <c:pt idx="719">
                  <c:v>44344.0</c:v>
                </c:pt>
                <c:pt idx="720">
                  <c:v>44347.0</c:v>
                </c:pt>
                <c:pt idx="721">
                  <c:v>44348.0</c:v>
                </c:pt>
                <c:pt idx="722">
                  <c:v>44349.0</c:v>
                </c:pt>
                <c:pt idx="723">
                  <c:v>44351.0</c:v>
                </c:pt>
                <c:pt idx="724">
                  <c:v>44354.0</c:v>
                </c:pt>
                <c:pt idx="725">
                  <c:v>44355.0</c:v>
                </c:pt>
                <c:pt idx="726">
                  <c:v>44356.0</c:v>
                </c:pt>
                <c:pt idx="727">
                  <c:v>44357.0</c:v>
                </c:pt>
                <c:pt idx="728">
                  <c:v>44358.0</c:v>
                </c:pt>
                <c:pt idx="729">
                  <c:v>44361.0</c:v>
                </c:pt>
                <c:pt idx="730">
                  <c:v>44362.0</c:v>
                </c:pt>
                <c:pt idx="731">
                  <c:v>44363.0</c:v>
                </c:pt>
                <c:pt idx="732">
                  <c:v>44364.0</c:v>
                </c:pt>
                <c:pt idx="733">
                  <c:v>44365.0</c:v>
                </c:pt>
                <c:pt idx="734">
                  <c:v>44368.0</c:v>
                </c:pt>
                <c:pt idx="735">
                  <c:v>44369.0</c:v>
                </c:pt>
                <c:pt idx="736">
                  <c:v>44370.0</c:v>
                </c:pt>
                <c:pt idx="737">
                  <c:v>44371.0</c:v>
                </c:pt>
                <c:pt idx="738">
                  <c:v>44372.0</c:v>
                </c:pt>
                <c:pt idx="739">
                  <c:v>44375.0</c:v>
                </c:pt>
                <c:pt idx="740">
                  <c:v>44376.0</c:v>
                </c:pt>
                <c:pt idx="741">
                  <c:v>44377.0</c:v>
                </c:pt>
                <c:pt idx="742">
                  <c:v>44378.0</c:v>
                </c:pt>
                <c:pt idx="743">
                  <c:v>44379.0</c:v>
                </c:pt>
                <c:pt idx="744">
                  <c:v>44382.0</c:v>
                </c:pt>
                <c:pt idx="745">
                  <c:v>44383.0</c:v>
                </c:pt>
                <c:pt idx="746">
                  <c:v>44384.0</c:v>
                </c:pt>
                <c:pt idx="747">
                  <c:v>44385.0</c:v>
                </c:pt>
                <c:pt idx="748">
                  <c:v>44389.0</c:v>
                </c:pt>
                <c:pt idx="749">
                  <c:v>44390.0</c:v>
                </c:pt>
                <c:pt idx="750">
                  <c:v>44391.0</c:v>
                </c:pt>
                <c:pt idx="751">
                  <c:v>44392.0</c:v>
                </c:pt>
                <c:pt idx="752">
                  <c:v>44393.0</c:v>
                </c:pt>
                <c:pt idx="753">
                  <c:v>44396.0</c:v>
                </c:pt>
                <c:pt idx="754">
                  <c:v>44397.0</c:v>
                </c:pt>
                <c:pt idx="755">
                  <c:v>44398.0</c:v>
                </c:pt>
                <c:pt idx="756">
                  <c:v>44399.0</c:v>
                </c:pt>
                <c:pt idx="757">
                  <c:v>44400.0</c:v>
                </c:pt>
                <c:pt idx="758">
                  <c:v>44403.0</c:v>
                </c:pt>
                <c:pt idx="759">
                  <c:v>44404.0</c:v>
                </c:pt>
                <c:pt idx="760">
                  <c:v>44405.0</c:v>
                </c:pt>
                <c:pt idx="761">
                  <c:v>44406.0</c:v>
                </c:pt>
                <c:pt idx="762">
                  <c:v>44407.0</c:v>
                </c:pt>
                <c:pt idx="763">
                  <c:v>44410.0</c:v>
                </c:pt>
                <c:pt idx="764">
                  <c:v>44411.0</c:v>
                </c:pt>
                <c:pt idx="765">
                  <c:v>44412.0</c:v>
                </c:pt>
                <c:pt idx="766">
                  <c:v>44413.0</c:v>
                </c:pt>
                <c:pt idx="767">
                  <c:v>44414.0</c:v>
                </c:pt>
                <c:pt idx="768">
                  <c:v>44417.0</c:v>
                </c:pt>
                <c:pt idx="769">
                  <c:v>44418.0</c:v>
                </c:pt>
                <c:pt idx="770">
                  <c:v>44419.0</c:v>
                </c:pt>
                <c:pt idx="771">
                  <c:v>44420.0</c:v>
                </c:pt>
                <c:pt idx="772">
                  <c:v>44421.0</c:v>
                </c:pt>
                <c:pt idx="773">
                  <c:v>44424.0</c:v>
                </c:pt>
                <c:pt idx="774">
                  <c:v>44425.0</c:v>
                </c:pt>
                <c:pt idx="775">
                  <c:v>44426.0</c:v>
                </c:pt>
                <c:pt idx="776">
                  <c:v>44427.0</c:v>
                </c:pt>
                <c:pt idx="777">
                  <c:v>44428.0</c:v>
                </c:pt>
                <c:pt idx="778">
                  <c:v>44431.0</c:v>
                </c:pt>
                <c:pt idx="779">
                  <c:v>44432.0</c:v>
                </c:pt>
                <c:pt idx="780">
                  <c:v>44433.0</c:v>
                </c:pt>
                <c:pt idx="781">
                  <c:v>44434.0</c:v>
                </c:pt>
                <c:pt idx="782">
                  <c:v>44435.0</c:v>
                </c:pt>
                <c:pt idx="783">
                  <c:v>44438.0</c:v>
                </c:pt>
                <c:pt idx="784">
                  <c:v>44439.0</c:v>
                </c:pt>
                <c:pt idx="785">
                  <c:v>44440.0</c:v>
                </c:pt>
                <c:pt idx="786">
                  <c:v>44441.0</c:v>
                </c:pt>
                <c:pt idx="787">
                  <c:v>44442.0</c:v>
                </c:pt>
                <c:pt idx="788">
                  <c:v>44445.0</c:v>
                </c:pt>
                <c:pt idx="789">
                  <c:v>44447.0</c:v>
                </c:pt>
                <c:pt idx="790">
                  <c:v>44448.0</c:v>
                </c:pt>
                <c:pt idx="791">
                  <c:v>44449.0</c:v>
                </c:pt>
                <c:pt idx="792">
                  <c:v>44452.0</c:v>
                </c:pt>
                <c:pt idx="793">
                  <c:v>44453.0</c:v>
                </c:pt>
                <c:pt idx="794">
                  <c:v>44454.0</c:v>
                </c:pt>
                <c:pt idx="795">
                  <c:v>44455.0</c:v>
                </c:pt>
                <c:pt idx="796">
                  <c:v>44456.0</c:v>
                </c:pt>
                <c:pt idx="797">
                  <c:v>44459.0</c:v>
                </c:pt>
                <c:pt idx="798">
                  <c:v>44460.0</c:v>
                </c:pt>
                <c:pt idx="799">
                  <c:v>44461.0</c:v>
                </c:pt>
                <c:pt idx="800">
                  <c:v>44462.0</c:v>
                </c:pt>
                <c:pt idx="801">
                  <c:v>44463.0</c:v>
                </c:pt>
                <c:pt idx="802">
                  <c:v>44466.0</c:v>
                </c:pt>
                <c:pt idx="803">
                  <c:v>44467.0</c:v>
                </c:pt>
                <c:pt idx="804">
                  <c:v>44468.0</c:v>
                </c:pt>
                <c:pt idx="805">
                  <c:v>44469.0</c:v>
                </c:pt>
                <c:pt idx="806">
                  <c:v>44470.0</c:v>
                </c:pt>
                <c:pt idx="807">
                  <c:v>44473.0</c:v>
                </c:pt>
                <c:pt idx="808">
                  <c:v>44474.0</c:v>
                </c:pt>
                <c:pt idx="809">
                  <c:v>44475.0</c:v>
                </c:pt>
                <c:pt idx="810">
                  <c:v>44476.0</c:v>
                </c:pt>
                <c:pt idx="811">
                  <c:v>44477.0</c:v>
                </c:pt>
                <c:pt idx="812">
                  <c:v>44480.0</c:v>
                </c:pt>
                <c:pt idx="813">
                  <c:v>44482.0</c:v>
                </c:pt>
                <c:pt idx="814">
                  <c:v>44483.0</c:v>
                </c:pt>
                <c:pt idx="815">
                  <c:v>44484.0</c:v>
                </c:pt>
                <c:pt idx="816">
                  <c:v>44487.0</c:v>
                </c:pt>
                <c:pt idx="817">
                  <c:v>44488.0</c:v>
                </c:pt>
                <c:pt idx="818">
                  <c:v>44489.0</c:v>
                </c:pt>
                <c:pt idx="819">
                  <c:v>44490.0</c:v>
                </c:pt>
                <c:pt idx="820">
                  <c:v>44491.0</c:v>
                </c:pt>
                <c:pt idx="821">
                  <c:v>44494.0</c:v>
                </c:pt>
                <c:pt idx="822">
                  <c:v>44495.0</c:v>
                </c:pt>
                <c:pt idx="823">
                  <c:v>44496.0</c:v>
                </c:pt>
                <c:pt idx="824">
                  <c:v>44497.0</c:v>
                </c:pt>
                <c:pt idx="825">
                  <c:v>44498.0</c:v>
                </c:pt>
                <c:pt idx="826">
                  <c:v>44501.0</c:v>
                </c:pt>
                <c:pt idx="827">
                  <c:v>44503.0</c:v>
                </c:pt>
                <c:pt idx="828">
                  <c:v>44504.0</c:v>
                </c:pt>
                <c:pt idx="829">
                  <c:v>44505.0</c:v>
                </c:pt>
                <c:pt idx="830">
                  <c:v>44508.0</c:v>
                </c:pt>
                <c:pt idx="831">
                  <c:v>44509.0</c:v>
                </c:pt>
                <c:pt idx="832">
                  <c:v>44510.0</c:v>
                </c:pt>
                <c:pt idx="833">
                  <c:v>44511.0</c:v>
                </c:pt>
                <c:pt idx="834">
                  <c:v>44512.0</c:v>
                </c:pt>
                <c:pt idx="835">
                  <c:v>44516.0</c:v>
                </c:pt>
                <c:pt idx="836">
                  <c:v>44517.0</c:v>
                </c:pt>
                <c:pt idx="837">
                  <c:v>44518.0</c:v>
                </c:pt>
                <c:pt idx="838">
                  <c:v>44519.0</c:v>
                </c:pt>
                <c:pt idx="839">
                  <c:v>44522.0</c:v>
                </c:pt>
                <c:pt idx="840">
                  <c:v>44523.0</c:v>
                </c:pt>
                <c:pt idx="841">
                  <c:v>44524.0</c:v>
                </c:pt>
                <c:pt idx="842">
                  <c:v>44525.0</c:v>
                </c:pt>
                <c:pt idx="843">
                  <c:v>44526.0</c:v>
                </c:pt>
                <c:pt idx="844">
                  <c:v>44529.0</c:v>
                </c:pt>
                <c:pt idx="845">
                  <c:v>44530.0</c:v>
                </c:pt>
                <c:pt idx="846">
                  <c:v>44531.0</c:v>
                </c:pt>
                <c:pt idx="847">
                  <c:v>44532.0</c:v>
                </c:pt>
                <c:pt idx="848">
                  <c:v>44533.0</c:v>
                </c:pt>
                <c:pt idx="849">
                  <c:v>44536.0</c:v>
                </c:pt>
                <c:pt idx="850">
                  <c:v>44537.0</c:v>
                </c:pt>
                <c:pt idx="851">
                  <c:v>44538.0</c:v>
                </c:pt>
                <c:pt idx="852">
                  <c:v>44539.0</c:v>
                </c:pt>
                <c:pt idx="853">
                  <c:v>44540.0</c:v>
                </c:pt>
                <c:pt idx="854">
                  <c:v>44543.0</c:v>
                </c:pt>
                <c:pt idx="855">
                  <c:v>44544.0</c:v>
                </c:pt>
                <c:pt idx="856">
                  <c:v>44545.0</c:v>
                </c:pt>
                <c:pt idx="857">
                  <c:v>44546.0</c:v>
                </c:pt>
                <c:pt idx="858">
                  <c:v>44547.0</c:v>
                </c:pt>
                <c:pt idx="859">
                  <c:v>44550.0</c:v>
                </c:pt>
                <c:pt idx="860">
                  <c:v>44551.0</c:v>
                </c:pt>
                <c:pt idx="861">
                  <c:v>44552.0</c:v>
                </c:pt>
                <c:pt idx="862">
                  <c:v>44553.0</c:v>
                </c:pt>
                <c:pt idx="863">
                  <c:v>44557.0</c:v>
                </c:pt>
                <c:pt idx="864">
                  <c:v>44558.0</c:v>
                </c:pt>
                <c:pt idx="865">
                  <c:v>44559.0</c:v>
                </c:pt>
                <c:pt idx="866">
                  <c:v>44560.0</c:v>
                </c:pt>
                <c:pt idx="867">
                  <c:v>44564.0</c:v>
                </c:pt>
                <c:pt idx="868">
                  <c:v>44565.0</c:v>
                </c:pt>
                <c:pt idx="869">
                  <c:v>44566.0</c:v>
                </c:pt>
                <c:pt idx="870">
                  <c:v>44567.0</c:v>
                </c:pt>
                <c:pt idx="871">
                  <c:v>44568.0</c:v>
                </c:pt>
                <c:pt idx="872">
                  <c:v>44571.0</c:v>
                </c:pt>
                <c:pt idx="873">
                  <c:v>44572.0</c:v>
                </c:pt>
                <c:pt idx="874">
                  <c:v>44573.0</c:v>
                </c:pt>
                <c:pt idx="875">
                  <c:v>44574.0</c:v>
                </c:pt>
                <c:pt idx="876">
                  <c:v>44575.0</c:v>
                </c:pt>
                <c:pt idx="877">
                  <c:v>44578.0</c:v>
                </c:pt>
                <c:pt idx="878">
                  <c:v>44579.0</c:v>
                </c:pt>
                <c:pt idx="879">
                  <c:v>44580.0</c:v>
                </c:pt>
                <c:pt idx="880">
                  <c:v>44581.0</c:v>
                </c:pt>
                <c:pt idx="881">
                  <c:v>44582.0</c:v>
                </c:pt>
                <c:pt idx="882">
                  <c:v>44585.0</c:v>
                </c:pt>
                <c:pt idx="883">
                  <c:v>44586.0</c:v>
                </c:pt>
                <c:pt idx="884">
                  <c:v>44587.0</c:v>
                </c:pt>
                <c:pt idx="885">
                  <c:v>44588.0</c:v>
                </c:pt>
                <c:pt idx="886">
                  <c:v>44589.0</c:v>
                </c:pt>
                <c:pt idx="887">
                  <c:v>44592.0</c:v>
                </c:pt>
                <c:pt idx="888">
                  <c:v>44593.0</c:v>
                </c:pt>
                <c:pt idx="889">
                  <c:v>44594.0</c:v>
                </c:pt>
                <c:pt idx="890">
                  <c:v>44595.0</c:v>
                </c:pt>
                <c:pt idx="891">
                  <c:v>44596.0</c:v>
                </c:pt>
                <c:pt idx="892">
                  <c:v>44599.0</c:v>
                </c:pt>
                <c:pt idx="893">
                  <c:v>44600.0</c:v>
                </c:pt>
                <c:pt idx="894">
                  <c:v>44601.0</c:v>
                </c:pt>
                <c:pt idx="895">
                  <c:v>44602.0</c:v>
                </c:pt>
                <c:pt idx="896">
                  <c:v>44603.0</c:v>
                </c:pt>
                <c:pt idx="897">
                  <c:v>44606.0</c:v>
                </c:pt>
                <c:pt idx="898">
                  <c:v>44607.0</c:v>
                </c:pt>
                <c:pt idx="899">
                  <c:v>44608.0</c:v>
                </c:pt>
                <c:pt idx="900">
                  <c:v>44609.0</c:v>
                </c:pt>
                <c:pt idx="901">
                  <c:v>44610.0</c:v>
                </c:pt>
                <c:pt idx="902">
                  <c:v>44613.0</c:v>
                </c:pt>
                <c:pt idx="903">
                  <c:v>44614.0</c:v>
                </c:pt>
                <c:pt idx="904">
                  <c:v>44615.0</c:v>
                </c:pt>
                <c:pt idx="905">
                  <c:v>44616.0</c:v>
                </c:pt>
                <c:pt idx="906">
                  <c:v>44617.0</c:v>
                </c:pt>
                <c:pt idx="907">
                  <c:v>44622.0</c:v>
                </c:pt>
                <c:pt idx="908">
                  <c:v>44623.0</c:v>
                </c:pt>
                <c:pt idx="909">
                  <c:v>44624.0</c:v>
                </c:pt>
                <c:pt idx="910">
                  <c:v>44627.0</c:v>
                </c:pt>
                <c:pt idx="911">
                  <c:v>44628.0</c:v>
                </c:pt>
                <c:pt idx="912">
                  <c:v>44629.0</c:v>
                </c:pt>
                <c:pt idx="913">
                  <c:v>44630.0</c:v>
                </c:pt>
                <c:pt idx="914">
                  <c:v>44631.0</c:v>
                </c:pt>
                <c:pt idx="915">
                  <c:v>44634.0</c:v>
                </c:pt>
                <c:pt idx="916">
                  <c:v>44635.0</c:v>
                </c:pt>
                <c:pt idx="917">
                  <c:v>44636.0</c:v>
                </c:pt>
                <c:pt idx="918">
                  <c:v>44637.0</c:v>
                </c:pt>
                <c:pt idx="919">
                  <c:v>44638.0</c:v>
                </c:pt>
                <c:pt idx="920">
                  <c:v>44641.0</c:v>
                </c:pt>
                <c:pt idx="921">
                  <c:v>44642.0</c:v>
                </c:pt>
                <c:pt idx="922">
                  <c:v>44643.0</c:v>
                </c:pt>
                <c:pt idx="923">
                  <c:v>44644.0</c:v>
                </c:pt>
                <c:pt idx="924">
                  <c:v>44645.0</c:v>
                </c:pt>
                <c:pt idx="925">
                  <c:v>44648.0</c:v>
                </c:pt>
                <c:pt idx="926">
                  <c:v>44649.0</c:v>
                </c:pt>
                <c:pt idx="927">
                  <c:v>44650.0</c:v>
                </c:pt>
                <c:pt idx="928">
                  <c:v>44651.0</c:v>
                </c:pt>
                <c:pt idx="929">
                  <c:v>44652.0</c:v>
                </c:pt>
                <c:pt idx="930">
                  <c:v>44655.0</c:v>
                </c:pt>
                <c:pt idx="931">
                  <c:v>44656.0</c:v>
                </c:pt>
                <c:pt idx="932">
                  <c:v>44657.0</c:v>
                </c:pt>
                <c:pt idx="933">
                  <c:v>44658.0</c:v>
                </c:pt>
                <c:pt idx="934">
                  <c:v>44659.0</c:v>
                </c:pt>
                <c:pt idx="935">
                  <c:v>44662.0</c:v>
                </c:pt>
                <c:pt idx="936">
                  <c:v>44663.0</c:v>
                </c:pt>
                <c:pt idx="937">
                  <c:v>44664.0</c:v>
                </c:pt>
                <c:pt idx="938">
                  <c:v>44665.0</c:v>
                </c:pt>
                <c:pt idx="939">
                  <c:v>44669.0</c:v>
                </c:pt>
                <c:pt idx="940">
                  <c:v>44670.0</c:v>
                </c:pt>
                <c:pt idx="941">
                  <c:v>44671.0</c:v>
                </c:pt>
                <c:pt idx="942">
                  <c:v>44673.0</c:v>
                </c:pt>
                <c:pt idx="943">
                  <c:v>44676.0</c:v>
                </c:pt>
                <c:pt idx="944">
                  <c:v>44677.0</c:v>
                </c:pt>
                <c:pt idx="945">
                  <c:v>44678.0</c:v>
                </c:pt>
                <c:pt idx="946">
                  <c:v>44679.0</c:v>
                </c:pt>
                <c:pt idx="947">
                  <c:v>44680.0</c:v>
                </c:pt>
                <c:pt idx="948">
                  <c:v>44683.0</c:v>
                </c:pt>
                <c:pt idx="949">
                  <c:v>44684.0</c:v>
                </c:pt>
                <c:pt idx="950">
                  <c:v>44685.0</c:v>
                </c:pt>
                <c:pt idx="951">
                  <c:v>44686.0</c:v>
                </c:pt>
                <c:pt idx="952">
                  <c:v>44687.0</c:v>
                </c:pt>
                <c:pt idx="953">
                  <c:v>44690.0</c:v>
                </c:pt>
                <c:pt idx="954">
                  <c:v>44691.0</c:v>
                </c:pt>
                <c:pt idx="955">
                  <c:v>44692.0</c:v>
                </c:pt>
                <c:pt idx="956">
                  <c:v>44693.0</c:v>
                </c:pt>
                <c:pt idx="957">
                  <c:v>44694.0</c:v>
                </c:pt>
                <c:pt idx="958">
                  <c:v>44697.0</c:v>
                </c:pt>
                <c:pt idx="959">
                  <c:v>44698.0</c:v>
                </c:pt>
                <c:pt idx="960">
                  <c:v>44699.0</c:v>
                </c:pt>
                <c:pt idx="961">
                  <c:v>44700.0</c:v>
                </c:pt>
                <c:pt idx="962">
                  <c:v>44701.0</c:v>
                </c:pt>
                <c:pt idx="963">
                  <c:v>44704.0</c:v>
                </c:pt>
                <c:pt idx="964">
                  <c:v>44705.0</c:v>
                </c:pt>
                <c:pt idx="965">
                  <c:v>44706.0</c:v>
                </c:pt>
                <c:pt idx="966">
                  <c:v>44707.0</c:v>
                </c:pt>
                <c:pt idx="967">
                  <c:v>44708.0</c:v>
                </c:pt>
                <c:pt idx="968">
                  <c:v>44711.0</c:v>
                </c:pt>
                <c:pt idx="969">
                  <c:v>44712.0</c:v>
                </c:pt>
                <c:pt idx="970">
                  <c:v>44713.0</c:v>
                </c:pt>
                <c:pt idx="971">
                  <c:v>44714.0</c:v>
                </c:pt>
                <c:pt idx="972">
                  <c:v>44715.0</c:v>
                </c:pt>
                <c:pt idx="973">
                  <c:v>44718.0</c:v>
                </c:pt>
                <c:pt idx="974">
                  <c:v>44719.0</c:v>
                </c:pt>
                <c:pt idx="975">
                  <c:v>44720.0</c:v>
                </c:pt>
                <c:pt idx="976">
                  <c:v>44721.0</c:v>
                </c:pt>
                <c:pt idx="977">
                  <c:v>44722.0</c:v>
                </c:pt>
                <c:pt idx="978">
                  <c:v>44725.0</c:v>
                </c:pt>
                <c:pt idx="979">
                  <c:v>44726.0</c:v>
                </c:pt>
                <c:pt idx="980">
                  <c:v>44727.0</c:v>
                </c:pt>
                <c:pt idx="981">
                  <c:v>44729.0</c:v>
                </c:pt>
                <c:pt idx="982">
                  <c:v>44732.0</c:v>
                </c:pt>
                <c:pt idx="983">
                  <c:v>44733.0</c:v>
                </c:pt>
                <c:pt idx="984">
                  <c:v>44734.0</c:v>
                </c:pt>
                <c:pt idx="985">
                  <c:v>44735.0</c:v>
                </c:pt>
                <c:pt idx="986">
                  <c:v>44736.0</c:v>
                </c:pt>
                <c:pt idx="987">
                  <c:v>44739.0</c:v>
                </c:pt>
                <c:pt idx="988">
                  <c:v>44740.0</c:v>
                </c:pt>
                <c:pt idx="989">
                  <c:v>44741.0</c:v>
                </c:pt>
                <c:pt idx="990">
                  <c:v>44742.0</c:v>
                </c:pt>
                <c:pt idx="991">
                  <c:v>44743.0</c:v>
                </c:pt>
                <c:pt idx="992">
                  <c:v>44746.0</c:v>
                </c:pt>
                <c:pt idx="993">
                  <c:v>44747.0</c:v>
                </c:pt>
                <c:pt idx="994">
                  <c:v>44748.0</c:v>
                </c:pt>
                <c:pt idx="995">
                  <c:v>44749.0</c:v>
                </c:pt>
                <c:pt idx="996">
                  <c:v>44750.0</c:v>
                </c:pt>
                <c:pt idx="997">
                  <c:v>44753.0</c:v>
                </c:pt>
                <c:pt idx="998">
                  <c:v>44754.0</c:v>
                </c:pt>
                <c:pt idx="999">
                  <c:v>44755.0</c:v>
                </c:pt>
                <c:pt idx="1000">
                  <c:v>44756.0</c:v>
                </c:pt>
                <c:pt idx="1001">
                  <c:v>44757.0</c:v>
                </c:pt>
                <c:pt idx="1002">
                  <c:v>44760.0</c:v>
                </c:pt>
                <c:pt idx="1003">
                  <c:v>44761.0</c:v>
                </c:pt>
                <c:pt idx="1004">
                  <c:v>44762.0</c:v>
                </c:pt>
                <c:pt idx="1005">
                  <c:v>44763.0</c:v>
                </c:pt>
                <c:pt idx="1006">
                  <c:v>44764.0</c:v>
                </c:pt>
                <c:pt idx="1007">
                  <c:v>44767.0</c:v>
                </c:pt>
                <c:pt idx="1008">
                  <c:v>44768.0</c:v>
                </c:pt>
                <c:pt idx="1009">
                  <c:v>44769.0</c:v>
                </c:pt>
                <c:pt idx="1010">
                  <c:v>44770.0</c:v>
                </c:pt>
                <c:pt idx="1011">
                  <c:v>44771.0</c:v>
                </c:pt>
                <c:pt idx="1012">
                  <c:v>44774.0</c:v>
                </c:pt>
                <c:pt idx="1013">
                  <c:v>44775.0</c:v>
                </c:pt>
                <c:pt idx="1014">
                  <c:v>44776.0</c:v>
                </c:pt>
                <c:pt idx="1015">
                  <c:v>44777.0</c:v>
                </c:pt>
                <c:pt idx="1016">
                  <c:v>44778.0</c:v>
                </c:pt>
                <c:pt idx="1017">
                  <c:v>44781.0</c:v>
                </c:pt>
                <c:pt idx="1018">
                  <c:v>44782.0</c:v>
                </c:pt>
                <c:pt idx="1019">
                  <c:v>44783.0</c:v>
                </c:pt>
                <c:pt idx="1020">
                  <c:v>44784.0</c:v>
                </c:pt>
                <c:pt idx="1021">
                  <c:v>44785.0</c:v>
                </c:pt>
                <c:pt idx="1022">
                  <c:v>44788.0</c:v>
                </c:pt>
                <c:pt idx="1023">
                  <c:v>44789.0</c:v>
                </c:pt>
                <c:pt idx="1024">
                  <c:v>44790.0</c:v>
                </c:pt>
                <c:pt idx="1025">
                  <c:v>44791.0</c:v>
                </c:pt>
                <c:pt idx="1026">
                  <c:v>44792.0</c:v>
                </c:pt>
                <c:pt idx="1027">
                  <c:v>44795.0</c:v>
                </c:pt>
                <c:pt idx="1028">
                  <c:v>44796.0</c:v>
                </c:pt>
                <c:pt idx="1029">
                  <c:v>44797.0</c:v>
                </c:pt>
                <c:pt idx="1030">
                  <c:v>44798.0</c:v>
                </c:pt>
                <c:pt idx="1031">
                  <c:v>44799.0</c:v>
                </c:pt>
                <c:pt idx="1032">
                  <c:v>44802.0</c:v>
                </c:pt>
                <c:pt idx="1033">
                  <c:v>44803.0</c:v>
                </c:pt>
                <c:pt idx="1034">
                  <c:v>44804.0</c:v>
                </c:pt>
                <c:pt idx="1035">
                  <c:v>44805.0</c:v>
                </c:pt>
                <c:pt idx="1036">
                  <c:v>44806.0</c:v>
                </c:pt>
                <c:pt idx="1037">
                  <c:v>44809.0</c:v>
                </c:pt>
                <c:pt idx="1038">
                  <c:v>44810.0</c:v>
                </c:pt>
                <c:pt idx="1039">
                  <c:v>44812.0</c:v>
                </c:pt>
                <c:pt idx="1040">
                  <c:v>44813.0</c:v>
                </c:pt>
                <c:pt idx="1041">
                  <c:v>44816.0</c:v>
                </c:pt>
                <c:pt idx="1042">
                  <c:v>44817.0</c:v>
                </c:pt>
                <c:pt idx="1043">
                  <c:v>44818.0</c:v>
                </c:pt>
                <c:pt idx="1044">
                  <c:v>44819.0</c:v>
                </c:pt>
                <c:pt idx="1045">
                  <c:v>44820.0</c:v>
                </c:pt>
                <c:pt idx="1046">
                  <c:v>44823.0</c:v>
                </c:pt>
                <c:pt idx="1047">
                  <c:v>44824.0</c:v>
                </c:pt>
                <c:pt idx="1048">
                  <c:v>44825.0</c:v>
                </c:pt>
                <c:pt idx="1049">
                  <c:v>44826.0</c:v>
                </c:pt>
                <c:pt idx="1050">
                  <c:v>44827.0</c:v>
                </c:pt>
                <c:pt idx="1051">
                  <c:v>44830.0</c:v>
                </c:pt>
                <c:pt idx="1052">
                  <c:v>44831.0</c:v>
                </c:pt>
                <c:pt idx="1053">
                  <c:v>44832.0</c:v>
                </c:pt>
                <c:pt idx="1054">
                  <c:v>44833.0</c:v>
                </c:pt>
                <c:pt idx="1055">
                  <c:v>44834.0</c:v>
                </c:pt>
                <c:pt idx="1056">
                  <c:v>44837.0</c:v>
                </c:pt>
                <c:pt idx="1057">
                  <c:v>44838.0</c:v>
                </c:pt>
                <c:pt idx="1058">
                  <c:v>44839.0</c:v>
                </c:pt>
                <c:pt idx="1059">
                  <c:v>44840.0</c:v>
                </c:pt>
                <c:pt idx="1060">
                  <c:v>44841.0</c:v>
                </c:pt>
                <c:pt idx="1061">
                  <c:v>44844.0</c:v>
                </c:pt>
                <c:pt idx="1062">
                  <c:v>44845.0</c:v>
                </c:pt>
                <c:pt idx="1063">
                  <c:v>44847.0</c:v>
                </c:pt>
                <c:pt idx="1064">
                  <c:v>44848.0</c:v>
                </c:pt>
                <c:pt idx="1065">
                  <c:v>44851.0</c:v>
                </c:pt>
                <c:pt idx="1066">
                  <c:v>44852.0</c:v>
                </c:pt>
                <c:pt idx="1067">
                  <c:v>44853.0</c:v>
                </c:pt>
                <c:pt idx="1068">
                  <c:v>44854.0</c:v>
                </c:pt>
                <c:pt idx="1069">
                  <c:v>44855.0</c:v>
                </c:pt>
                <c:pt idx="1070">
                  <c:v>44858.0</c:v>
                </c:pt>
                <c:pt idx="1071">
                  <c:v>44859.0</c:v>
                </c:pt>
                <c:pt idx="1072">
                  <c:v>44860.0</c:v>
                </c:pt>
                <c:pt idx="1073">
                  <c:v>44861.0</c:v>
                </c:pt>
                <c:pt idx="1074">
                  <c:v>44862.0</c:v>
                </c:pt>
                <c:pt idx="1075">
                  <c:v>44865.0</c:v>
                </c:pt>
                <c:pt idx="1076">
                  <c:v>44866.0</c:v>
                </c:pt>
                <c:pt idx="1077">
                  <c:v>44868.0</c:v>
                </c:pt>
                <c:pt idx="1078">
                  <c:v>44869.0</c:v>
                </c:pt>
                <c:pt idx="1079">
                  <c:v>44872.0</c:v>
                </c:pt>
                <c:pt idx="1080">
                  <c:v>44873.0</c:v>
                </c:pt>
                <c:pt idx="1081">
                  <c:v>44874.0</c:v>
                </c:pt>
                <c:pt idx="1082">
                  <c:v>44875.0</c:v>
                </c:pt>
                <c:pt idx="1083">
                  <c:v>44876.0</c:v>
                </c:pt>
                <c:pt idx="1084">
                  <c:v>44879.0</c:v>
                </c:pt>
                <c:pt idx="1085">
                  <c:v>44881.0</c:v>
                </c:pt>
                <c:pt idx="1086">
                  <c:v>44882.0</c:v>
                </c:pt>
                <c:pt idx="1087">
                  <c:v>44883.0</c:v>
                </c:pt>
                <c:pt idx="1088">
                  <c:v>44886.0</c:v>
                </c:pt>
                <c:pt idx="1089">
                  <c:v>44887.0</c:v>
                </c:pt>
                <c:pt idx="1090">
                  <c:v>44888.0</c:v>
                </c:pt>
                <c:pt idx="1091">
                  <c:v>44889.0</c:v>
                </c:pt>
                <c:pt idx="1092">
                  <c:v>44890.0</c:v>
                </c:pt>
                <c:pt idx="1093">
                  <c:v>44893.0</c:v>
                </c:pt>
                <c:pt idx="1094">
                  <c:v>44894.0</c:v>
                </c:pt>
                <c:pt idx="1095">
                  <c:v>44895.0</c:v>
                </c:pt>
                <c:pt idx="1096">
                  <c:v>44896.0</c:v>
                </c:pt>
                <c:pt idx="1097">
                  <c:v>44897.0</c:v>
                </c:pt>
                <c:pt idx="1098">
                  <c:v>44900.0</c:v>
                </c:pt>
                <c:pt idx="1099">
                  <c:v>44901.0</c:v>
                </c:pt>
                <c:pt idx="1100">
                  <c:v>44902.0</c:v>
                </c:pt>
                <c:pt idx="1101">
                  <c:v>44903.0</c:v>
                </c:pt>
                <c:pt idx="1102">
                  <c:v>44904.0</c:v>
                </c:pt>
                <c:pt idx="1103">
                  <c:v>44907.0</c:v>
                </c:pt>
                <c:pt idx="1104">
                  <c:v>44908.0</c:v>
                </c:pt>
                <c:pt idx="1105">
                  <c:v>44909.0</c:v>
                </c:pt>
                <c:pt idx="1106">
                  <c:v>44910.0</c:v>
                </c:pt>
                <c:pt idx="1107">
                  <c:v>44911.0</c:v>
                </c:pt>
                <c:pt idx="1108">
                  <c:v>44914.0</c:v>
                </c:pt>
                <c:pt idx="1109">
                  <c:v>44915.0</c:v>
                </c:pt>
                <c:pt idx="1110">
                  <c:v>44916.0</c:v>
                </c:pt>
                <c:pt idx="1111">
                  <c:v>44917.0</c:v>
                </c:pt>
                <c:pt idx="1112">
                  <c:v>44918.0</c:v>
                </c:pt>
                <c:pt idx="1113">
                  <c:v>44921.0</c:v>
                </c:pt>
                <c:pt idx="1114">
                  <c:v>44922.0</c:v>
                </c:pt>
                <c:pt idx="1115">
                  <c:v>44923.0</c:v>
                </c:pt>
                <c:pt idx="1116">
                  <c:v>44924.0</c:v>
                </c:pt>
                <c:pt idx="1117">
                  <c:v>44928.0</c:v>
                </c:pt>
                <c:pt idx="1118">
                  <c:v>44929.0</c:v>
                </c:pt>
                <c:pt idx="1119">
                  <c:v>44930.0</c:v>
                </c:pt>
                <c:pt idx="1120">
                  <c:v>44931.0</c:v>
                </c:pt>
                <c:pt idx="1121">
                  <c:v>44932.0</c:v>
                </c:pt>
                <c:pt idx="1122">
                  <c:v>44935.0</c:v>
                </c:pt>
                <c:pt idx="1123">
                  <c:v>44936.0</c:v>
                </c:pt>
                <c:pt idx="1124">
                  <c:v>44937.0</c:v>
                </c:pt>
                <c:pt idx="1125">
                  <c:v>44938.0</c:v>
                </c:pt>
                <c:pt idx="1126">
                  <c:v>44939.0</c:v>
                </c:pt>
                <c:pt idx="1127">
                  <c:v>44942.0</c:v>
                </c:pt>
                <c:pt idx="1128">
                  <c:v>44943.0</c:v>
                </c:pt>
                <c:pt idx="1129">
                  <c:v>44944.0</c:v>
                </c:pt>
                <c:pt idx="1130">
                  <c:v>44945.0</c:v>
                </c:pt>
                <c:pt idx="1131">
                  <c:v>44946.0</c:v>
                </c:pt>
                <c:pt idx="1132">
                  <c:v>44949.0</c:v>
                </c:pt>
                <c:pt idx="1133">
                  <c:v>44950.0</c:v>
                </c:pt>
                <c:pt idx="1134">
                  <c:v>44951.0</c:v>
                </c:pt>
                <c:pt idx="1135">
                  <c:v>44952.0</c:v>
                </c:pt>
                <c:pt idx="1136">
                  <c:v>44953.0</c:v>
                </c:pt>
                <c:pt idx="1137">
                  <c:v>44956.0</c:v>
                </c:pt>
                <c:pt idx="1138">
                  <c:v>44957.0</c:v>
                </c:pt>
                <c:pt idx="1139">
                  <c:v>44958.0</c:v>
                </c:pt>
                <c:pt idx="1140">
                  <c:v>44959.0</c:v>
                </c:pt>
                <c:pt idx="1141">
                  <c:v>44960.0</c:v>
                </c:pt>
                <c:pt idx="1142">
                  <c:v>44963.0</c:v>
                </c:pt>
                <c:pt idx="1143">
                  <c:v>44964.0</c:v>
                </c:pt>
                <c:pt idx="1144">
                  <c:v>44965.0</c:v>
                </c:pt>
                <c:pt idx="1145">
                  <c:v>44966.0</c:v>
                </c:pt>
                <c:pt idx="1146">
                  <c:v>44967.0</c:v>
                </c:pt>
                <c:pt idx="1147">
                  <c:v>44970.0</c:v>
                </c:pt>
                <c:pt idx="1148">
                  <c:v>44971.0</c:v>
                </c:pt>
                <c:pt idx="1149">
                  <c:v>44972.0</c:v>
                </c:pt>
                <c:pt idx="1150">
                  <c:v>44973.0</c:v>
                </c:pt>
                <c:pt idx="1151">
                  <c:v>44974.0</c:v>
                </c:pt>
                <c:pt idx="1152">
                  <c:v>44979.0</c:v>
                </c:pt>
                <c:pt idx="1153">
                  <c:v>44980.0</c:v>
                </c:pt>
                <c:pt idx="1154">
                  <c:v>44981.0</c:v>
                </c:pt>
                <c:pt idx="1155">
                  <c:v>44984.0</c:v>
                </c:pt>
                <c:pt idx="1156">
                  <c:v>44985.0</c:v>
                </c:pt>
                <c:pt idx="1157">
                  <c:v>44986.0</c:v>
                </c:pt>
                <c:pt idx="1158">
                  <c:v>44987.0</c:v>
                </c:pt>
                <c:pt idx="1159">
                  <c:v>44988.0</c:v>
                </c:pt>
                <c:pt idx="1160">
                  <c:v>44991.0</c:v>
                </c:pt>
                <c:pt idx="1161">
                  <c:v>44992.0</c:v>
                </c:pt>
                <c:pt idx="1162">
                  <c:v>44993.0</c:v>
                </c:pt>
                <c:pt idx="1163">
                  <c:v>44994.0</c:v>
                </c:pt>
                <c:pt idx="1164">
                  <c:v>44995.0</c:v>
                </c:pt>
                <c:pt idx="1165">
                  <c:v>44998.0</c:v>
                </c:pt>
                <c:pt idx="1166">
                  <c:v>44999.0</c:v>
                </c:pt>
                <c:pt idx="1167">
                  <c:v>45000.0</c:v>
                </c:pt>
                <c:pt idx="1168">
                  <c:v>45001.0</c:v>
                </c:pt>
                <c:pt idx="1169">
                  <c:v>45002.0</c:v>
                </c:pt>
                <c:pt idx="1170">
                  <c:v>45005.0</c:v>
                </c:pt>
                <c:pt idx="1171">
                  <c:v>45006.0</c:v>
                </c:pt>
                <c:pt idx="1172">
                  <c:v>45007.0</c:v>
                </c:pt>
                <c:pt idx="1173">
                  <c:v>45008.0</c:v>
                </c:pt>
                <c:pt idx="1174">
                  <c:v>45009.0</c:v>
                </c:pt>
                <c:pt idx="1175">
                  <c:v>45012.0</c:v>
                </c:pt>
                <c:pt idx="1176">
                  <c:v>45013.0</c:v>
                </c:pt>
                <c:pt idx="1177">
                  <c:v>45014.0</c:v>
                </c:pt>
                <c:pt idx="1178">
                  <c:v>45015.0</c:v>
                </c:pt>
                <c:pt idx="1179">
                  <c:v>45016.0</c:v>
                </c:pt>
                <c:pt idx="1180">
                  <c:v>45019.0</c:v>
                </c:pt>
                <c:pt idx="1181">
                  <c:v>45020.0</c:v>
                </c:pt>
                <c:pt idx="1182">
                  <c:v>45021.0</c:v>
                </c:pt>
                <c:pt idx="1183">
                  <c:v>45022.0</c:v>
                </c:pt>
                <c:pt idx="1184">
                  <c:v>45026.0</c:v>
                </c:pt>
                <c:pt idx="1185">
                  <c:v>45027.0</c:v>
                </c:pt>
                <c:pt idx="1186">
                  <c:v>45028.0</c:v>
                </c:pt>
                <c:pt idx="1187">
                  <c:v>45029.0</c:v>
                </c:pt>
                <c:pt idx="1188">
                  <c:v>45030.0</c:v>
                </c:pt>
                <c:pt idx="1189">
                  <c:v>45033.0</c:v>
                </c:pt>
                <c:pt idx="1190">
                  <c:v>45034.0</c:v>
                </c:pt>
                <c:pt idx="1191">
                  <c:v>45035.0</c:v>
                </c:pt>
                <c:pt idx="1192">
                  <c:v>45036.0</c:v>
                </c:pt>
                <c:pt idx="1193">
                  <c:v>45040.0</c:v>
                </c:pt>
                <c:pt idx="1194">
                  <c:v>45041.0</c:v>
                </c:pt>
                <c:pt idx="1195">
                  <c:v>45042.0</c:v>
                </c:pt>
                <c:pt idx="1196">
                  <c:v>45043.0</c:v>
                </c:pt>
                <c:pt idx="1197">
                  <c:v>45044.0</c:v>
                </c:pt>
                <c:pt idx="1198">
                  <c:v>45048.0</c:v>
                </c:pt>
                <c:pt idx="1199">
                  <c:v>45049.0</c:v>
                </c:pt>
                <c:pt idx="1200">
                  <c:v>45050.0</c:v>
                </c:pt>
                <c:pt idx="1201">
                  <c:v>45051.0</c:v>
                </c:pt>
                <c:pt idx="1202">
                  <c:v>45054.0</c:v>
                </c:pt>
                <c:pt idx="1203">
                  <c:v>45055.0</c:v>
                </c:pt>
                <c:pt idx="1204">
                  <c:v>45056.0</c:v>
                </c:pt>
                <c:pt idx="1205">
                  <c:v>45057.0</c:v>
                </c:pt>
                <c:pt idx="1206">
                  <c:v>45058.0</c:v>
                </c:pt>
                <c:pt idx="1207">
                  <c:v>45061.0</c:v>
                </c:pt>
                <c:pt idx="1208">
                  <c:v>45062.0</c:v>
                </c:pt>
                <c:pt idx="1209">
                  <c:v>45063.0</c:v>
                </c:pt>
                <c:pt idx="1210">
                  <c:v>45064.0</c:v>
                </c:pt>
                <c:pt idx="1211">
                  <c:v>45065.0</c:v>
                </c:pt>
                <c:pt idx="1212">
                  <c:v>45068.0</c:v>
                </c:pt>
                <c:pt idx="1213">
                  <c:v>45069.0</c:v>
                </c:pt>
                <c:pt idx="1214">
                  <c:v>45070.0</c:v>
                </c:pt>
                <c:pt idx="1215">
                  <c:v>45071.0</c:v>
                </c:pt>
                <c:pt idx="1216">
                  <c:v>45072.0</c:v>
                </c:pt>
                <c:pt idx="1217">
                  <c:v>45075.0</c:v>
                </c:pt>
                <c:pt idx="1218">
                  <c:v>45076.0</c:v>
                </c:pt>
                <c:pt idx="1219">
                  <c:v>45077.0</c:v>
                </c:pt>
                <c:pt idx="1220">
                  <c:v>45078.0</c:v>
                </c:pt>
                <c:pt idx="1221">
                  <c:v>45079.0</c:v>
                </c:pt>
                <c:pt idx="1222">
                  <c:v>45082.0</c:v>
                </c:pt>
                <c:pt idx="1223">
                  <c:v>45083.0</c:v>
                </c:pt>
                <c:pt idx="1224">
                  <c:v>45084.0</c:v>
                </c:pt>
                <c:pt idx="1225">
                  <c:v>45086.0</c:v>
                </c:pt>
                <c:pt idx="1226">
                  <c:v>45089.0</c:v>
                </c:pt>
                <c:pt idx="1227">
                  <c:v>45090.0</c:v>
                </c:pt>
                <c:pt idx="1228">
                  <c:v>45091.0</c:v>
                </c:pt>
                <c:pt idx="1229">
                  <c:v>45092.0</c:v>
                </c:pt>
                <c:pt idx="1230">
                  <c:v>45093.0</c:v>
                </c:pt>
                <c:pt idx="1231">
                  <c:v>45096.0</c:v>
                </c:pt>
                <c:pt idx="1232">
                  <c:v>45097.0</c:v>
                </c:pt>
                <c:pt idx="1233">
                  <c:v>45098.0</c:v>
                </c:pt>
                <c:pt idx="1234">
                  <c:v>45099.0</c:v>
                </c:pt>
                <c:pt idx="1235">
                  <c:v>45100.0</c:v>
                </c:pt>
                <c:pt idx="1236">
                  <c:v>45103.0</c:v>
                </c:pt>
                <c:pt idx="1237">
                  <c:v>45104.0</c:v>
                </c:pt>
                <c:pt idx="1238">
                  <c:v>45105.0</c:v>
                </c:pt>
                <c:pt idx="1239">
                  <c:v>45106.0</c:v>
                </c:pt>
                <c:pt idx="1240">
                  <c:v>45107.0</c:v>
                </c:pt>
                <c:pt idx="1241">
                  <c:v>45110.0</c:v>
                </c:pt>
                <c:pt idx="1242">
                  <c:v>45111.0</c:v>
                </c:pt>
                <c:pt idx="1243">
                  <c:v>45112.0</c:v>
                </c:pt>
                <c:pt idx="1244">
                  <c:v>45113.0</c:v>
                </c:pt>
                <c:pt idx="1245">
                  <c:v>45114.0</c:v>
                </c:pt>
                <c:pt idx="1246">
                  <c:v>45117.0</c:v>
                </c:pt>
                <c:pt idx="1247">
                  <c:v>45118.0</c:v>
                </c:pt>
                <c:pt idx="1248">
                  <c:v>45119.0</c:v>
                </c:pt>
                <c:pt idx="1249">
                  <c:v>45120.0</c:v>
                </c:pt>
                <c:pt idx="1250">
                  <c:v>45121.0</c:v>
                </c:pt>
                <c:pt idx="1251">
                  <c:v>45124.0</c:v>
                </c:pt>
                <c:pt idx="1252">
                  <c:v>45125.0</c:v>
                </c:pt>
                <c:pt idx="1253">
                  <c:v>45126.0</c:v>
                </c:pt>
                <c:pt idx="1254">
                  <c:v>45127.0</c:v>
                </c:pt>
                <c:pt idx="1255">
                  <c:v>45128.0</c:v>
                </c:pt>
                <c:pt idx="1256">
                  <c:v>45131.0</c:v>
                </c:pt>
                <c:pt idx="1257">
                  <c:v>45132.0</c:v>
                </c:pt>
                <c:pt idx="1258">
                  <c:v>45133.0</c:v>
                </c:pt>
                <c:pt idx="1259">
                  <c:v>45134.0</c:v>
                </c:pt>
                <c:pt idx="1260">
                  <c:v>45135.0</c:v>
                </c:pt>
                <c:pt idx="1261">
                  <c:v>45138.0</c:v>
                </c:pt>
                <c:pt idx="1262">
                  <c:v>45139.0</c:v>
                </c:pt>
                <c:pt idx="1263">
                  <c:v>45140.0</c:v>
                </c:pt>
                <c:pt idx="1264">
                  <c:v>45141.0</c:v>
                </c:pt>
                <c:pt idx="1265">
                  <c:v>45142.0</c:v>
                </c:pt>
                <c:pt idx="1266">
                  <c:v>45145.0</c:v>
                </c:pt>
                <c:pt idx="1267">
                  <c:v>45146.0</c:v>
                </c:pt>
                <c:pt idx="1268">
                  <c:v>45147.0</c:v>
                </c:pt>
                <c:pt idx="1269">
                  <c:v>45148.0</c:v>
                </c:pt>
                <c:pt idx="1270">
                  <c:v>45149.0</c:v>
                </c:pt>
                <c:pt idx="1271">
                  <c:v>45152.0</c:v>
                </c:pt>
                <c:pt idx="1272">
                  <c:v>45153.0</c:v>
                </c:pt>
                <c:pt idx="1273">
                  <c:v>45154.0</c:v>
                </c:pt>
                <c:pt idx="1274">
                  <c:v>45155.0</c:v>
                </c:pt>
                <c:pt idx="1275">
                  <c:v>45156.0</c:v>
                </c:pt>
                <c:pt idx="1276">
                  <c:v>45159.0</c:v>
                </c:pt>
                <c:pt idx="1277">
                  <c:v>45160.0</c:v>
                </c:pt>
                <c:pt idx="1278">
                  <c:v>45161.0</c:v>
                </c:pt>
                <c:pt idx="1279">
                  <c:v>45162.0</c:v>
                </c:pt>
                <c:pt idx="1280">
                  <c:v>45163.0</c:v>
                </c:pt>
                <c:pt idx="1281">
                  <c:v>45166.0</c:v>
                </c:pt>
                <c:pt idx="1282">
                  <c:v>45167.0</c:v>
                </c:pt>
                <c:pt idx="1283">
                  <c:v>45168.0</c:v>
                </c:pt>
                <c:pt idx="1284">
                  <c:v>45169.0</c:v>
                </c:pt>
                <c:pt idx="1285">
                  <c:v>45170.0</c:v>
                </c:pt>
                <c:pt idx="1286">
                  <c:v>45173.0</c:v>
                </c:pt>
                <c:pt idx="1287">
                  <c:v>45174.0</c:v>
                </c:pt>
                <c:pt idx="1288">
                  <c:v>45175.0</c:v>
                </c:pt>
                <c:pt idx="1289">
                  <c:v>45177.0</c:v>
                </c:pt>
                <c:pt idx="1290">
                  <c:v>45180.0</c:v>
                </c:pt>
                <c:pt idx="1291">
                  <c:v>45181.0</c:v>
                </c:pt>
                <c:pt idx="1292">
                  <c:v>45182.0</c:v>
                </c:pt>
                <c:pt idx="1293">
                  <c:v>45183.0</c:v>
                </c:pt>
                <c:pt idx="1294">
                  <c:v>45184.0</c:v>
                </c:pt>
                <c:pt idx="1295">
                  <c:v>45187.0</c:v>
                </c:pt>
                <c:pt idx="1296">
                  <c:v>45188.0</c:v>
                </c:pt>
                <c:pt idx="1297">
                  <c:v>45189.0</c:v>
                </c:pt>
                <c:pt idx="1298">
                  <c:v>45190.0</c:v>
                </c:pt>
                <c:pt idx="1299">
                  <c:v>45191.0</c:v>
                </c:pt>
                <c:pt idx="1300">
                  <c:v>45194.0</c:v>
                </c:pt>
                <c:pt idx="1301">
                  <c:v>45195.0</c:v>
                </c:pt>
                <c:pt idx="1302">
                  <c:v>45196.0</c:v>
                </c:pt>
                <c:pt idx="1303">
                  <c:v>45197.0</c:v>
                </c:pt>
                <c:pt idx="1304">
                  <c:v>45198.0</c:v>
                </c:pt>
                <c:pt idx="1305">
                  <c:v>45201.0</c:v>
                </c:pt>
                <c:pt idx="1306">
                  <c:v>45202.0</c:v>
                </c:pt>
                <c:pt idx="1307">
                  <c:v>45203.0</c:v>
                </c:pt>
                <c:pt idx="1308">
                  <c:v>45204.0</c:v>
                </c:pt>
                <c:pt idx="1309">
                  <c:v>45205.0</c:v>
                </c:pt>
                <c:pt idx="1310">
                  <c:v>45208.0</c:v>
                </c:pt>
                <c:pt idx="1311">
                  <c:v>45209.0</c:v>
                </c:pt>
                <c:pt idx="1312">
                  <c:v>45210.0</c:v>
                </c:pt>
                <c:pt idx="1313">
                  <c:v>45212.0</c:v>
                </c:pt>
                <c:pt idx="1314">
                  <c:v>45215.0</c:v>
                </c:pt>
                <c:pt idx="1315">
                  <c:v>45216.0</c:v>
                </c:pt>
                <c:pt idx="1316">
                  <c:v>45217.0</c:v>
                </c:pt>
                <c:pt idx="1317">
                  <c:v>45218.0</c:v>
                </c:pt>
                <c:pt idx="1318">
                  <c:v>45219.0</c:v>
                </c:pt>
                <c:pt idx="1319">
                  <c:v>45222.0</c:v>
                </c:pt>
                <c:pt idx="1320">
                  <c:v>45223.0</c:v>
                </c:pt>
                <c:pt idx="1321">
                  <c:v>45224.0</c:v>
                </c:pt>
                <c:pt idx="1322">
                  <c:v>45225.0</c:v>
                </c:pt>
                <c:pt idx="1323">
                  <c:v>45226.0</c:v>
                </c:pt>
                <c:pt idx="1324">
                  <c:v>45229.0</c:v>
                </c:pt>
                <c:pt idx="1325">
                  <c:v>45230.0</c:v>
                </c:pt>
                <c:pt idx="1326">
                  <c:v>45231.0</c:v>
                </c:pt>
                <c:pt idx="1327">
                  <c:v>45233.0</c:v>
                </c:pt>
                <c:pt idx="1328">
                  <c:v>45236.0</c:v>
                </c:pt>
                <c:pt idx="1329">
                  <c:v>45237.0</c:v>
                </c:pt>
                <c:pt idx="1330">
                  <c:v>45238.0</c:v>
                </c:pt>
                <c:pt idx="1331">
                  <c:v>45239.0</c:v>
                </c:pt>
                <c:pt idx="1332">
                  <c:v>45240.0</c:v>
                </c:pt>
                <c:pt idx="1333">
                  <c:v>45243.0</c:v>
                </c:pt>
                <c:pt idx="1334">
                  <c:v>45244.0</c:v>
                </c:pt>
                <c:pt idx="1335">
                  <c:v>45246.0</c:v>
                </c:pt>
                <c:pt idx="1336">
                  <c:v>45247.0</c:v>
                </c:pt>
                <c:pt idx="1337">
                  <c:v>45250.0</c:v>
                </c:pt>
                <c:pt idx="1338">
                  <c:v>45251.0</c:v>
                </c:pt>
                <c:pt idx="1339">
                  <c:v>45252.0</c:v>
                </c:pt>
                <c:pt idx="1340">
                  <c:v>45253.0</c:v>
                </c:pt>
                <c:pt idx="1341">
                  <c:v>45254.0</c:v>
                </c:pt>
                <c:pt idx="1342">
                  <c:v>45257.0</c:v>
                </c:pt>
                <c:pt idx="1343">
                  <c:v>45258.0</c:v>
                </c:pt>
                <c:pt idx="1344">
                  <c:v>45259.0</c:v>
                </c:pt>
                <c:pt idx="1345">
                  <c:v>45260.0</c:v>
                </c:pt>
                <c:pt idx="1346">
                  <c:v>45261.0</c:v>
                </c:pt>
                <c:pt idx="1347">
                  <c:v>45264.0</c:v>
                </c:pt>
                <c:pt idx="1348">
                  <c:v>45265.0</c:v>
                </c:pt>
                <c:pt idx="1349">
                  <c:v>45266.0</c:v>
                </c:pt>
                <c:pt idx="1350">
                  <c:v>45267.0</c:v>
                </c:pt>
                <c:pt idx="1351">
                  <c:v>45268.0</c:v>
                </c:pt>
                <c:pt idx="1352">
                  <c:v>45271.0</c:v>
                </c:pt>
                <c:pt idx="1353">
                  <c:v>45272.0</c:v>
                </c:pt>
                <c:pt idx="1354">
                  <c:v>45273.0</c:v>
                </c:pt>
                <c:pt idx="1355">
                  <c:v>45274.0</c:v>
                </c:pt>
                <c:pt idx="1356">
                  <c:v>45275.0</c:v>
                </c:pt>
                <c:pt idx="1357">
                  <c:v>45278.0</c:v>
                </c:pt>
                <c:pt idx="1358">
                  <c:v>45279.0</c:v>
                </c:pt>
                <c:pt idx="1359">
                  <c:v>45280.0</c:v>
                </c:pt>
                <c:pt idx="1360">
                  <c:v>45281.0</c:v>
                </c:pt>
                <c:pt idx="1361">
                  <c:v>45282.0</c:v>
                </c:pt>
                <c:pt idx="1362">
                  <c:v>45286.0</c:v>
                </c:pt>
                <c:pt idx="1363">
                  <c:v>45287.0</c:v>
                </c:pt>
                <c:pt idx="1364">
                  <c:v>45288.0</c:v>
                </c:pt>
                <c:pt idx="1365">
                  <c:v>45293.0</c:v>
                </c:pt>
                <c:pt idx="1366">
                  <c:v>45294.0</c:v>
                </c:pt>
                <c:pt idx="1367">
                  <c:v>45295.0</c:v>
                </c:pt>
                <c:pt idx="1368">
                  <c:v>45296.0</c:v>
                </c:pt>
                <c:pt idx="1369">
                  <c:v>45299.0</c:v>
                </c:pt>
                <c:pt idx="1370">
                  <c:v>45300.0</c:v>
                </c:pt>
                <c:pt idx="1371">
                  <c:v>45301.0</c:v>
                </c:pt>
                <c:pt idx="1372">
                  <c:v>45302.0</c:v>
                </c:pt>
                <c:pt idx="1373">
                  <c:v>45303.0</c:v>
                </c:pt>
                <c:pt idx="1374">
                  <c:v>45306.0</c:v>
                </c:pt>
                <c:pt idx="1375">
                  <c:v>45307.0</c:v>
                </c:pt>
                <c:pt idx="1376">
                  <c:v>45308.0</c:v>
                </c:pt>
                <c:pt idx="1377">
                  <c:v>45309.0</c:v>
                </c:pt>
                <c:pt idx="1378">
                  <c:v>45310.0</c:v>
                </c:pt>
                <c:pt idx="1379">
                  <c:v>45313.0</c:v>
                </c:pt>
                <c:pt idx="1380">
                  <c:v>45314.0</c:v>
                </c:pt>
                <c:pt idx="1381">
                  <c:v>45315.0</c:v>
                </c:pt>
                <c:pt idx="1382">
                  <c:v>45316.0</c:v>
                </c:pt>
                <c:pt idx="1383">
                  <c:v>45317.0</c:v>
                </c:pt>
                <c:pt idx="1384">
                  <c:v>45320.0</c:v>
                </c:pt>
                <c:pt idx="1385">
                  <c:v>45321.0</c:v>
                </c:pt>
                <c:pt idx="1386">
                  <c:v>45322.0</c:v>
                </c:pt>
                <c:pt idx="1387">
                  <c:v>45323.0</c:v>
                </c:pt>
                <c:pt idx="1388">
                  <c:v>45324.0</c:v>
                </c:pt>
                <c:pt idx="1389">
                  <c:v>45327.0</c:v>
                </c:pt>
                <c:pt idx="1390">
                  <c:v>45328.0</c:v>
                </c:pt>
                <c:pt idx="1391">
                  <c:v>45329.0</c:v>
                </c:pt>
                <c:pt idx="1392">
                  <c:v>45330.0</c:v>
                </c:pt>
                <c:pt idx="1393">
                  <c:v>45331.0</c:v>
                </c:pt>
                <c:pt idx="1394">
                  <c:v>45336.0</c:v>
                </c:pt>
                <c:pt idx="1395">
                  <c:v>45337.0</c:v>
                </c:pt>
                <c:pt idx="1396">
                  <c:v>45338.0</c:v>
                </c:pt>
                <c:pt idx="1397">
                  <c:v>45341.0</c:v>
                </c:pt>
                <c:pt idx="1398">
                  <c:v>45342.0</c:v>
                </c:pt>
                <c:pt idx="1399">
                  <c:v>45343.0</c:v>
                </c:pt>
                <c:pt idx="1400">
                  <c:v>45344.0</c:v>
                </c:pt>
                <c:pt idx="1401">
                  <c:v>45345.0</c:v>
                </c:pt>
                <c:pt idx="1402">
                  <c:v>45348.0</c:v>
                </c:pt>
                <c:pt idx="1403">
                  <c:v>45349.0</c:v>
                </c:pt>
                <c:pt idx="1404">
                  <c:v>45350.0</c:v>
                </c:pt>
                <c:pt idx="1405">
                  <c:v>45351.0</c:v>
                </c:pt>
                <c:pt idx="1406">
                  <c:v>45352.0</c:v>
                </c:pt>
                <c:pt idx="1407">
                  <c:v>45355.0</c:v>
                </c:pt>
                <c:pt idx="1408">
                  <c:v>45356.0</c:v>
                </c:pt>
                <c:pt idx="1409">
                  <c:v>45357.0</c:v>
                </c:pt>
                <c:pt idx="1410">
                  <c:v>45358.0</c:v>
                </c:pt>
                <c:pt idx="1411">
                  <c:v>45359.0</c:v>
                </c:pt>
                <c:pt idx="1412">
                  <c:v>45362.0</c:v>
                </c:pt>
                <c:pt idx="1413">
                  <c:v>45363.0</c:v>
                </c:pt>
                <c:pt idx="1414">
                  <c:v>45364.0</c:v>
                </c:pt>
                <c:pt idx="1415">
                  <c:v>45365.0</c:v>
                </c:pt>
                <c:pt idx="1416">
                  <c:v>45366.0</c:v>
                </c:pt>
                <c:pt idx="1417">
                  <c:v>45369.0</c:v>
                </c:pt>
                <c:pt idx="1418">
                  <c:v>45370.0</c:v>
                </c:pt>
                <c:pt idx="1419">
                  <c:v>45371.0</c:v>
                </c:pt>
                <c:pt idx="1420">
                  <c:v>45372.0</c:v>
                </c:pt>
                <c:pt idx="1421">
                  <c:v>45373.0</c:v>
                </c:pt>
                <c:pt idx="1422">
                  <c:v>45376.0</c:v>
                </c:pt>
                <c:pt idx="1423">
                  <c:v>45377.0</c:v>
                </c:pt>
                <c:pt idx="1424">
                  <c:v>45378.0</c:v>
                </c:pt>
                <c:pt idx="1425">
                  <c:v>45379.0</c:v>
                </c:pt>
                <c:pt idx="1426">
                  <c:v>45383.0</c:v>
                </c:pt>
                <c:pt idx="1427">
                  <c:v>45384.0</c:v>
                </c:pt>
                <c:pt idx="1428">
                  <c:v>45385.0</c:v>
                </c:pt>
                <c:pt idx="1429">
                  <c:v>45386.0</c:v>
                </c:pt>
                <c:pt idx="1430">
                  <c:v>45387.0</c:v>
                </c:pt>
                <c:pt idx="1431">
                  <c:v>45390.0</c:v>
                </c:pt>
                <c:pt idx="1432">
                  <c:v>45391.0</c:v>
                </c:pt>
                <c:pt idx="1433">
                  <c:v>45392.0</c:v>
                </c:pt>
                <c:pt idx="1434">
                  <c:v>45393.0</c:v>
                </c:pt>
                <c:pt idx="1435">
                  <c:v>45394.0</c:v>
                </c:pt>
                <c:pt idx="1436">
                  <c:v>45397.0</c:v>
                </c:pt>
                <c:pt idx="1437">
                  <c:v>45398.0</c:v>
                </c:pt>
                <c:pt idx="1438">
                  <c:v>45399.0</c:v>
                </c:pt>
                <c:pt idx="1439">
                  <c:v>45400.0</c:v>
                </c:pt>
                <c:pt idx="1440">
                  <c:v>45401.0</c:v>
                </c:pt>
                <c:pt idx="1441">
                  <c:v>45404.0</c:v>
                </c:pt>
                <c:pt idx="1442">
                  <c:v>45405.0</c:v>
                </c:pt>
                <c:pt idx="1443">
                  <c:v>45406.0</c:v>
                </c:pt>
                <c:pt idx="1444">
                  <c:v>45407.0</c:v>
                </c:pt>
                <c:pt idx="1445">
                  <c:v>45408.0</c:v>
                </c:pt>
                <c:pt idx="1446">
                  <c:v>45411.0</c:v>
                </c:pt>
                <c:pt idx="1447">
                  <c:v>45412.0</c:v>
                </c:pt>
                <c:pt idx="1448">
                  <c:v>45414.0</c:v>
                </c:pt>
                <c:pt idx="1449">
                  <c:v>45415.0</c:v>
                </c:pt>
                <c:pt idx="1450">
                  <c:v>45418.0</c:v>
                </c:pt>
                <c:pt idx="1451">
                  <c:v>45419.0</c:v>
                </c:pt>
                <c:pt idx="1452">
                  <c:v>45420.0</c:v>
                </c:pt>
                <c:pt idx="1453">
                  <c:v>45421.0</c:v>
                </c:pt>
                <c:pt idx="1454">
                  <c:v>45422.0</c:v>
                </c:pt>
                <c:pt idx="1455">
                  <c:v>45425.0</c:v>
                </c:pt>
                <c:pt idx="1456">
                  <c:v>45426.0</c:v>
                </c:pt>
                <c:pt idx="1457">
                  <c:v>45427.0</c:v>
                </c:pt>
                <c:pt idx="1458">
                  <c:v>45428.0</c:v>
                </c:pt>
                <c:pt idx="1459">
                  <c:v>45429.0</c:v>
                </c:pt>
                <c:pt idx="1460">
                  <c:v>45432.0</c:v>
                </c:pt>
                <c:pt idx="1461">
                  <c:v>45433.0</c:v>
                </c:pt>
                <c:pt idx="1462">
                  <c:v>45434.0</c:v>
                </c:pt>
                <c:pt idx="1463">
                  <c:v>45435.0</c:v>
                </c:pt>
                <c:pt idx="1464">
                  <c:v>45436.0</c:v>
                </c:pt>
                <c:pt idx="1465">
                  <c:v>45439.0</c:v>
                </c:pt>
                <c:pt idx="1466">
                  <c:v>45440.0</c:v>
                </c:pt>
                <c:pt idx="1467">
                  <c:v>45441.0</c:v>
                </c:pt>
                <c:pt idx="1468">
                  <c:v>45443.0</c:v>
                </c:pt>
                <c:pt idx="1469">
                  <c:v>45446.0</c:v>
                </c:pt>
                <c:pt idx="1470">
                  <c:v>45447.0</c:v>
                </c:pt>
                <c:pt idx="1471">
                  <c:v>45448.0</c:v>
                </c:pt>
                <c:pt idx="1472">
                  <c:v>45449.0</c:v>
                </c:pt>
                <c:pt idx="1473">
                  <c:v>45450.0</c:v>
                </c:pt>
                <c:pt idx="1474">
                  <c:v>45453.0</c:v>
                </c:pt>
                <c:pt idx="1475">
                  <c:v>45454.0</c:v>
                </c:pt>
                <c:pt idx="1476">
                  <c:v>45455.0</c:v>
                </c:pt>
                <c:pt idx="1477">
                  <c:v>45456.0</c:v>
                </c:pt>
                <c:pt idx="1478">
                  <c:v>45457.0</c:v>
                </c:pt>
                <c:pt idx="1479">
                  <c:v>45460.0</c:v>
                </c:pt>
                <c:pt idx="1480">
                  <c:v>45461.0</c:v>
                </c:pt>
                <c:pt idx="1481">
                  <c:v>45462.0</c:v>
                </c:pt>
                <c:pt idx="1482">
                  <c:v>45463.0</c:v>
                </c:pt>
                <c:pt idx="1483">
                  <c:v>45464.0</c:v>
                </c:pt>
                <c:pt idx="1484">
                  <c:v>45467.0</c:v>
                </c:pt>
                <c:pt idx="1485">
                  <c:v>45468.0</c:v>
                </c:pt>
                <c:pt idx="1486">
                  <c:v>45469.0</c:v>
                </c:pt>
                <c:pt idx="1487">
                  <c:v>45470.0</c:v>
                </c:pt>
                <c:pt idx="1488">
                  <c:v>45471.0</c:v>
                </c:pt>
                <c:pt idx="1489">
                  <c:v>45474.0</c:v>
                </c:pt>
                <c:pt idx="1490">
                  <c:v>45475.0</c:v>
                </c:pt>
                <c:pt idx="1491">
                  <c:v>45476.0</c:v>
                </c:pt>
                <c:pt idx="1492">
                  <c:v>45477.0</c:v>
                </c:pt>
                <c:pt idx="1493">
                  <c:v>45478.0</c:v>
                </c:pt>
                <c:pt idx="1494">
                  <c:v>45481.0</c:v>
                </c:pt>
                <c:pt idx="1495">
                  <c:v>45482.0</c:v>
                </c:pt>
                <c:pt idx="1496">
                  <c:v>45483.0</c:v>
                </c:pt>
                <c:pt idx="1497">
                  <c:v>45484.0</c:v>
                </c:pt>
                <c:pt idx="1498">
                  <c:v>45485.0</c:v>
                </c:pt>
                <c:pt idx="1499">
                  <c:v>45488.0</c:v>
                </c:pt>
                <c:pt idx="1500">
                  <c:v>45489.0</c:v>
                </c:pt>
                <c:pt idx="1501">
                  <c:v>45490.0</c:v>
                </c:pt>
                <c:pt idx="1502">
                  <c:v>45491.0</c:v>
                </c:pt>
                <c:pt idx="1503">
                  <c:v>45492.0</c:v>
                </c:pt>
                <c:pt idx="1504">
                  <c:v>45495.0</c:v>
                </c:pt>
                <c:pt idx="1505">
                  <c:v>45496.0</c:v>
                </c:pt>
                <c:pt idx="1506">
                  <c:v>45497.0</c:v>
                </c:pt>
                <c:pt idx="1507">
                  <c:v>45498.0</c:v>
                </c:pt>
                <c:pt idx="1508">
                  <c:v>45499.0</c:v>
                </c:pt>
                <c:pt idx="1509">
                  <c:v>45502.0</c:v>
                </c:pt>
                <c:pt idx="1510">
                  <c:v>45503.0</c:v>
                </c:pt>
                <c:pt idx="1511">
                  <c:v>45504.0</c:v>
                </c:pt>
                <c:pt idx="1512">
                  <c:v>45505.0</c:v>
                </c:pt>
                <c:pt idx="1513">
                  <c:v>45506.0</c:v>
                </c:pt>
                <c:pt idx="1514">
                  <c:v>45509.0</c:v>
                </c:pt>
                <c:pt idx="1515">
                  <c:v>45510.0</c:v>
                </c:pt>
                <c:pt idx="1516">
                  <c:v>45511.0</c:v>
                </c:pt>
                <c:pt idx="1517">
                  <c:v>45512.0</c:v>
                </c:pt>
                <c:pt idx="1518">
                  <c:v>45513.0</c:v>
                </c:pt>
                <c:pt idx="1519">
                  <c:v>45516.0</c:v>
                </c:pt>
                <c:pt idx="1520">
                  <c:v>45517.0</c:v>
                </c:pt>
                <c:pt idx="1521">
                  <c:v>45518.0</c:v>
                </c:pt>
                <c:pt idx="1522">
                  <c:v>45519.0</c:v>
                </c:pt>
                <c:pt idx="1523">
                  <c:v>45520.0</c:v>
                </c:pt>
                <c:pt idx="1524">
                  <c:v>45523.0</c:v>
                </c:pt>
                <c:pt idx="1525">
                  <c:v>45524.0</c:v>
                </c:pt>
                <c:pt idx="1526">
                  <c:v>45525.0</c:v>
                </c:pt>
                <c:pt idx="1527">
                  <c:v>45526.0</c:v>
                </c:pt>
                <c:pt idx="1528">
                  <c:v>45527.0</c:v>
                </c:pt>
                <c:pt idx="1529">
                  <c:v>45530.0</c:v>
                </c:pt>
                <c:pt idx="1530">
                  <c:v>45531.0</c:v>
                </c:pt>
                <c:pt idx="1531">
                  <c:v>45532.0</c:v>
                </c:pt>
                <c:pt idx="1532">
                  <c:v>45533.0</c:v>
                </c:pt>
                <c:pt idx="1533">
                  <c:v>45534.0</c:v>
                </c:pt>
                <c:pt idx="1534">
                  <c:v>45537.0</c:v>
                </c:pt>
                <c:pt idx="1535">
                  <c:v>45538.0</c:v>
                </c:pt>
                <c:pt idx="1536">
                  <c:v>45539.0</c:v>
                </c:pt>
                <c:pt idx="1537">
                  <c:v>45540.0</c:v>
                </c:pt>
                <c:pt idx="1538">
                  <c:v>45541.0</c:v>
                </c:pt>
                <c:pt idx="1539">
                  <c:v>45544.0</c:v>
                </c:pt>
                <c:pt idx="1540">
                  <c:v>45545.0</c:v>
                </c:pt>
                <c:pt idx="1541">
                  <c:v>45546.0</c:v>
                </c:pt>
                <c:pt idx="1542">
                  <c:v>45547.0</c:v>
                </c:pt>
                <c:pt idx="1543">
                  <c:v>45548.0</c:v>
                </c:pt>
                <c:pt idx="1544">
                  <c:v>45551.0</c:v>
                </c:pt>
                <c:pt idx="1545">
                  <c:v>45552.0</c:v>
                </c:pt>
                <c:pt idx="1546">
                  <c:v>45553.0</c:v>
                </c:pt>
                <c:pt idx="1547">
                  <c:v>45554.0</c:v>
                </c:pt>
                <c:pt idx="1548">
                  <c:v>45555.0</c:v>
                </c:pt>
                <c:pt idx="1549">
                  <c:v>45558.0</c:v>
                </c:pt>
                <c:pt idx="1550">
                  <c:v>45559.0</c:v>
                </c:pt>
                <c:pt idx="1551">
                  <c:v>45560.0</c:v>
                </c:pt>
                <c:pt idx="1552">
                  <c:v>45561.0</c:v>
                </c:pt>
                <c:pt idx="1553">
                  <c:v>45562.0</c:v>
                </c:pt>
                <c:pt idx="1554">
                  <c:v>45565.0</c:v>
                </c:pt>
                <c:pt idx="1555">
                  <c:v>45566.0</c:v>
                </c:pt>
                <c:pt idx="1556">
                  <c:v>45567.0</c:v>
                </c:pt>
                <c:pt idx="1557">
                  <c:v>45568.0</c:v>
                </c:pt>
                <c:pt idx="1558">
                  <c:v>45569.0</c:v>
                </c:pt>
                <c:pt idx="1559">
                  <c:v>45572.0</c:v>
                </c:pt>
                <c:pt idx="1560">
                  <c:v>45573.0</c:v>
                </c:pt>
                <c:pt idx="1561">
                  <c:v>45574.0</c:v>
                </c:pt>
                <c:pt idx="1562">
                  <c:v>45575.0</c:v>
                </c:pt>
                <c:pt idx="1563">
                  <c:v>45576.0</c:v>
                </c:pt>
                <c:pt idx="1564">
                  <c:v>45579.0</c:v>
                </c:pt>
                <c:pt idx="1565">
                  <c:v>45580.0</c:v>
                </c:pt>
                <c:pt idx="1566">
                  <c:v>45581.0</c:v>
                </c:pt>
                <c:pt idx="1567">
                  <c:v>45582.0</c:v>
                </c:pt>
                <c:pt idx="1568">
                  <c:v>45583.0</c:v>
                </c:pt>
                <c:pt idx="1569">
                  <c:v>45586.0</c:v>
                </c:pt>
                <c:pt idx="1570">
                  <c:v>45587.0</c:v>
                </c:pt>
                <c:pt idx="1571">
                  <c:v>45588.0</c:v>
                </c:pt>
                <c:pt idx="1572">
                  <c:v>45589.0</c:v>
                </c:pt>
                <c:pt idx="1573">
                  <c:v>45590.0</c:v>
                </c:pt>
                <c:pt idx="1574">
                  <c:v>45593.0</c:v>
                </c:pt>
                <c:pt idx="1575">
                  <c:v>45594.0</c:v>
                </c:pt>
                <c:pt idx="1576">
                  <c:v>45595.0</c:v>
                </c:pt>
                <c:pt idx="1577">
                  <c:v>45596.0</c:v>
                </c:pt>
                <c:pt idx="1578">
                  <c:v>45597.0</c:v>
                </c:pt>
                <c:pt idx="1579">
                  <c:v>45600.0</c:v>
                </c:pt>
                <c:pt idx="1580">
                  <c:v>45601.0</c:v>
                </c:pt>
                <c:pt idx="1581">
                  <c:v>45602.0</c:v>
                </c:pt>
                <c:pt idx="1582">
                  <c:v>45603.0</c:v>
                </c:pt>
                <c:pt idx="1583">
                  <c:v>45604.0</c:v>
                </c:pt>
                <c:pt idx="1584">
                  <c:v>45607.0</c:v>
                </c:pt>
                <c:pt idx="1585">
                  <c:v>45608.0</c:v>
                </c:pt>
                <c:pt idx="1586">
                  <c:v>45609.0</c:v>
                </c:pt>
                <c:pt idx="1587">
                  <c:v>45610.0</c:v>
                </c:pt>
                <c:pt idx="1588">
                  <c:v>45614.0</c:v>
                </c:pt>
                <c:pt idx="1589">
                  <c:v>45615.0</c:v>
                </c:pt>
                <c:pt idx="1590">
                  <c:v>45617.0</c:v>
                </c:pt>
                <c:pt idx="1591">
                  <c:v>45618.0</c:v>
                </c:pt>
                <c:pt idx="1592">
                  <c:v>45621.0</c:v>
                </c:pt>
                <c:pt idx="1593">
                  <c:v>45622.0</c:v>
                </c:pt>
                <c:pt idx="1594">
                  <c:v>45623.0</c:v>
                </c:pt>
                <c:pt idx="1595">
                  <c:v>45624.0</c:v>
                </c:pt>
                <c:pt idx="1596">
                  <c:v>45625.0</c:v>
                </c:pt>
                <c:pt idx="1597">
                  <c:v>45628.0</c:v>
                </c:pt>
                <c:pt idx="1598">
                  <c:v>45629.0</c:v>
                </c:pt>
                <c:pt idx="1599">
                  <c:v>45630.0</c:v>
                </c:pt>
                <c:pt idx="1600">
                  <c:v>45631.0</c:v>
                </c:pt>
                <c:pt idx="1601">
                  <c:v>45632.0</c:v>
                </c:pt>
                <c:pt idx="1602">
                  <c:v>45635.0</c:v>
                </c:pt>
                <c:pt idx="1603">
                  <c:v>45636.0</c:v>
                </c:pt>
                <c:pt idx="1604">
                  <c:v>45637.0</c:v>
                </c:pt>
                <c:pt idx="1605">
                  <c:v>45638.0</c:v>
                </c:pt>
                <c:pt idx="1606">
                  <c:v>45639.0</c:v>
                </c:pt>
                <c:pt idx="1607">
                  <c:v>45642.0</c:v>
                </c:pt>
                <c:pt idx="1608">
                  <c:v>45643.0</c:v>
                </c:pt>
                <c:pt idx="1609">
                  <c:v>45644.0</c:v>
                </c:pt>
                <c:pt idx="1610">
                  <c:v>45645.0</c:v>
                </c:pt>
                <c:pt idx="1611">
                  <c:v>45646.0</c:v>
                </c:pt>
                <c:pt idx="1612">
                  <c:v>45649.0</c:v>
                </c:pt>
                <c:pt idx="1613">
                  <c:v>45652.0</c:v>
                </c:pt>
                <c:pt idx="1614">
                  <c:v>45653.0</c:v>
                </c:pt>
                <c:pt idx="1615">
                  <c:v>45656.0</c:v>
                </c:pt>
                <c:pt idx="1616">
                  <c:v>45659.0</c:v>
                </c:pt>
                <c:pt idx="1617">
                  <c:v>45660.0</c:v>
                </c:pt>
                <c:pt idx="1618">
                  <c:v>45663.0</c:v>
                </c:pt>
                <c:pt idx="1619">
                  <c:v>45664.0</c:v>
                </c:pt>
                <c:pt idx="1620">
                  <c:v>45665.0</c:v>
                </c:pt>
                <c:pt idx="1621">
                  <c:v>45666.0</c:v>
                </c:pt>
                <c:pt idx="1622">
                  <c:v>45667.0</c:v>
                </c:pt>
                <c:pt idx="1623">
                  <c:v>45670.0</c:v>
                </c:pt>
                <c:pt idx="1624">
                  <c:v>45671.0</c:v>
                </c:pt>
                <c:pt idx="1625">
                  <c:v>45672.0</c:v>
                </c:pt>
                <c:pt idx="1626">
                  <c:v>45673.0</c:v>
                </c:pt>
                <c:pt idx="1627">
                  <c:v>45674.0</c:v>
                </c:pt>
                <c:pt idx="1628">
                  <c:v>45677.0</c:v>
                </c:pt>
                <c:pt idx="1629">
                  <c:v>45678.0</c:v>
                </c:pt>
                <c:pt idx="1630">
                  <c:v>45679.0</c:v>
                </c:pt>
                <c:pt idx="1631">
                  <c:v>45680.0</c:v>
                </c:pt>
                <c:pt idx="1632">
                  <c:v>45681.0</c:v>
                </c:pt>
                <c:pt idx="1633">
                  <c:v>45684.0</c:v>
                </c:pt>
                <c:pt idx="1634">
                  <c:v>45685.0</c:v>
                </c:pt>
                <c:pt idx="1635">
                  <c:v>45686.0</c:v>
                </c:pt>
                <c:pt idx="1636">
                  <c:v>45687.0</c:v>
                </c:pt>
                <c:pt idx="1637">
                  <c:v>45688.0</c:v>
                </c:pt>
                <c:pt idx="1638">
                  <c:v>45691.0</c:v>
                </c:pt>
                <c:pt idx="1639">
                  <c:v>45692.0</c:v>
                </c:pt>
                <c:pt idx="1640">
                  <c:v>45693.0</c:v>
                </c:pt>
                <c:pt idx="1641">
                  <c:v>45694.0</c:v>
                </c:pt>
                <c:pt idx="1642">
                  <c:v>45695.0</c:v>
                </c:pt>
                <c:pt idx="1643">
                  <c:v>45698.0</c:v>
                </c:pt>
                <c:pt idx="1644">
                  <c:v>45699.0</c:v>
                </c:pt>
                <c:pt idx="1645">
                  <c:v>45700.0</c:v>
                </c:pt>
                <c:pt idx="1646">
                  <c:v>45701.0</c:v>
                </c:pt>
                <c:pt idx="1647">
                  <c:v>45702.0</c:v>
                </c:pt>
                <c:pt idx="1648">
                  <c:v>45705.0</c:v>
                </c:pt>
                <c:pt idx="1649">
                  <c:v>45706.0</c:v>
                </c:pt>
                <c:pt idx="1650">
                  <c:v>45707.0</c:v>
                </c:pt>
                <c:pt idx="1651">
                  <c:v>45708.0</c:v>
                </c:pt>
                <c:pt idx="1652">
                  <c:v>45709.0</c:v>
                </c:pt>
                <c:pt idx="1653">
                  <c:v>45712.0</c:v>
                </c:pt>
                <c:pt idx="1654">
                  <c:v>45713.0</c:v>
                </c:pt>
                <c:pt idx="1655">
                  <c:v>45714.0</c:v>
                </c:pt>
                <c:pt idx="1656">
                  <c:v>45715.0</c:v>
                </c:pt>
                <c:pt idx="1657">
                  <c:v>45716.0</c:v>
                </c:pt>
                <c:pt idx="1658">
                  <c:v>45721.0</c:v>
                </c:pt>
                <c:pt idx="1659">
                  <c:v>45722.0</c:v>
                </c:pt>
                <c:pt idx="1660">
                  <c:v>45723.0</c:v>
                </c:pt>
                <c:pt idx="1661">
                  <c:v>45726.0</c:v>
                </c:pt>
                <c:pt idx="1662">
                  <c:v>45727.0</c:v>
                </c:pt>
                <c:pt idx="1663">
                  <c:v>45728.0</c:v>
                </c:pt>
                <c:pt idx="1664">
                  <c:v>45729.0</c:v>
                </c:pt>
                <c:pt idx="1665">
                  <c:v>45730.0</c:v>
                </c:pt>
                <c:pt idx="1666">
                  <c:v>45733.0</c:v>
                </c:pt>
                <c:pt idx="1667">
                  <c:v>45734.0</c:v>
                </c:pt>
                <c:pt idx="1668">
                  <c:v>45735.0</c:v>
                </c:pt>
                <c:pt idx="1669">
                  <c:v>45736.0</c:v>
                </c:pt>
                <c:pt idx="1670">
                  <c:v>45737.0</c:v>
                </c:pt>
                <c:pt idx="1671">
                  <c:v>45740.0</c:v>
                </c:pt>
                <c:pt idx="1672">
                  <c:v>45741.0</c:v>
                </c:pt>
                <c:pt idx="1673">
                  <c:v>45742.0</c:v>
                </c:pt>
                <c:pt idx="1674">
                  <c:v>45743.0</c:v>
                </c:pt>
                <c:pt idx="1675">
                  <c:v>45744.0</c:v>
                </c:pt>
                <c:pt idx="1676">
                  <c:v>45747.0</c:v>
                </c:pt>
                <c:pt idx="1677">
                  <c:v>45748.0</c:v>
                </c:pt>
                <c:pt idx="1678">
                  <c:v>45749.0</c:v>
                </c:pt>
                <c:pt idx="1679">
                  <c:v>45750.0</c:v>
                </c:pt>
                <c:pt idx="1680">
                  <c:v>45751.0</c:v>
                </c:pt>
                <c:pt idx="1681">
                  <c:v>45754.0</c:v>
                </c:pt>
                <c:pt idx="1682">
                  <c:v>45755.0</c:v>
                </c:pt>
                <c:pt idx="1683">
                  <c:v>45756.0</c:v>
                </c:pt>
                <c:pt idx="1684">
                  <c:v>45757.0</c:v>
                </c:pt>
                <c:pt idx="1685">
                  <c:v>45758.0</c:v>
                </c:pt>
                <c:pt idx="1686">
                  <c:v>45761.0</c:v>
                </c:pt>
                <c:pt idx="1687">
                  <c:v>45762.0</c:v>
                </c:pt>
                <c:pt idx="1688">
                  <c:v>45763.0</c:v>
                </c:pt>
                <c:pt idx="1689">
                  <c:v>45764.0</c:v>
                </c:pt>
                <c:pt idx="1690">
                  <c:v>45769.0</c:v>
                </c:pt>
                <c:pt idx="1691">
                  <c:v>45770.0</c:v>
                </c:pt>
                <c:pt idx="1692">
                  <c:v>45771.0</c:v>
                </c:pt>
                <c:pt idx="1693">
                  <c:v>45772.0</c:v>
                </c:pt>
                <c:pt idx="1694">
                  <c:v>45775.0</c:v>
                </c:pt>
                <c:pt idx="1695">
                  <c:v>45776.0</c:v>
                </c:pt>
                <c:pt idx="1696">
                  <c:v>45777.0</c:v>
                </c:pt>
                <c:pt idx="1697">
                  <c:v>45779.0</c:v>
                </c:pt>
                <c:pt idx="1698">
                  <c:v>45782.0</c:v>
                </c:pt>
                <c:pt idx="1699">
                  <c:v>45783.0</c:v>
                </c:pt>
                <c:pt idx="1700">
                  <c:v>45784.0</c:v>
                </c:pt>
                <c:pt idx="1701">
                  <c:v>45785.0</c:v>
                </c:pt>
                <c:pt idx="1702">
                  <c:v>45786.0</c:v>
                </c:pt>
                <c:pt idx="1703">
                  <c:v>45789.0</c:v>
                </c:pt>
                <c:pt idx="1704">
                  <c:v>45790.0</c:v>
                </c:pt>
                <c:pt idx="1705">
                  <c:v>45791.0</c:v>
                </c:pt>
                <c:pt idx="1706">
                  <c:v>45792.0</c:v>
                </c:pt>
                <c:pt idx="1707">
                  <c:v>45793.0</c:v>
                </c:pt>
                <c:pt idx="1708">
                  <c:v>45796.0</c:v>
                </c:pt>
                <c:pt idx="1709">
                  <c:v>45797.0</c:v>
                </c:pt>
                <c:pt idx="1710">
                  <c:v>45798.0</c:v>
                </c:pt>
                <c:pt idx="1711">
                  <c:v>45799.0</c:v>
                </c:pt>
                <c:pt idx="1712">
                  <c:v>45800.0</c:v>
                </c:pt>
                <c:pt idx="1713">
                  <c:v>45803.0</c:v>
                </c:pt>
                <c:pt idx="1714">
                  <c:v>45804.0</c:v>
                </c:pt>
                <c:pt idx="1715">
                  <c:v>45805.0</c:v>
                </c:pt>
                <c:pt idx="1716">
                  <c:v>45806.0</c:v>
                </c:pt>
                <c:pt idx="1717">
                  <c:v>45807.0</c:v>
                </c:pt>
                <c:pt idx="1718">
                  <c:v>45810.0</c:v>
                </c:pt>
                <c:pt idx="1719">
                  <c:v>45811.0</c:v>
                </c:pt>
                <c:pt idx="1720">
                  <c:v>45812.0</c:v>
                </c:pt>
                <c:pt idx="1721">
                  <c:v>45813.0</c:v>
                </c:pt>
                <c:pt idx="1722">
                  <c:v>45814.0</c:v>
                </c:pt>
                <c:pt idx="1723">
                  <c:v>45817.0</c:v>
                </c:pt>
                <c:pt idx="1724">
                  <c:v>45818.0</c:v>
                </c:pt>
                <c:pt idx="1725">
                  <c:v>45819.0</c:v>
                </c:pt>
                <c:pt idx="1726">
                  <c:v>45820.0</c:v>
                </c:pt>
                <c:pt idx="1727">
                  <c:v>45821.0</c:v>
                </c:pt>
                <c:pt idx="1728">
                  <c:v>45824.0</c:v>
                </c:pt>
                <c:pt idx="1729">
                  <c:v>45825.0</c:v>
                </c:pt>
                <c:pt idx="1730">
                  <c:v>45826.0</c:v>
                </c:pt>
                <c:pt idx="1731">
                  <c:v>45828.0</c:v>
                </c:pt>
                <c:pt idx="1732">
                  <c:v>45831.0</c:v>
                </c:pt>
                <c:pt idx="1733">
                  <c:v>45832.0</c:v>
                </c:pt>
                <c:pt idx="1734">
                  <c:v>45833.0</c:v>
                </c:pt>
                <c:pt idx="1735">
                  <c:v>45834.0</c:v>
                </c:pt>
                <c:pt idx="1736">
                  <c:v>45835.0</c:v>
                </c:pt>
                <c:pt idx="1737">
                  <c:v>45838.0</c:v>
                </c:pt>
                <c:pt idx="1738">
                  <c:v>45839.0</c:v>
                </c:pt>
                <c:pt idx="1739">
                  <c:v>45840.0</c:v>
                </c:pt>
                <c:pt idx="1740">
                  <c:v>45841.0</c:v>
                </c:pt>
                <c:pt idx="1741">
                  <c:v>45842.0</c:v>
                </c:pt>
                <c:pt idx="1742">
                  <c:v>45845.0</c:v>
                </c:pt>
                <c:pt idx="1743">
                  <c:v>45846.0</c:v>
                </c:pt>
                <c:pt idx="1744">
                  <c:v>45847.0</c:v>
                </c:pt>
                <c:pt idx="1745">
                  <c:v>45848.0</c:v>
                </c:pt>
                <c:pt idx="1746">
                  <c:v>45849.0</c:v>
                </c:pt>
                <c:pt idx="1747">
                  <c:v>45852.0</c:v>
                </c:pt>
                <c:pt idx="1748">
                  <c:v>45853.0</c:v>
                </c:pt>
                <c:pt idx="1749">
                  <c:v>45854.0</c:v>
                </c:pt>
                <c:pt idx="1750">
                  <c:v>45855.0</c:v>
                </c:pt>
                <c:pt idx="1751">
                  <c:v>45856.0</c:v>
                </c:pt>
                <c:pt idx="1752">
                  <c:v>45859.0</c:v>
                </c:pt>
                <c:pt idx="1753">
                  <c:v>45860.0</c:v>
                </c:pt>
                <c:pt idx="1754">
                  <c:v>45861.0</c:v>
                </c:pt>
                <c:pt idx="1755">
                  <c:v>45862.0</c:v>
                </c:pt>
                <c:pt idx="1756">
                  <c:v>45863.0</c:v>
                </c:pt>
                <c:pt idx="1757">
                  <c:v>45866.0</c:v>
                </c:pt>
                <c:pt idx="1758">
                  <c:v>45867.0</c:v>
                </c:pt>
                <c:pt idx="1759">
                  <c:v>45868.0</c:v>
                </c:pt>
                <c:pt idx="1760">
                  <c:v>45869.0</c:v>
                </c:pt>
                <c:pt idx="1761">
                  <c:v>45870.0</c:v>
                </c:pt>
                <c:pt idx="1762">
                  <c:v>45873.0</c:v>
                </c:pt>
                <c:pt idx="1763">
                  <c:v>45874.0</c:v>
                </c:pt>
                <c:pt idx="1764">
                  <c:v>45875.0</c:v>
                </c:pt>
                <c:pt idx="1765">
                  <c:v>45876.0</c:v>
                </c:pt>
                <c:pt idx="1766">
                  <c:v>45877.0</c:v>
                </c:pt>
                <c:pt idx="1767">
                  <c:v>45880.0</c:v>
                </c:pt>
                <c:pt idx="1768">
                  <c:v>45881.0</c:v>
                </c:pt>
                <c:pt idx="1769">
                  <c:v>45882.0</c:v>
                </c:pt>
                <c:pt idx="1770">
                  <c:v>45883.0</c:v>
                </c:pt>
                <c:pt idx="1771">
                  <c:v>45884.0</c:v>
                </c:pt>
                <c:pt idx="1772">
                  <c:v>45887.0</c:v>
                </c:pt>
                <c:pt idx="1773">
                  <c:v>45888.0</c:v>
                </c:pt>
                <c:pt idx="1774">
                  <c:v>45889.0</c:v>
                </c:pt>
                <c:pt idx="1775">
                  <c:v>45890.0</c:v>
                </c:pt>
                <c:pt idx="1776">
                  <c:v>45891.0</c:v>
                </c:pt>
                <c:pt idx="1777">
                  <c:v>45894.0</c:v>
                </c:pt>
                <c:pt idx="1778">
                  <c:v>45895.0</c:v>
                </c:pt>
                <c:pt idx="1779">
                  <c:v>45896.0</c:v>
                </c:pt>
                <c:pt idx="1780">
                  <c:v>45897.0</c:v>
                </c:pt>
                <c:pt idx="1781">
                  <c:v>45898.0</c:v>
                </c:pt>
                <c:pt idx="1782">
                  <c:v>45901.0</c:v>
                </c:pt>
                <c:pt idx="1783">
                  <c:v>45902.0</c:v>
                </c:pt>
                <c:pt idx="1784">
                  <c:v>45903.0</c:v>
                </c:pt>
                <c:pt idx="1785">
                  <c:v>45904.0</c:v>
                </c:pt>
                <c:pt idx="1786">
                  <c:v>45905.0</c:v>
                </c:pt>
                <c:pt idx="1787">
                  <c:v>45908.0</c:v>
                </c:pt>
                <c:pt idx="1788">
                  <c:v>45909.0</c:v>
                </c:pt>
                <c:pt idx="1789">
                  <c:v>45910.0</c:v>
                </c:pt>
                <c:pt idx="1790">
                  <c:v>45911.0</c:v>
                </c:pt>
                <c:pt idx="1791">
                  <c:v>45912.0</c:v>
                </c:pt>
                <c:pt idx="1792">
                  <c:v>45915.0</c:v>
                </c:pt>
                <c:pt idx="1793">
                  <c:v>45916.0</c:v>
                </c:pt>
                <c:pt idx="1794">
                  <c:v>45917.0</c:v>
                </c:pt>
                <c:pt idx="1795">
                  <c:v>45918.0</c:v>
                </c:pt>
                <c:pt idx="1796">
                  <c:v>45919.0</c:v>
                </c:pt>
                <c:pt idx="1797">
                  <c:v>45922.0</c:v>
                </c:pt>
                <c:pt idx="1798">
                  <c:v>45923.0</c:v>
                </c:pt>
                <c:pt idx="1799">
                  <c:v>45924.0</c:v>
                </c:pt>
                <c:pt idx="1800">
                  <c:v>45925.0</c:v>
                </c:pt>
                <c:pt idx="1801">
                  <c:v>45926.0</c:v>
                </c:pt>
                <c:pt idx="1802">
                  <c:v>45929.0</c:v>
                </c:pt>
                <c:pt idx="1803">
                  <c:v>45930.0</c:v>
                </c:pt>
                <c:pt idx="1804">
                  <c:v>45931.0</c:v>
                </c:pt>
                <c:pt idx="1805">
                  <c:v>45932.0</c:v>
                </c:pt>
                <c:pt idx="1806">
                  <c:v>45933.0</c:v>
                </c:pt>
                <c:pt idx="1807">
                  <c:v>45936.0</c:v>
                </c:pt>
                <c:pt idx="1808">
                  <c:v>45937.0</c:v>
                </c:pt>
                <c:pt idx="1809">
                  <c:v>45938.0</c:v>
                </c:pt>
                <c:pt idx="1810">
                  <c:v>45939.0</c:v>
                </c:pt>
                <c:pt idx="1811">
                  <c:v>45940.0</c:v>
                </c:pt>
                <c:pt idx="1812">
                  <c:v>45943.0</c:v>
                </c:pt>
                <c:pt idx="1813">
                  <c:v>45944.0</c:v>
                </c:pt>
                <c:pt idx="1814">
                  <c:v>45945.0</c:v>
                </c:pt>
                <c:pt idx="1815">
                  <c:v>45946.0</c:v>
                </c:pt>
                <c:pt idx="1816">
                  <c:v>45947.0</c:v>
                </c:pt>
                <c:pt idx="1817">
                  <c:v>45950.0</c:v>
                </c:pt>
                <c:pt idx="1818">
                  <c:v>45951.0</c:v>
                </c:pt>
                <c:pt idx="1819">
                  <c:v>45952.0</c:v>
                </c:pt>
                <c:pt idx="1820">
                  <c:v>45953.0</c:v>
                </c:pt>
                <c:pt idx="1821">
                  <c:v>45954.0</c:v>
                </c:pt>
                <c:pt idx="1822">
                  <c:v>45957.0</c:v>
                </c:pt>
                <c:pt idx="1823">
                  <c:v>45958.0</c:v>
                </c:pt>
                <c:pt idx="1824">
                  <c:v>45959.0</c:v>
                </c:pt>
                <c:pt idx="1825">
                  <c:v>45960.0</c:v>
                </c:pt>
                <c:pt idx="1826">
                  <c:v>45961.0</c:v>
                </c:pt>
                <c:pt idx="1827">
                  <c:v>45964.0</c:v>
                </c:pt>
                <c:pt idx="1828">
                  <c:v>45965.0</c:v>
                </c:pt>
                <c:pt idx="1829">
                  <c:v>45966.0</c:v>
                </c:pt>
                <c:pt idx="1830">
                  <c:v>45967.0</c:v>
                </c:pt>
                <c:pt idx="1831">
                  <c:v>45968.0</c:v>
                </c:pt>
                <c:pt idx="1832">
                  <c:v>45971.0</c:v>
                </c:pt>
                <c:pt idx="1833">
                  <c:v>45972.0</c:v>
                </c:pt>
                <c:pt idx="1834">
                  <c:v>45973.0</c:v>
                </c:pt>
                <c:pt idx="1835">
                  <c:v>45974.0</c:v>
                </c:pt>
                <c:pt idx="1836">
                  <c:v>45975.0</c:v>
                </c:pt>
                <c:pt idx="1837">
                  <c:v>45978.0</c:v>
                </c:pt>
                <c:pt idx="1838">
                  <c:v>45979.0</c:v>
                </c:pt>
                <c:pt idx="1839">
                  <c:v>45980.0</c:v>
                </c:pt>
                <c:pt idx="1840">
                  <c:v>45982.0</c:v>
                </c:pt>
                <c:pt idx="1841">
                  <c:v>45985.0</c:v>
                </c:pt>
                <c:pt idx="1842">
                  <c:v>45986.0</c:v>
                </c:pt>
                <c:pt idx="1843">
                  <c:v>45987.0</c:v>
                </c:pt>
                <c:pt idx="1844">
                  <c:v>45988.0</c:v>
                </c:pt>
                <c:pt idx="1845">
                  <c:v>45989.0</c:v>
                </c:pt>
                <c:pt idx="1846">
                  <c:v>45992.0</c:v>
                </c:pt>
                <c:pt idx="1847">
                  <c:v>45993.0</c:v>
                </c:pt>
                <c:pt idx="1848">
                  <c:v>45994.0</c:v>
                </c:pt>
                <c:pt idx="1849">
                  <c:v>45995.0</c:v>
                </c:pt>
                <c:pt idx="1850">
                  <c:v>45996.0</c:v>
                </c:pt>
                <c:pt idx="1851">
                  <c:v>45999.0</c:v>
                </c:pt>
                <c:pt idx="1852">
                  <c:v>46000.0</c:v>
                </c:pt>
                <c:pt idx="1853">
                  <c:v>46001.0</c:v>
                </c:pt>
                <c:pt idx="1854">
                  <c:v>46002.0</c:v>
                </c:pt>
                <c:pt idx="1855">
                  <c:v>46003.0</c:v>
                </c:pt>
                <c:pt idx="1856">
                  <c:v>46006.0</c:v>
                </c:pt>
                <c:pt idx="1857">
                  <c:v>46007.0</c:v>
                </c:pt>
                <c:pt idx="1858">
                  <c:v>46008.0</c:v>
                </c:pt>
                <c:pt idx="1859">
                  <c:v>46009.0</c:v>
                </c:pt>
                <c:pt idx="1860">
                  <c:v>46010.0</c:v>
                </c:pt>
                <c:pt idx="1861">
                  <c:v>46013.0</c:v>
                </c:pt>
                <c:pt idx="1862">
                  <c:v>46014.0</c:v>
                </c:pt>
                <c:pt idx="1863">
                  <c:v>46017.0</c:v>
                </c:pt>
                <c:pt idx="1864">
                  <c:v>46020.0</c:v>
                </c:pt>
                <c:pt idx="1865">
                  <c:v>46021.0</c:v>
                </c:pt>
                <c:pt idx="1866">
                  <c:v>46024.0</c:v>
                </c:pt>
                <c:pt idx="1867">
                  <c:v>46027.0</c:v>
                </c:pt>
                <c:pt idx="1868">
                  <c:v>46028.0</c:v>
                </c:pt>
                <c:pt idx="1869">
                  <c:v>46029.0</c:v>
                </c:pt>
                <c:pt idx="1870">
                  <c:v>46030.0</c:v>
                </c:pt>
                <c:pt idx="1871">
                  <c:v>46031.0</c:v>
                </c:pt>
                <c:pt idx="1872">
                  <c:v>46034.0</c:v>
                </c:pt>
                <c:pt idx="1873">
                  <c:v>46035.0</c:v>
                </c:pt>
                <c:pt idx="1874">
                  <c:v>46036.0</c:v>
                </c:pt>
                <c:pt idx="1875">
                  <c:v>46037.0</c:v>
                </c:pt>
                <c:pt idx="1876">
                  <c:v>46038.0</c:v>
                </c:pt>
                <c:pt idx="1877">
                  <c:v>46041.0</c:v>
                </c:pt>
                <c:pt idx="1878">
                  <c:v>46042.0</c:v>
                </c:pt>
                <c:pt idx="1879">
                  <c:v>46043.0</c:v>
                </c:pt>
                <c:pt idx="1880">
                  <c:v>46044.0</c:v>
                </c:pt>
                <c:pt idx="1881">
                  <c:v>46045.0</c:v>
                </c:pt>
                <c:pt idx="1882">
                  <c:v>46048.0</c:v>
                </c:pt>
                <c:pt idx="1883">
                  <c:v>46049.0</c:v>
                </c:pt>
                <c:pt idx="1884">
                  <c:v>46050.0</c:v>
                </c:pt>
                <c:pt idx="1885">
                  <c:v>46051.0</c:v>
                </c:pt>
                <c:pt idx="1886">
                  <c:v>46052.0</c:v>
                </c:pt>
                <c:pt idx="1887">
                  <c:v>46055.0</c:v>
                </c:pt>
                <c:pt idx="1888">
                  <c:v>46056.0</c:v>
                </c:pt>
                <c:pt idx="1889">
                  <c:v>46057.0</c:v>
                </c:pt>
                <c:pt idx="1890">
                  <c:v>46058.0</c:v>
                </c:pt>
                <c:pt idx="1891">
                  <c:v>46059.0</c:v>
                </c:pt>
                <c:pt idx="1892">
                  <c:v>46062.0</c:v>
                </c:pt>
                <c:pt idx="1893">
                  <c:v>46063.0</c:v>
                </c:pt>
                <c:pt idx="1894">
                  <c:v>46064.0</c:v>
                </c:pt>
                <c:pt idx="1895">
                  <c:v>46065.0</c:v>
                </c:pt>
                <c:pt idx="1896">
                  <c:v>46066.0</c:v>
                </c:pt>
                <c:pt idx="1897">
                  <c:v>46071.0</c:v>
                </c:pt>
                <c:pt idx="1898">
                  <c:v>46072.0</c:v>
                </c:pt>
                <c:pt idx="1899">
                  <c:v>46073.0</c:v>
                </c:pt>
                <c:pt idx="1900">
                  <c:v>46076.0</c:v>
                </c:pt>
                <c:pt idx="1901">
                  <c:v>46077.0</c:v>
                </c:pt>
                <c:pt idx="1902">
                  <c:v>46078.0</c:v>
                </c:pt>
                <c:pt idx="1903">
                  <c:v>46079.0</c:v>
                </c:pt>
                <c:pt idx="1904">
                  <c:v>46080.0</c:v>
                </c:pt>
                <c:pt idx="1905">
                  <c:v>46083.0</c:v>
                </c:pt>
                <c:pt idx="1906">
                  <c:v>46084.0</c:v>
                </c:pt>
                <c:pt idx="1907">
                  <c:v>46085.0</c:v>
                </c:pt>
                <c:pt idx="1908">
                  <c:v>46086.0</c:v>
                </c:pt>
                <c:pt idx="1909">
                  <c:v>46087.0</c:v>
                </c:pt>
                <c:pt idx="1910">
                  <c:v>46090.0</c:v>
                </c:pt>
                <c:pt idx="1911">
                  <c:v>46091.0</c:v>
                </c:pt>
                <c:pt idx="1912">
                  <c:v>46092.0</c:v>
                </c:pt>
                <c:pt idx="1913">
                  <c:v>46093.0</c:v>
                </c:pt>
                <c:pt idx="1914">
                  <c:v>46094.0</c:v>
                </c:pt>
                <c:pt idx="1915">
                  <c:v>46097.0</c:v>
                </c:pt>
                <c:pt idx="1916">
                  <c:v>46098.0</c:v>
                </c:pt>
                <c:pt idx="1917">
                  <c:v>46099.0</c:v>
                </c:pt>
                <c:pt idx="1918">
                  <c:v>46100.0</c:v>
                </c:pt>
                <c:pt idx="1919">
                  <c:v>46101.0</c:v>
                </c:pt>
                <c:pt idx="1920">
                  <c:v>46104.0</c:v>
                </c:pt>
                <c:pt idx="1921">
                  <c:v>46105.0</c:v>
                </c:pt>
                <c:pt idx="1922">
                  <c:v>46106.0</c:v>
                </c:pt>
                <c:pt idx="1923">
                  <c:v>46107.0</c:v>
                </c:pt>
                <c:pt idx="1924">
                  <c:v>46108.0</c:v>
                </c:pt>
                <c:pt idx="1925">
                  <c:v>46111.0</c:v>
                </c:pt>
                <c:pt idx="1926">
                  <c:v>46112.0</c:v>
                </c:pt>
                <c:pt idx="1927">
                  <c:v>46113.0</c:v>
                </c:pt>
                <c:pt idx="1928">
                  <c:v>46114.0</c:v>
                </c:pt>
                <c:pt idx="1929">
                  <c:v>46118.0</c:v>
                </c:pt>
                <c:pt idx="1930">
                  <c:v>46119.0</c:v>
                </c:pt>
                <c:pt idx="1931">
                  <c:v>46120.0</c:v>
                </c:pt>
                <c:pt idx="1932">
                  <c:v>46121.0</c:v>
                </c:pt>
                <c:pt idx="1933">
                  <c:v>46122.0</c:v>
                </c:pt>
                <c:pt idx="1934">
                  <c:v>46125.0</c:v>
                </c:pt>
                <c:pt idx="1935">
                  <c:v>46126.0</c:v>
                </c:pt>
                <c:pt idx="1936">
                  <c:v>46127.0</c:v>
                </c:pt>
                <c:pt idx="1937">
                  <c:v>46128.0</c:v>
                </c:pt>
                <c:pt idx="1938">
                  <c:v>46129.0</c:v>
                </c:pt>
                <c:pt idx="1939">
                  <c:v>46132.0</c:v>
                </c:pt>
                <c:pt idx="1940">
                  <c:v>46134.0</c:v>
                </c:pt>
                <c:pt idx="1941">
                  <c:v>46135.0</c:v>
                </c:pt>
                <c:pt idx="1942">
                  <c:v>46136.0</c:v>
                </c:pt>
                <c:pt idx="1943">
                  <c:v>46139.0</c:v>
                </c:pt>
                <c:pt idx="1944">
                  <c:v>46140.0</c:v>
                </c:pt>
                <c:pt idx="1945">
                  <c:v>46141.0</c:v>
                </c:pt>
                <c:pt idx="1946">
                  <c:v>46142.0</c:v>
                </c:pt>
                <c:pt idx="1947">
                  <c:v>46146.0</c:v>
                </c:pt>
                <c:pt idx="1948">
                  <c:v>46147.0</c:v>
                </c:pt>
                <c:pt idx="1949">
                  <c:v>46148.0</c:v>
                </c:pt>
                <c:pt idx="1950">
                  <c:v>46149.0</c:v>
                </c:pt>
                <c:pt idx="1951">
                  <c:v>46150.0</c:v>
                </c:pt>
                <c:pt idx="1952">
                  <c:v>46153.0</c:v>
                </c:pt>
                <c:pt idx="1953">
                  <c:v>46154.0</c:v>
                </c:pt>
                <c:pt idx="1954">
                  <c:v>46155.0</c:v>
                </c:pt>
                <c:pt idx="1955">
                  <c:v>46156.0</c:v>
                </c:pt>
                <c:pt idx="1956">
                  <c:v>46157.0</c:v>
                </c:pt>
                <c:pt idx="1957">
                  <c:v>46160.0</c:v>
                </c:pt>
                <c:pt idx="1958">
                  <c:v>46161.0</c:v>
                </c:pt>
                <c:pt idx="1959">
                  <c:v>46162.0</c:v>
                </c:pt>
                <c:pt idx="1960">
                  <c:v>46163.0</c:v>
                </c:pt>
                <c:pt idx="1961">
                  <c:v>46164.0</c:v>
                </c:pt>
                <c:pt idx="1962">
                  <c:v>46167.0</c:v>
                </c:pt>
                <c:pt idx="1963">
                  <c:v>46168.0</c:v>
                </c:pt>
                <c:pt idx="1964">
                  <c:v>46169.0</c:v>
                </c:pt>
                <c:pt idx="1965">
                  <c:v>46170.0</c:v>
                </c:pt>
                <c:pt idx="1966">
                  <c:v>46171.0</c:v>
                </c:pt>
                <c:pt idx="1967">
                  <c:v>46174.0</c:v>
                </c:pt>
                <c:pt idx="1968">
                  <c:v>46175.0</c:v>
                </c:pt>
                <c:pt idx="1969">
                  <c:v>46176.0</c:v>
                </c:pt>
                <c:pt idx="1970">
                  <c:v>46178.0</c:v>
                </c:pt>
                <c:pt idx="1971">
                  <c:v>46181.0</c:v>
                </c:pt>
                <c:pt idx="1972">
                  <c:v>46182.0</c:v>
                </c:pt>
                <c:pt idx="1973">
                  <c:v>46183.0</c:v>
                </c:pt>
                <c:pt idx="1974">
                  <c:v>46184.0</c:v>
                </c:pt>
                <c:pt idx="1975">
                  <c:v>46185.0</c:v>
                </c:pt>
                <c:pt idx="1976">
                  <c:v>46188.0</c:v>
                </c:pt>
                <c:pt idx="1977">
                  <c:v>46189.0</c:v>
                </c:pt>
                <c:pt idx="1978">
                  <c:v>46190.0</c:v>
                </c:pt>
                <c:pt idx="1979">
                  <c:v>46191.0</c:v>
                </c:pt>
                <c:pt idx="1980">
                  <c:v>46192.0</c:v>
                </c:pt>
                <c:pt idx="1981">
                  <c:v>46195.0</c:v>
                </c:pt>
                <c:pt idx="1982">
                  <c:v>46196.0</c:v>
                </c:pt>
                <c:pt idx="1983">
                  <c:v>46197.0</c:v>
                </c:pt>
                <c:pt idx="1984">
                  <c:v>46198.0</c:v>
                </c:pt>
                <c:pt idx="1985">
                  <c:v>46199.0</c:v>
                </c:pt>
                <c:pt idx="1986">
                  <c:v>46202.0</c:v>
                </c:pt>
                <c:pt idx="1987">
                  <c:v>46203.0</c:v>
                </c:pt>
                <c:pt idx="1988">
                  <c:v>46204.0</c:v>
                </c:pt>
                <c:pt idx="1989">
                  <c:v>46205.0</c:v>
                </c:pt>
                <c:pt idx="1990">
                  <c:v>46206.0</c:v>
                </c:pt>
                <c:pt idx="1991">
                  <c:v>46209.0</c:v>
                </c:pt>
                <c:pt idx="1992">
                  <c:v>46210.0</c:v>
                </c:pt>
                <c:pt idx="1993">
                  <c:v>46211.0</c:v>
                </c:pt>
                <c:pt idx="1994">
                  <c:v>46212.0</c:v>
                </c:pt>
                <c:pt idx="1995">
                  <c:v>46213.0</c:v>
                </c:pt>
                <c:pt idx="1996">
                  <c:v>46216.0</c:v>
                </c:pt>
                <c:pt idx="1997">
                  <c:v>46217.0</c:v>
                </c:pt>
                <c:pt idx="1998">
                  <c:v>46218.0</c:v>
                </c:pt>
                <c:pt idx="1999">
                  <c:v>46219.0</c:v>
                </c:pt>
                <c:pt idx="2000">
                  <c:v>46220.0</c:v>
                </c:pt>
                <c:pt idx="2001">
                  <c:v>46223.0</c:v>
                </c:pt>
                <c:pt idx="2002">
                  <c:v>46224.0</c:v>
                </c:pt>
                <c:pt idx="2003">
                  <c:v>46225.0</c:v>
                </c:pt>
                <c:pt idx="2004">
                  <c:v>46226.0</c:v>
                </c:pt>
                <c:pt idx="2005">
                  <c:v>46227.0</c:v>
                </c:pt>
                <c:pt idx="2006">
                  <c:v>46230.0</c:v>
                </c:pt>
                <c:pt idx="2007">
                  <c:v>46231.0</c:v>
                </c:pt>
                <c:pt idx="2008">
                  <c:v>46232.0</c:v>
                </c:pt>
                <c:pt idx="2009">
                  <c:v>46233.0</c:v>
                </c:pt>
                <c:pt idx="2010">
                  <c:v>46234.0</c:v>
                </c:pt>
                <c:pt idx="2011">
                  <c:v>46237.0</c:v>
                </c:pt>
                <c:pt idx="2012">
                  <c:v>46238.0</c:v>
                </c:pt>
                <c:pt idx="2013">
                  <c:v>46239.0</c:v>
                </c:pt>
                <c:pt idx="2014">
                  <c:v>46240.0</c:v>
                </c:pt>
                <c:pt idx="2015">
                  <c:v>46241.0</c:v>
                </c:pt>
                <c:pt idx="2016">
                  <c:v>46244.0</c:v>
                </c:pt>
                <c:pt idx="2017">
                  <c:v>46245.0</c:v>
                </c:pt>
                <c:pt idx="2018">
                  <c:v>46246.0</c:v>
                </c:pt>
                <c:pt idx="2019">
                  <c:v>46247.0</c:v>
                </c:pt>
                <c:pt idx="2020">
                  <c:v>46248.0</c:v>
                </c:pt>
                <c:pt idx="2021">
                  <c:v>46251.0</c:v>
                </c:pt>
                <c:pt idx="2022">
                  <c:v>46252.0</c:v>
                </c:pt>
                <c:pt idx="2023">
                  <c:v>46253.0</c:v>
                </c:pt>
                <c:pt idx="2024">
                  <c:v>46254.0</c:v>
                </c:pt>
                <c:pt idx="2025">
                  <c:v>46255.0</c:v>
                </c:pt>
                <c:pt idx="2026">
                  <c:v>46258.0</c:v>
                </c:pt>
                <c:pt idx="2027">
                  <c:v>46259.0</c:v>
                </c:pt>
                <c:pt idx="2028">
                  <c:v>46260.0</c:v>
                </c:pt>
                <c:pt idx="2029">
                  <c:v>46261.0</c:v>
                </c:pt>
                <c:pt idx="2030">
                  <c:v>46262.0</c:v>
                </c:pt>
                <c:pt idx="2031">
                  <c:v>46265.0</c:v>
                </c:pt>
              </c:numCache>
            </c:numRef>
          </c:cat>
          <c:val>
            <c:numRef>
              <c:f>Sheet1!$C$2:$C$2033</c:f>
              <c:numCache>
                <c:formatCode>General</c:formatCode>
                <c:ptCount val="2032"/>
                <c:pt idx="0">
                  <c:v>100.0</c:v>
                </c:pt>
                <c:pt idx="1">
                  <c:v>100.1061260660021</c:v>
                </c:pt>
                <c:pt idx="2">
                  <c:v>101.24410204594341</c:v>
                </c:pt>
                <c:pt idx="3">
                  <c:v>102.7220057798988</c:v>
                </c:pt>
                <c:pt idx="4">
                  <c:v>102.4607998733414</c:v>
                </c:pt>
                <c:pt idx="5">
                  <c:v>103.089324009119</c:v>
                </c:pt>
                <c:pt idx="6">
                  <c:v>102.8859088442786</c:v>
                </c:pt>
                <c:pt idx="7">
                  <c:v>102.2484515379621</c:v>
                </c:pt>
                <c:pt idx="8">
                  <c:v>104.2517906196762</c:v>
                </c:pt>
                <c:pt idx="9">
                  <c:v>105.2662277227342</c:v>
                </c:pt>
                <c:pt idx="10">
                  <c:v>105.3462551874234</c:v>
                </c:pt>
                <c:pt idx="11">
                  <c:v>107.3771221777366</c:v>
                </c:pt>
                <c:pt idx="12">
                  <c:v>106.3221009937534</c:v>
                </c:pt>
                <c:pt idx="13">
                  <c:v>106.4927932677428</c:v>
                </c:pt>
                <c:pt idx="14">
                  <c:v>107.9831896971133</c:v>
                </c:pt>
                <c:pt idx="15">
                  <c:v>107.1927140511351</c:v>
                </c:pt>
                <c:pt idx="16">
                  <c:v>108.7853884115064</c:v>
                </c:pt>
                <c:pt idx="17">
                  <c:v>110.2463878381342</c:v>
                </c:pt>
                <c:pt idx="18">
                  <c:v>109.1294529106468</c:v>
                </c:pt>
                <c:pt idx="19">
                  <c:v>109.7627047551404</c:v>
                </c:pt>
                <c:pt idx="20">
                  <c:v>110.3254807557517</c:v>
                </c:pt>
                <c:pt idx="21">
                  <c:v>108.8753385671634</c:v>
                </c:pt>
                <c:pt idx="22">
                  <c:v>108.9869482255425</c:v>
                </c:pt>
                <c:pt idx="23">
                  <c:v>109.4474050651352</c:v>
                </c:pt>
                <c:pt idx="24">
                  <c:v>111.9188560264268</c:v>
                </c:pt>
                <c:pt idx="25">
                  <c:v>111.3908094442028</c:v>
                </c:pt>
                <c:pt idx="26">
                  <c:v>110.42296226134</c:v>
                </c:pt>
                <c:pt idx="27">
                  <c:v>108.7808668528797</c:v>
                </c:pt>
                <c:pt idx="28">
                  <c:v>108.2535211809597</c:v>
                </c:pt>
                <c:pt idx="29">
                  <c:v>105.1562810084093</c:v>
                </c:pt>
                <c:pt idx="30">
                  <c:v>106.5060143601404</c:v>
                </c:pt>
                <c:pt idx="31">
                  <c:v>108.0255604121462</c:v>
                </c:pt>
                <c:pt idx="32">
                  <c:v>105.9302234172208</c:v>
                </c:pt>
                <c:pt idx="33">
                  <c:v>105.5745732830584</c:v>
                </c:pt>
                <c:pt idx="34">
                  <c:v>104.4885608689748</c:v>
                </c:pt>
                <c:pt idx="35">
                  <c:v>104.9000089606572</c:v>
                </c:pt>
                <c:pt idx="36">
                  <c:v>103.3229745203987</c:v>
                </c:pt>
                <c:pt idx="37">
                  <c:v>105.6894538561886</c:v>
                </c:pt>
                <c:pt idx="38">
                  <c:v>103.9460562938172</c:v>
                </c:pt>
                <c:pt idx="39">
                  <c:v>104.8097839382144</c:v>
                </c:pt>
                <c:pt idx="40">
                  <c:v>107.1014170482276</c:v>
                </c:pt>
                <c:pt idx="41">
                  <c:v>106.4740198662718</c:v>
                </c:pt>
                <c:pt idx="42">
                  <c:v>107.7324424717561</c:v>
                </c:pt>
                <c:pt idx="43">
                  <c:v>105.004746949391</c:v>
                </c:pt>
                <c:pt idx="44">
                  <c:v>105.3805310756142</c:v>
                </c:pt>
                <c:pt idx="45">
                  <c:v>104.7142677301446</c:v>
                </c:pt>
                <c:pt idx="46">
                  <c:v>102.6789616412406</c:v>
                </c:pt>
                <c:pt idx="47">
                  <c:v>103.2018544712305</c:v>
                </c:pt>
                <c:pt idx="48">
                  <c:v>105.0211290098254</c:v>
                </c:pt>
                <c:pt idx="49">
                  <c:v>105.0490829619425</c:v>
                </c:pt>
                <c:pt idx="50">
                  <c:v>102.6029747183028</c:v>
                </c:pt>
                <c:pt idx="51">
                  <c:v>103.2465752972822</c:v>
                </c:pt>
                <c:pt idx="52">
                  <c:v>102.6444383729425</c:v>
                </c:pt>
                <c:pt idx="53">
                  <c:v>103.6647713685562</c:v>
                </c:pt>
                <c:pt idx="54">
                  <c:v>105.5335356719366</c:v>
                </c:pt>
                <c:pt idx="55">
                  <c:v>107.6295460904872</c:v>
                </c:pt>
                <c:pt idx="56">
                  <c:v>107.4298416272553</c:v>
                </c:pt>
                <c:pt idx="57">
                  <c:v>107.3574966892296</c:v>
                </c:pt>
                <c:pt idx="58">
                  <c:v>109.1829832171838</c:v>
                </c:pt>
                <c:pt idx="59">
                  <c:v>107.1763182473614</c:v>
                </c:pt>
                <c:pt idx="60">
                  <c:v>108.0640829921778</c:v>
                </c:pt>
                <c:pt idx="61">
                  <c:v>108.0998294176727</c:v>
                </c:pt>
                <c:pt idx="62">
                  <c:v>109.946838014956</c:v>
                </c:pt>
                <c:pt idx="63">
                  <c:v>109.0429935631696</c:v>
                </c:pt>
                <c:pt idx="64">
                  <c:v>108.0551635649782</c:v>
                </c:pt>
                <c:pt idx="65">
                  <c:v>112.1625254320493</c:v>
                </c:pt>
                <c:pt idx="66">
                  <c:v>114.4454590082916</c:v>
                </c:pt>
                <c:pt idx="67">
                  <c:v>114.0048612939739</c:v>
                </c:pt>
                <c:pt idx="68">
                  <c:v>113.1372580278968</c:v>
                </c:pt>
                <c:pt idx="69">
                  <c:v>118.3080520025969</c:v>
                </c:pt>
                <c:pt idx="70">
                  <c:v>118.3130408347594</c:v>
                </c:pt>
                <c:pt idx="71">
                  <c:v>115.0030537699904</c:v>
                </c:pt>
                <c:pt idx="72">
                  <c:v>113.9612536784048</c:v>
                </c:pt>
                <c:pt idx="73">
                  <c:v>114.5641602297446</c:v>
                </c:pt>
                <c:pt idx="74">
                  <c:v>117.8045647676853</c:v>
                </c:pt>
                <c:pt idx="75">
                  <c:v>117.8683201186545</c:v>
                </c:pt>
                <c:pt idx="76">
                  <c:v>115.2339418700727</c:v>
                </c:pt>
                <c:pt idx="77">
                  <c:v>115.7460599220588</c:v>
                </c:pt>
                <c:pt idx="78">
                  <c:v>117.6384490256797</c:v>
                </c:pt>
                <c:pt idx="79">
                  <c:v>117.2307391222844</c:v>
                </c:pt>
                <c:pt idx="80">
                  <c:v>114.1570687766174</c:v>
                </c:pt>
                <c:pt idx="81">
                  <c:v>115.5588206675635</c:v>
                </c:pt>
                <c:pt idx="82">
                  <c:v>117.8077394790615</c:v>
                </c:pt>
                <c:pt idx="83">
                  <c:v>115.1646616967087</c:v>
                </c:pt>
                <c:pt idx="84">
                  <c:v>119.409979203579</c:v>
                </c:pt>
                <c:pt idx="85">
                  <c:v>120.1491509639853</c:v>
                </c:pt>
                <c:pt idx="86">
                  <c:v>121.5173003903658</c:v>
                </c:pt>
                <c:pt idx="87">
                  <c:v>123.1377912694612</c:v>
                </c:pt>
                <c:pt idx="88">
                  <c:v>121.8607052092203</c:v>
                </c:pt>
                <c:pt idx="89">
                  <c:v>120.5488072705563</c:v>
                </c:pt>
                <c:pt idx="90">
                  <c:v>117.6706634129769</c:v>
                </c:pt>
                <c:pt idx="91">
                  <c:v>117.6996343722015</c:v>
                </c:pt>
                <c:pt idx="92">
                  <c:v>117.5394969827873</c:v>
                </c:pt>
                <c:pt idx="93">
                  <c:v>116.7003424290418</c:v>
                </c:pt>
                <c:pt idx="94">
                  <c:v>118.1556933432212</c:v>
                </c:pt>
                <c:pt idx="95">
                  <c:v>121.6495388010201</c:v>
                </c:pt>
                <c:pt idx="96">
                  <c:v>120.805106804987</c:v>
                </c:pt>
                <c:pt idx="97">
                  <c:v>119.9364727884631</c:v>
                </c:pt>
                <c:pt idx="98">
                  <c:v>120.2232138194224</c:v>
                </c:pt>
                <c:pt idx="99">
                  <c:v>118.5091307997579</c:v>
                </c:pt>
                <c:pt idx="100">
                  <c:v>117.5694712057801</c:v>
                </c:pt>
                <c:pt idx="101">
                  <c:v>120.7918307392322</c:v>
                </c:pt>
                <c:pt idx="102">
                  <c:v>122.6604438658804</c:v>
                </c:pt>
                <c:pt idx="103">
                  <c:v>123.290905812498</c:v>
                </c:pt>
                <c:pt idx="104">
                  <c:v>123.0084252167187</c:v>
                </c:pt>
                <c:pt idx="105">
                  <c:v>123.4427971983378</c:v>
                </c:pt>
                <c:pt idx="106">
                  <c:v>121.799588579395</c:v>
                </c:pt>
                <c:pt idx="107">
                  <c:v>122.3704181768306</c:v>
                </c:pt>
                <c:pt idx="108">
                  <c:v>122.1047456850037</c:v>
                </c:pt>
                <c:pt idx="109">
                  <c:v>121.0995441059491</c:v>
                </c:pt>
                <c:pt idx="110">
                  <c:v>118.0755009584605</c:v>
                </c:pt>
                <c:pt idx="111">
                  <c:v>118.7693609292256</c:v>
                </c:pt>
                <c:pt idx="112">
                  <c:v>119.5360743415704</c:v>
                </c:pt>
                <c:pt idx="113">
                  <c:v>120.7181801839738</c:v>
                </c:pt>
                <c:pt idx="114">
                  <c:v>120.1848286727837</c:v>
                </c:pt>
                <c:pt idx="115">
                  <c:v>118.7420116840373</c:v>
                </c:pt>
                <c:pt idx="116">
                  <c:v>119.031748762962</c:v>
                </c:pt>
                <c:pt idx="117">
                  <c:v>117.7440391014495</c:v>
                </c:pt>
                <c:pt idx="118">
                  <c:v>117.188492097305</c:v>
                </c:pt>
                <c:pt idx="119">
                  <c:v>117.7765146121932</c:v>
                </c:pt>
                <c:pt idx="120">
                  <c:v>117.0054445612934</c:v>
                </c:pt>
                <c:pt idx="121">
                  <c:v>117.4508661877021</c:v>
                </c:pt>
                <c:pt idx="122">
                  <c:v>120.7864570935696</c:v>
                </c:pt>
                <c:pt idx="123">
                  <c:v>125.0813193385825</c:v>
                </c:pt>
                <c:pt idx="124">
                  <c:v>125.8398692073886</c:v>
                </c:pt>
                <c:pt idx="125">
                  <c:v>126.2199275121312</c:v>
                </c:pt>
                <c:pt idx="126">
                  <c:v>126.0251156776868</c:v>
                </c:pt>
                <c:pt idx="127">
                  <c:v>126.4825077526177</c:v>
                </c:pt>
                <c:pt idx="128">
                  <c:v>128.6555908179101</c:v>
                </c:pt>
                <c:pt idx="129">
                  <c:v>128.9206860894867</c:v>
                </c:pt>
                <c:pt idx="130">
                  <c:v>128.7177931715394</c:v>
                </c:pt>
                <c:pt idx="131">
                  <c:v>129.8390022775462</c:v>
                </c:pt>
                <c:pt idx="132">
                  <c:v>129.2639672182877</c:v>
                </c:pt>
                <c:pt idx="133">
                  <c:v>129.7276125125958</c:v>
                </c:pt>
                <c:pt idx="134">
                  <c:v>131.0442381599757</c:v>
                </c:pt>
                <c:pt idx="135">
                  <c:v>132.0690239975196</c:v>
                </c:pt>
                <c:pt idx="136">
                  <c:v>131.9494981757091</c:v>
                </c:pt>
                <c:pt idx="137">
                  <c:v>130.703801902408</c:v>
                </c:pt>
                <c:pt idx="138">
                  <c:v>132.7035264858886</c:v>
                </c:pt>
                <c:pt idx="139">
                  <c:v>134.2410900557045</c:v>
                </c:pt>
                <c:pt idx="140">
                  <c:v>131.1717626052533</c:v>
                </c:pt>
                <c:pt idx="141">
                  <c:v>131.4403761716884</c:v>
                </c:pt>
                <c:pt idx="142">
                  <c:v>133.305182393353</c:v>
                </c:pt>
                <c:pt idx="143">
                  <c:v>133.8515351035121</c:v>
                </c:pt>
                <c:pt idx="144">
                  <c:v>134.4940774453661</c:v>
                </c:pt>
                <c:pt idx="145">
                  <c:v>135.4937129720081</c:v>
                </c:pt>
                <c:pt idx="146">
                  <c:v>135.1124315100686</c:v>
                </c:pt>
                <c:pt idx="147">
                  <c:v>130.0608747470538</c:v>
                </c:pt>
                <c:pt idx="148">
                  <c:v>129.7448191733876</c:v>
                </c:pt>
                <c:pt idx="149">
                  <c:v>131.0332709752219</c:v>
                </c:pt>
                <c:pt idx="150">
                  <c:v>129.7548792977483</c:v>
                </c:pt>
                <c:pt idx="151">
                  <c:v>132.1674950235368</c:v>
                </c:pt>
                <c:pt idx="152">
                  <c:v>131.7194759060021</c:v>
                </c:pt>
                <c:pt idx="153">
                  <c:v>134.7054774903343</c:v>
                </c:pt>
                <c:pt idx="154">
                  <c:v>134.0331670755768</c:v>
                </c:pt>
                <c:pt idx="155">
                  <c:v>132.636816316972</c:v>
                </c:pt>
                <c:pt idx="156">
                  <c:v>134.2162970716242</c:v>
                </c:pt>
                <c:pt idx="157">
                  <c:v>132.6848218011141</c:v>
                </c:pt>
                <c:pt idx="158">
                  <c:v>133.2173212252682</c:v>
                </c:pt>
                <c:pt idx="159">
                  <c:v>134.5275012465209</c:v>
                </c:pt>
                <c:pt idx="160">
                  <c:v>133.640093828526</c:v>
                </c:pt>
                <c:pt idx="161">
                  <c:v>134.1384273112036</c:v>
                </c:pt>
                <c:pt idx="162">
                  <c:v>133.7327514220233</c:v>
                </c:pt>
                <c:pt idx="163">
                  <c:v>131.3648152922686</c:v>
                </c:pt>
                <c:pt idx="164">
                  <c:v>130.0171571847704</c:v>
                </c:pt>
                <c:pt idx="165">
                  <c:v>129.4854548742952</c:v>
                </c:pt>
                <c:pt idx="166">
                  <c:v>129.6549102477484</c:v>
                </c:pt>
                <c:pt idx="167">
                  <c:v>131.0631627381789</c:v>
                </c:pt>
                <c:pt idx="168">
                  <c:v>134.7213098171971</c:v>
                </c:pt>
                <c:pt idx="169">
                  <c:v>134.4483945855641</c:v>
                </c:pt>
                <c:pt idx="170">
                  <c:v>135.9269717431447</c:v>
                </c:pt>
                <c:pt idx="171">
                  <c:v>135.515743544891</c:v>
                </c:pt>
                <c:pt idx="172">
                  <c:v>136.2469853985266</c:v>
                </c:pt>
                <c:pt idx="173">
                  <c:v>137.4250506991786</c:v>
                </c:pt>
                <c:pt idx="174">
                  <c:v>136.8676895742478</c:v>
                </c:pt>
                <c:pt idx="175">
                  <c:v>134.74159498599</c:v>
                </c:pt>
                <c:pt idx="176">
                  <c:v>132.9380565708829</c:v>
                </c:pt>
                <c:pt idx="177">
                  <c:v>128.8234107339878</c:v>
                </c:pt>
                <c:pt idx="178">
                  <c:v>128.7228782070769</c:v>
                </c:pt>
                <c:pt idx="179">
                  <c:v>130.9833963969362</c:v>
                </c:pt>
                <c:pt idx="180">
                  <c:v>126.3059745594298</c:v>
                </c:pt>
                <c:pt idx="181">
                  <c:v>129.7219227701295</c:v>
                </c:pt>
                <c:pt idx="182">
                  <c:v>131.1314671344533</c:v>
                </c:pt>
                <c:pt idx="183">
                  <c:v>132.0109034156596</c:v>
                </c:pt>
                <c:pt idx="184">
                  <c:v>131.0932606512254</c:v>
                </c:pt>
                <c:pt idx="185">
                  <c:v>129.8628469712154</c:v>
                </c:pt>
                <c:pt idx="186">
                  <c:v>132.3663199130541</c:v>
                </c:pt>
                <c:pt idx="187">
                  <c:v>133.4590528200507</c:v>
                </c:pt>
                <c:pt idx="188">
                  <c:v>133.8179188956072</c:v>
                </c:pt>
                <c:pt idx="189">
                  <c:v>132.3370740870437</c:v>
                </c:pt>
                <c:pt idx="190">
                  <c:v>131.8720819454851</c:v>
                </c:pt>
                <c:pt idx="191">
                  <c:v>130.2245991480229</c:v>
                </c:pt>
                <c:pt idx="192">
                  <c:v>127.6412636615664</c:v>
                </c:pt>
                <c:pt idx="193">
                  <c:v>127.9270838887933</c:v>
                </c:pt>
                <c:pt idx="194">
                  <c:v>129.6454685736558</c:v>
                </c:pt>
                <c:pt idx="195">
                  <c:v>128.2043969889993</c:v>
                </c:pt>
                <c:pt idx="196">
                  <c:v>129.9821116695793</c:v>
                </c:pt>
                <c:pt idx="197">
                  <c:v>129.9955801420841</c:v>
                </c:pt>
                <c:pt idx="198">
                  <c:v>131.8305633174882</c:v>
                </c:pt>
                <c:pt idx="199">
                  <c:v>130.6241592512189</c:v>
                </c:pt>
                <c:pt idx="200">
                  <c:v>132.6947307487426</c:v>
                </c:pt>
                <c:pt idx="201">
                  <c:v>132.2604549704985</c:v>
                </c:pt>
                <c:pt idx="202">
                  <c:v>132.1940883850642</c:v>
                </c:pt>
                <c:pt idx="203">
                  <c:v>132.4216505970381</c:v>
                </c:pt>
                <c:pt idx="204">
                  <c:v>131.286849328473</c:v>
                </c:pt>
                <c:pt idx="205">
                  <c:v>131.9469006845832</c:v>
                </c:pt>
                <c:pt idx="206">
                  <c:v>130.5736249926473</c:v>
                </c:pt>
                <c:pt idx="207">
                  <c:v>129.7216341600044</c:v>
                </c:pt>
                <c:pt idx="208">
                  <c:v>131.3816646262389</c:v>
                </c:pt>
                <c:pt idx="209">
                  <c:v>130.2976449963525</c:v>
                </c:pt>
                <c:pt idx="210">
                  <c:v>129.5413627785294</c:v>
                </c:pt>
                <c:pt idx="211">
                  <c:v>126.0628961173967</c:v>
                </c:pt>
                <c:pt idx="212">
                  <c:v>126.5657649020402</c:v>
                </c:pt>
                <c:pt idx="213">
                  <c:v>125.9212022893105</c:v>
                </c:pt>
                <c:pt idx="214">
                  <c:v>123.7236835667594</c:v>
                </c:pt>
                <c:pt idx="215">
                  <c:v>123.680062207851</c:v>
                </c:pt>
                <c:pt idx="216">
                  <c:v>126.364768564915</c:v>
                </c:pt>
                <c:pt idx="217">
                  <c:v>129.8534327838013</c:v>
                </c:pt>
                <c:pt idx="218">
                  <c:v>129.6830566066156</c:v>
                </c:pt>
                <c:pt idx="219">
                  <c:v>129.0637405081627</c:v>
                </c:pt>
                <c:pt idx="220">
                  <c:v>128.6758622433638</c:v>
                </c:pt>
                <c:pt idx="221">
                  <c:v>130.3751574299516</c:v>
                </c:pt>
                <c:pt idx="222">
                  <c:v>132.475840583861</c:v>
                </c:pt>
                <c:pt idx="223">
                  <c:v>132.7146860773926</c:v>
                </c:pt>
                <c:pt idx="224">
                  <c:v>133.9389564847397</c:v>
                </c:pt>
                <c:pt idx="225">
                  <c:v>133.3520609236733</c:v>
                </c:pt>
                <c:pt idx="226">
                  <c:v>133.3385374778114</c:v>
                </c:pt>
                <c:pt idx="227">
                  <c:v>133.8330228254876</c:v>
                </c:pt>
                <c:pt idx="228">
                  <c:v>131.9343392724716</c:v>
                </c:pt>
                <c:pt idx="229">
                  <c:v>133.5919234243124</c:v>
                </c:pt>
                <c:pt idx="230">
                  <c:v>134.4390766015251</c:v>
                </c:pt>
                <c:pt idx="231">
                  <c:v>133.9517790202978</c:v>
                </c:pt>
                <c:pt idx="232">
                  <c:v>136.0040856199043</c:v>
                </c:pt>
                <c:pt idx="233">
                  <c:v>135.1257213191627</c:v>
                </c:pt>
                <c:pt idx="234">
                  <c:v>135.7480472089202</c:v>
                </c:pt>
                <c:pt idx="235">
                  <c:v>134.7397808652037</c:v>
                </c:pt>
                <c:pt idx="236">
                  <c:v>134.1669447402316</c:v>
                </c:pt>
                <c:pt idx="237">
                  <c:v>136.6148258746398</c:v>
                </c:pt>
                <c:pt idx="238">
                  <c:v>137.8503795635445</c:v>
                </c:pt>
                <c:pt idx="239">
                  <c:v>140.1994323451139</c:v>
                </c:pt>
                <c:pt idx="240">
                  <c:v>140.267722998049</c:v>
                </c:pt>
                <c:pt idx="241">
                  <c:v>137.5611372448343</c:v>
                </c:pt>
                <c:pt idx="242">
                  <c:v>138.3798004796975</c:v>
                </c:pt>
                <c:pt idx="243">
                  <c:v>138.4283694407505</c:v>
                </c:pt>
                <c:pt idx="244">
                  <c:v>138.7626486823161</c:v>
                </c:pt>
                <c:pt idx="245">
                  <c:v>139.2745605842128</c:v>
                </c:pt>
                <c:pt idx="246">
                  <c:v>138.2650985699781</c:v>
                </c:pt>
                <c:pt idx="247">
                  <c:v>140.2413082999324</c:v>
                </c:pt>
                <c:pt idx="248">
                  <c:v>142.4307047089628</c:v>
                </c:pt>
                <c:pt idx="249">
                  <c:v>143.0536902790063</c:v>
                </c:pt>
                <c:pt idx="250">
                  <c:v>143.65942795824</c:v>
                </c:pt>
                <c:pt idx="251">
                  <c:v>145.4279758315132</c:v>
                </c:pt>
                <c:pt idx="252">
                  <c:v>144.5063200120062</c:v>
                </c:pt>
                <c:pt idx="253">
                  <c:v>142.8015274897021</c:v>
                </c:pt>
                <c:pt idx="254">
                  <c:v>142.6595587948301</c:v>
                </c:pt>
                <c:pt idx="255">
                  <c:v>142.6220669652453</c:v>
                </c:pt>
                <c:pt idx="256">
                  <c:v>142.7321785996417</c:v>
                </c:pt>
                <c:pt idx="257">
                  <c:v>143.9155625725992</c:v>
                </c:pt>
                <c:pt idx="258">
                  <c:v>142.1774974258725</c:v>
                </c:pt>
                <c:pt idx="259">
                  <c:v>142.8612697855984</c:v>
                </c:pt>
                <c:pt idx="260">
                  <c:v>142.5243105928712</c:v>
                </c:pt>
                <c:pt idx="261">
                  <c:v>143.0950165002531</c:v>
                </c:pt>
                <c:pt idx="262">
                  <c:v>141.0816722675355</c:v>
                </c:pt>
                <c:pt idx="263">
                  <c:v>141.3075440487767</c:v>
                </c:pt>
                <c:pt idx="264">
                  <c:v>142.2196894774947</c:v>
                </c:pt>
                <c:pt idx="265">
                  <c:v>141.4639844799218</c:v>
                </c:pt>
                <c:pt idx="266">
                  <c:v>139.9238646489979</c:v>
                </c:pt>
                <c:pt idx="267">
                  <c:v>140.3551443792766</c:v>
                </c:pt>
                <c:pt idx="268">
                  <c:v>141.1079220455806</c:v>
                </c:pt>
                <c:pt idx="269">
                  <c:v>137.5677340476938</c:v>
                </c:pt>
                <c:pt idx="270">
                  <c:v>140.4070254850986</c:v>
                </c:pt>
                <c:pt idx="271">
                  <c:v>141.2572984003303</c:v>
                </c:pt>
                <c:pt idx="272">
                  <c:v>143.0890931210189</c:v>
                </c:pt>
                <c:pt idx="273">
                  <c:v>142.9254511800856</c:v>
                </c:pt>
                <c:pt idx="274">
                  <c:v>140.0655447337448</c:v>
                </c:pt>
                <c:pt idx="275">
                  <c:v>141.9679664750479</c:v>
                </c:pt>
                <c:pt idx="276">
                  <c:v>137.7879848031651</c:v>
                </c:pt>
                <c:pt idx="277">
                  <c:v>136.1372723209696</c:v>
                </c:pt>
                <c:pt idx="278">
                  <c:v>137.1664697704257</c:v>
                </c:pt>
                <c:pt idx="279">
                  <c:v>136.7031680595999</c:v>
                </c:pt>
                <c:pt idx="280">
                  <c:v>136.3645046928006</c:v>
                </c:pt>
                <c:pt idx="281">
                  <c:v>139.0852048554668</c:v>
                </c:pt>
                <c:pt idx="282">
                  <c:v>137.4488953928478</c:v>
                </c:pt>
                <c:pt idx="283">
                  <c:v>134.2277452732533</c:v>
                </c:pt>
                <c:pt idx="284">
                  <c:v>132.5264710458077</c:v>
                </c:pt>
                <c:pt idx="285">
                  <c:v>133.6899684068116</c:v>
                </c:pt>
                <c:pt idx="286">
                  <c:v>134.9506998932967</c:v>
                </c:pt>
                <c:pt idx="287">
                  <c:v>138.1541348485457</c:v>
                </c:pt>
                <c:pt idx="288">
                  <c:v>138.9927259253803</c:v>
                </c:pt>
                <c:pt idx="289">
                  <c:v>138.2933686188989</c:v>
                </c:pt>
                <c:pt idx="290">
                  <c:v>136.9947467459895</c:v>
                </c:pt>
                <c:pt idx="291">
                  <c:v>139.0838167781984</c:v>
                </c:pt>
                <c:pt idx="292">
                  <c:v>140.5160239090125</c:v>
                </c:pt>
                <c:pt idx="293">
                  <c:v>141.4676539515124</c:v>
                </c:pt>
                <c:pt idx="294">
                  <c:v>141.8045856575611</c:v>
                </c:pt>
                <c:pt idx="295">
                  <c:v>141.5996862120773</c:v>
                </c:pt>
                <c:pt idx="296">
                  <c:v>142.1687978921016</c:v>
                </c:pt>
                <c:pt idx="297">
                  <c:v>143.4404828200013</c:v>
                </c:pt>
                <c:pt idx="298">
                  <c:v>142.2451833718788</c:v>
                </c:pt>
                <c:pt idx="299">
                  <c:v>142.4915052419845</c:v>
                </c:pt>
                <c:pt idx="300">
                  <c:v>143.7785002498539</c:v>
                </c:pt>
                <c:pt idx="301">
                  <c:v>143.6617780692587</c:v>
                </c:pt>
                <c:pt idx="302">
                  <c:v>143.3968477177536</c:v>
                </c:pt>
                <c:pt idx="303">
                  <c:v>144.0541091759879</c:v>
                </c:pt>
                <c:pt idx="304">
                  <c:v>143.807306289007</c:v>
                </c:pt>
                <c:pt idx="305">
                  <c:v>142.7598439416337</c:v>
                </c:pt>
                <c:pt idx="306">
                  <c:v>143.591755755573</c:v>
                </c:pt>
                <c:pt idx="307">
                  <c:v>144.7440248083766</c:v>
                </c:pt>
                <c:pt idx="308">
                  <c:v>144.4117520943475</c:v>
                </c:pt>
                <c:pt idx="309">
                  <c:v>143.9550471863811</c:v>
                </c:pt>
                <c:pt idx="310">
                  <c:v>143.004118054185</c:v>
                </c:pt>
                <c:pt idx="311">
                  <c:v>138.850935893919</c:v>
                </c:pt>
                <c:pt idx="312">
                  <c:v>139.5169381159421</c:v>
                </c:pt>
                <c:pt idx="313">
                  <c:v>140.9397585460207</c:v>
                </c:pt>
                <c:pt idx="314">
                  <c:v>138.2205701506765</c:v>
                </c:pt>
                <c:pt idx="315">
                  <c:v>137.4078302950475</c:v>
                </c:pt>
                <c:pt idx="316">
                  <c:v>139.1496336300612</c:v>
                </c:pt>
                <c:pt idx="317">
                  <c:v>139.9307363186432</c:v>
                </c:pt>
                <c:pt idx="318">
                  <c:v>142.6997305755766</c:v>
                </c:pt>
                <c:pt idx="319">
                  <c:v>143.3452002486995</c:v>
                </c:pt>
                <c:pt idx="320">
                  <c:v>143.6035475406844</c:v>
                </c:pt>
                <c:pt idx="321">
                  <c:v>144.8861309366415</c:v>
                </c:pt>
                <c:pt idx="322">
                  <c:v>144.3267357974957</c:v>
                </c:pt>
                <c:pt idx="323">
                  <c:v>143.9324668799266</c:v>
                </c:pt>
                <c:pt idx="324">
                  <c:v>145.7100166404352</c:v>
                </c:pt>
                <c:pt idx="325">
                  <c:v>147.5775028132615</c:v>
                </c:pt>
                <c:pt idx="326">
                  <c:v>147.8008045900554</c:v>
                </c:pt>
                <c:pt idx="327">
                  <c:v>147.0346958846395</c:v>
                </c:pt>
                <c:pt idx="328">
                  <c:v>147.5536718629316</c:v>
                </c:pt>
                <c:pt idx="329">
                  <c:v>148.6851472433885</c:v>
                </c:pt>
                <c:pt idx="330">
                  <c:v>147.8182174009366</c:v>
                </c:pt>
                <c:pt idx="331">
                  <c:v>148.9881603880679</c:v>
                </c:pt>
                <c:pt idx="332">
                  <c:v>147.3558502371826</c:v>
                </c:pt>
                <c:pt idx="333">
                  <c:v>148.6969252851605</c:v>
                </c:pt>
                <c:pt idx="334">
                  <c:v>149.4991239995536</c:v>
                </c:pt>
                <c:pt idx="335">
                  <c:v>149.4162379202919</c:v>
                </c:pt>
                <c:pt idx="336">
                  <c:v>148.9231269065447</c:v>
                </c:pt>
                <c:pt idx="337">
                  <c:v>150.6002953168747</c:v>
                </c:pt>
                <c:pt idx="338">
                  <c:v>147.918158964258</c:v>
                </c:pt>
                <c:pt idx="339">
                  <c:v>148.9330495975126</c:v>
                </c:pt>
                <c:pt idx="340">
                  <c:v>146.7116724379529</c:v>
                </c:pt>
                <c:pt idx="341">
                  <c:v>145.7617877995429</c:v>
                </c:pt>
                <c:pt idx="342">
                  <c:v>146.4447355589114</c:v>
                </c:pt>
                <c:pt idx="343">
                  <c:v>146.0494358908955</c:v>
                </c:pt>
                <c:pt idx="344">
                  <c:v>145.4927344462506</c:v>
                </c:pt>
                <c:pt idx="345">
                  <c:v>147.7364033021396</c:v>
                </c:pt>
                <c:pt idx="346">
                  <c:v>149.3794882310288</c:v>
                </c:pt>
                <c:pt idx="347">
                  <c:v>149.0106857211652</c:v>
                </c:pt>
                <c:pt idx="348">
                  <c:v>147.1353658449432</c:v>
                </c:pt>
                <c:pt idx="349">
                  <c:v>148.0264152478501</c:v>
                </c:pt>
                <c:pt idx="350">
                  <c:v>148.8267448680997</c:v>
                </c:pt>
                <c:pt idx="351">
                  <c:v>148.7486689575897</c:v>
                </c:pt>
                <c:pt idx="352">
                  <c:v>149.7032125880192</c:v>
                </c:pt>
                <c:pt idx="353">
                  <c:v>149.7419550614794</c:v>
                </c:pt>
                <c:pt idx="354">
                  <c:v>151.5903105060133</c:v>
                </c:pt>
                <c:pt idx="355">
                  <c:v>152.0319389707778</c:v>
                </c:pt>
                <c:pt idx="356">
                  <c:v>152.7238886173816</c:v>
                </c:pt>
                <c:pt idx="357">
                  <c:v>152.5197725422374</c:v>
                </c:pt>
                <c:pt idx="358">
                  <c:v>152.1002983404093</c:v>
                </c:pt>
                <c:pt idx="359">
                  <c:v>152.5014114409451</c:v>
                </c:pt>
                <c:pt idx="360">
                  <c:v>154.1999095138541</c:v>
                </c:pt>
                <c:pt idx="361">
                  <c:v>154.701706318033</c:v>
                </c:pt>
                <c:pt idx="362">
                  <c:v>153.7825242995982</c:v>
                </c:pt>
                <c:pt idx="363">
                  <c:v>154.7715224816293</c:v>
                </c:pt>
                <c:pt idx="364">
                  <c:v>157.1065020837651</c:v>
                </c:pt>
                <c:pt idx="365">
                  <c:v>158.2287831702365</c:v>
                </c:pt>
                <c:pt idx="366">
                  <c:v>158.214806194178</c:v>
                </c:pt>
                <c:pt idx="367">
                  <c:v>159.2348505796666</c:v>
                </c:pt>
                <c:pt idx="368">
                  <c:v>161.0763343545551</c:v>
                </c:pt>
                <c:pt idx="369">
                  <c:v>160.1566026025487</c:v>
                </c:pt>
                <c:pt idx="370">
                  <c:v>158.9353144998277</c:v>
                </c:pt>
                <c:pt idx="371">
                  <c:v>162.9590344039761</c:v>
                </c:pt>
                <c:pt idx="372">
                  <c:v>161.7682565144802</c:v>
                </c:pt>
                <c:pt idx="373">
                  <c:v>160.62929101411</c:v>
                </c:pt>
                <c:pt idx="374">
                  <c:v>160.3324623721113</c:v>
                </c:pt>
                <c:pt idx="375">
                  <c:v>159.7622374816045</c:v>
                </c:pt>
                <c:pt idx="376">
                  <c:v>159.3500472496005</c:v>
                </c:pt>
                <c:pt idx="377">
                  <c:v>158.7402690286153</c:v>
                </c:pt>
                <c:pt idx="378">
                  <c:v>161.2441130406148</c:v>
                </c:pt>
                <c:pt idx="379">
                  <c:v>161.6661984769082</c:v>
                </c:pt>
                <c:pt idx="380">
                  <c:v>159.9921910346151</c:v>
                </c:pt>
                <c:pt idx="381">
                  <c:v>160.3905554672928</c:v>
                </c:pt>
                <c:pt idx="382">
                  <c:v>162.8287475475011</c:v>
                </c:pt>
                <c:pt idx="383">
                  <c:v>163.3555709725281</c:v>
                </c:pt>
                <c:pt idx="384">
                  <c:v>160.8328573556826</c:v>
                </c:pt>
                <c:pt idx="385">
                  <c:v>162.7092629557085</c:v>
                </c:pt>
                <c:pt idx="386">
                  <c:v>164.270877369283</c:v>
                </c:pt>
                <c:pt idx="387">
                  <c:v>162.6886479467726</c:v>
                </c:pt>
                <c:pt idx="388">
                  <c:v>157.3362769733648</c:v>
                </c:pt>
                <c:pt idx="389">
                  <c:v>160.0810142364503</c:v>
                </c:pt>
                <c:pt idx="390">
                  <c:v>158.5773005113072</c:v>
                </c:pt>
                <c:pt idx="391">
                  <c:v>158.7741051299488</c:v>
                </c:pt>
                <c:pt idx="392">
                  <c:v>156.3450111403508</c:v>
                </c:pt>
                <c:pt idx="393">
                  <c:v>157.5388125644906</c:v>
                </c:pt>
                <c:pt idx="394">
                  <c:v>158.8135072836949</c:v>
                </c:pt>
                <c:pt idx="395">
                  <c:v>159.4615881912831</c:v>
                </c:pt>
                <c:pt idx="396">
                  <c:v>158.309484058551</c:v>
                </c:pt>
                <c:pt idx="397">
                  <c:v>156.3583696661413</c:v>
                </c:pt>
                <c:pt idx="398">
                  <c:v>154.7091826946071</c:v>
                </c:pt>
                <c:pt idx="399">
                  <c:v>158.5577437394967</c:v>
                </c:pt>
                <c:pt idx="400">
                  <c:v>160.3492155027066</c:v>
                </c:pt>
                <c:pt idx="401">
                  <c:v>158.9587606366574</c:v>
                </c:pt>
                <c:pt idx="402">
                  <c:v>157.1972905831189</c:v>
                </c:pt>
                <c:pt idx="403">
                  <c:v>158.4731809728415</c:v>
                </c:pt>
                <c:pt idx="404">
                  <c:v>158.0171907185183</c:v>
                </c:pt>
                <c:pt idx="405">
                  <c:v>160.1340772694514</c:v>
                </c:pt>
                <c:pt idx="406">
                  <c:v>157.4797574355588</c:v>
                </c:pt>
                <c:pt idx="407">
                  <c:v>156.2362326098656</c:v>
                </c:pt>
                <c:pt idx="408">
                  <c:v>145.2922328693399</c:v>
                </c:pt>
                <c:pt idx="409">
                  <c:v>141.5337731568395</c:v>
                </c:pt>
                <c:pt idx="410">
                  <c:v>143.1665230945822</c:v>
                </c:pt>
                <c:pt idx="411">
                  <c:v>146.5389186630699</c:v>
                </c:pt>
                <c:pt idx="412">
                  <c:v>145.0432722780904</c:v>
                </c:pt>
                <c:pt idx="413">
                  <c:v>147.3618835631311</c:v>
                </c:pt>
                <c:pt idx="414">
                  <c:v>140.5026104098648</c:v>
                </c:pt>
                <c:pt idx="415">
                  <c:v>134.6802859494146</c:v>
                </c:pt>
                <c:pt idx="416">
                  <c:v>118.285073139303</c:v>
                </c:pt>
                <c:pt idx="417">
                  <c:v>126.7334748714036</c:v>
                </c:pt>
                <c:pt idx="418">
                  <c:v>117.0535737354891</c:v>
                </c:pt>
                <c:pt idx="419">
                  <c:v>99.75263363610826</c:v>
                </c:pt>
                <c:pt idx="420">
                  <c:v>113.6270568968749</c:v>
                </c:pt>
                <c:pt idx="421">
                  <c:v>97.80866578012966</c:v>
                </c:pt>
                <c:pt idx="422">
                  <c:v>102.5490046249085</c:v>
                </c:pt>
                <c:pt idx="423">
                  <c:v>91.9359994678579</c:v>
                </c:pt>
                <c:pt idx="424">
                  <c:v>93.9107111738296</c:v>
                </c:pt>
                <c:pt idx="425">
                  <c:v>92.17569704842548</c:v>
                </c:pt>
                <c:pt idx="426">
                  <c:v>87.36588562353255</c:v>
                </c:pt>
                <c:pt idx="427">
                  <c:v>95.83134283969274</c:v>
                </c:pt>
                <c:pt idx="428">
                  <c:v>103.0139830231278</c:v>
                </c:pt>
                <c:pt idx="429">
                  <c:v>106.7990223538162</c:v>
                </c:pt>
                <c:pt idx="430">
                  <c:v>100.9156637235764</c:v>
                </c:pt>
                <c:pt idx="431">
                  <c:v>102.5795698114909</c:v>
                </c:pt>
                <c:pt idx="432">
                  <c:v>100.3535336599117</c:v>
                </c:pt>
                <c:pt idx="433">
                  <c:v>97.53194364351316</c:v>
                </c:pt>
                <c:pt idx="434">
                  <c:v>99.30038157007208</c:v>
                </c:pt>
                <c:pt idx="435">
                  <c:v>95.56782805213453</c:v>
                </c:pt>
                <c:pt idx="436">
                  <c:v>101.8010096406776</c:v>
                </c:pt>
                <c:pt idx="437">
                  <c:v>104.9415138453149</c:v>
                </c:pt>
                <c:pt idx="438">
                  <c:v>108.0564829255501</c:v>
                </c:pt>
                <c:pt idx="439">
                  <c:v>106.7609258173026</c:v>
                </c:pt>
                <c:pt idx="440">
                  <c:v>108.3467422513679</c:v>
                </c:pt>
                <c:pt idx="441">
                  <c:v>109.8345137029339</c:v>
                </c:pt>
                <c:pt idx="442">
                  <c:v>108.3407501554372</c:v>
                </c:pt>
                <c:pt idx="443">
                  <c:v>106.939465538027</c:v>
                </c:pt>
                <c:pt idx="444">
                  <c:v>108.55903561339</c:v>
                </c:pt>
                <c:pt idx="445">
                  <c:v>108.5349435396135</c:v>
                </c:pt>
                <c:pt idx="446">
                  <c:v>110.8910878842569</c:v>
                </c:pt>
                <c:pt idx="447">
                  <c:v>109.4977194302781</c:v>
                </c:pt>
                <c:pt idx="448">
                  <c:v>103.529413219883</c:v>
                </c:pt>
                <c:pt idx="449">
                  <c:v>107.5259625422539</c:v>
                </c:pt>
                <c:pt idx="450">
                  <c:v>111.7501565366345</c:v>
                </c:pt>
                <c:pt idx="451">
                  <c:v>114.3044523471699</c:v>
                </c:pt>
                <c:pt idx="452">
                  <c:v>110.6419761162752</c:v>
                </c:pt>
                <c:pt idx="453">
                  <c:v>108.4022653421019</c:v>
                </c:pt>
                <c:pt idx="454">
                  <c:v>109.2193893229646</c:v>
                </c:pt>
                <c:pt idx="455">
                  <c:v>108.6598979804438</c:v>
                </c:pt>
                <c:pt idx="456">
                  <c:v>107.3610012407487</c:v>
                </c:pt>
                <c:pt idx="457">
                  <c:v>110.3086451651207</c:v>
                </c:pt>
                <c:pt idx="458">
                  <c:v>108.6611623676585</c:v>
                </c:pt>
                <c:pt idx="459">
                  <c:v>107.0220630071636</c:v>
                </c:pt>
                <c:pt idx="460">
                  <c:v>106.8849731977397</c:v>
                </c:pt>
                <c:pt idx="461">
                  <c:v>108.5872369456143</c:v>
                </c:pt>
                <c:pt idx="462">
                  <c:v>106.5886942893127</c:v>
                </c:pt>
                <c:pt idx="463">
                  <c:v>111.588067593041</c:v>
                </c:pt>
                <c:pt idx="464">
                  <c:v>110.9669511171411</c:v>
                </c:pt>
                <c:pt idx="465">
                  <c:v>111.7600792276023</c:v>
                </c:pt>
                <c:pt idx="466">
                  <c:v>114.1069468182245</c:v>
                </c:pt>
                <c:pt idx="467">
                  <c:v>112.9334305628777</c:v>
                </c:pt>
                <c:pt idx="468">
                  <c:v>117.7302270454624</c:v>
                </c:pt>
                <c:pt idx="469">
                  <c:v>117.462822892885</c:v>
                </c:pt>
                <c:pt idx="470">
                  <c:v>120.8675153087056</c:v>
                </c:pt>
                <c:pt idx="471">
                  <c:v>119.4970844880029</c:v>
                </c:pt>
                <c:pt idx="472">
                  <c:v>120.1203449248322</c:v>
                </c:pt>
                <c:pt idx="473">
                  <c:v>121.7936102268036</c:v>
                </c:pt>
                <c:pt idx="474">
                  <c:v>125.1281291522064</c:v>
                </c:pt>
                <c:pt idx="475">
                  <c:v>127.8159964773073</c:v>
                </c:pt>
                <c:pt idx="476">
                  <c:v>128.9518422396585</c:v>
                </c:pt>
                <c:pt idx="477">
                  <c:v>130.0629225046081</c:v>
                </c:pt>
                <c:pt idx="478">
                  <c:v>134.1963829729921</c:v>
                </c:pt>
                <c:pt idx="479">
                  <c:v>132.9620661846236</c:v>
                </c:pt>
                <c:pt idx="480">
                  <c:v>130.1301549204178</c:v>
                </c:pt>
                <c:pt idx="481">
                  <c:v>127.5316880174024</c:v>
                </c:pt>
                <c:pt idx="482">
                  <c:v>126.9548113506789</c:v>
                </c:pt>
                <c:pt idx="483">
                  <c:v>128.5430603557986</c:v>
                </c:pt>
                <c:pt idx="484">
                  <c:v>131.3138824768576</c:v>
                </c:pt>
                <c:pt idx="485">
                  <c:v>132.1081787711585</c:v>
                </c:pt>
                <c:pt idx="486">
                  <c:v>132.7223136306989</c:v>
                </c:pt>
                <c:pt idx="487">
                  <c:v>131.0234444876291</c:v>
                </c:pt>
                <c:pt idx="488">
                  <c:v>131.901918735085</c:v>
                </c:pt>
                <c:pt idx="489">
                  <c:v>129.7060079832309</c:v>
                </c:pt>
                <c:pt idx="490">
                  <c:v>131.9128172031425</c:v>
                </c:pt>
                <c:pt idx="491">
                  <c:v>128.9599233231614</c:v>
                </c:pt>
                <c:pt idx="492">
                  <c:v>131.5723397155568</c:v>
                </c:pt>
                <c:pt idx="493">
                  <c:v>130.6384385807418</c:v>
                </c:pt>
                <c:pt idx="494">
                  <c:v>132.2153218442682</c:v>
                </c:pt>
                <c:pt idx="495">
                  <c:v>132.2589706898551</c:v>
                </c:pt>
                <c:pt idx="496">
                  <c:v>132.9872164955254</c:v>
                </c:pt>
                <c:pt idx="497">
                  <c:v>135.9726958329645</c:v>
                </c:pt>
                <c:pt idx="498">
                  <c:v>134.356314212317</c:v>
                </c:pt>
                <c:pt idx="499">
                  <c:v>137.1171311823724</c:v>
                </c:pt>
                <c:pt idx="500">
                  <c:v>136.2794059359132</c:v>
                </c:pt>
                <c:pt idx="501">
                  <c:v>137.4771379550901</c:v>
                </c:pt>
                <c:pt idx="502">
                  <c:v>135.6427182565969</c:v>
                </c:pt>
                <c:pt idx="503">
                  <c:v>138.0384159317187</c:v>
                </c:pt>
                <c:pt idx="504">
                  <c:v>139.8941927794694</c:v>
                </c:pt>
                <c:pt idx="505">
                  <c:v>138.1937706390598</c:v>
                </c:pt>
                <c:pt idx="506">
                  <c:v>141.4028128767393</c:v>
                </c:pt>
                <c:pt idx="507">
                  <c:v>143.516703379707</c:v>
                </c:pt>
                <c:pt idx="508">
                  <c:v>143.3564148135606</c:v>
                </c:pt>
                <c:pt idx="509">
                  <c:v>143.3286944982114</c:v>
                </c:pt>
                <c:pt idx="510">
                  <c:v>140.5851666489836</c:v>
                </c:pt>
                <c:pt idx="511">
                  <c:v>140.7064791049018</c:v>
                </c:pt>
                <c:pt idx="512">
                  <c:v>143.5863958532497</c:v>
                </c:pt>
                <c:pt idx="513">
                  <c:v>143.0806272240159</c:v>
                </c:pt>
                <c:pt idx="514">
                  <c:v>145.1367682152845</c:v>
                </c:pt>
                <c:pt idx="515">
                  <c:v>144.3170192566173</c:v>
                </c:pt>
                <c:pt idx="516">
                  <c:v>141.4357831476975</c:v>
                </c:pt>
                <c:pt idx="517">
                  <c:v>141.3227029520143</c:v>
                </c:pt>
                <c:pt idx="518">
                  <c:v>139.1044043004558</c:v>
                </c:pt>
                <c:pt idx="519">
                  <c:v>141.2839467352148</c:v>
                </c:pt>
                <c:pt idx="520">
                  <c:v>143.1033999372204</c:v>
                </c:pt>
                <c:pt idx="521">
                  <c:v>141.2479254429341</c:v>
                </c:pt>
                <c:pt idx="522">
                  <c:v>142.167258638101</c:v>
                </c:pt>
                <c:pt idx="523">
                  <c:v>140.4217446014789</c:v>
                </c:pt>
                <c:pt idx="524">
                  <c:v>140.3439435577547</c:v>
                </c:pt>
                <c:pt idx="525">
                  <c:v>138.0664111138537</c:v>
                </c:pt>
                <c:pt idx="526">
                  <c:v>139.293485162416</c:v>
                </c:pt>
                <c:pt idx="527">
                  <c:v>136.8773511417691</c:v>
                </c:pt>
                <c:pt idx="528">
                  <c:v>140.2718734865147</c:v>
                </c:pt>
                <c:pt idx="529">
                  <c:v>138.6066892680462</c:v>
                </c:pt>
                <c:pt idx="530">
                  <c:v>139.4507364505792</c:v>
                </c:pt>
                <c:pt idx="531">
                  <c:v>139.5241533690697</c:v>
                </c:pt>
                <c:pt idx="532">
                  <c:v>140.5915435584144</c:v>
                </c:pt>
                <c:pt idx="533">
                  <c:v>140.3437374076654</c:v>
                </c:pt>
                <c:pt idx="534">
                  <c:v>138.295553809846</c:v>
                </c:pt>
                <c:pt idx="535">
                  <c:v>138.2904825176478</c:v>
                </c:pt>
                <c:pt idx="536">
                  <c:v>140.3784943127313</c:v>
                </c:pt>
                <c:pt idx="537">
                  <c:v>136.5663943469797</c:v>
                </c:pt>
                <c:pt idx="538">
                  <c:v>140.4124678474577</c:v>
                </c:pt>
                <c:pt idx="539">
                  <c:v>140.0599237079749</c:v>
                </c:pt>
                <c:pt idx="540">
                  <c:v>138.4247824291957</c:v>
                </c:pt>
                <c:pt idx="541">
                  <c:v>139.1399445758613</c:v>
                </c:pt>
                <c:pt idx="542">
                  <c:v>137.5027005661706</c:v>
                </c:pt>
                <c:pt idx="543">
                  <c:v>139.2091010591717</c:v>
                </c:pt>
                <c:pt idx="544">
                  <c:v>135.8317304018607</c:v>
                </c:pt>
                <c:pt idx="545">
                  <c:v>135.1839106177191</c:v>
                </c:pt>
                <c:pt idx="546">
                  <c:v>137.8106750563339</c:v>
                </c:pt>
                <c:pt idx="547">
                  <c:v>137.8428207269347</c:v>
                </c:pt>
                <c:pt idx="548">
                  <c:v>136.9876689262549</c:v>
                </c:pt>
                <c:pt idx="549">
                  <c:v>137.5678439944081</c:v>
                </c:pt>
                <c:pt idx="550">
                  <c:v>135.0828833305938</c:v>
                </c:pt>
                <c:pt idx="551">
                  <c:v>133.2976373000825</c:v>
                </c:pt>
                <c:pt idx="552">
                  <c:v>133.7138131004808</c:v>
                </c:pt>
                <c:pt idx="553">
                  <c:v>131.5716113185744</c:v>
                </c:pt>
                <c:pt idx="554">
                  <c:v>133.326979329468</c:v>
                </c:pt>
                <c:pt idx="555">
                  <c:v>133.3095390319082</c:v>
                </c:pt>
                <c:pt idx="556">
                  <c:v>130.1032042320689</c:v>
                </c:pt>
                <c:pt idx="557">
                  <c:v>128.6106500984298</c:v>
                </c:pt>
                <c:pt idx="558">
                  <c:v>130.0166349378773</c:v>
                </c:pt>
                <c:pt idx="559">
                  <c:v>131.219369532556</c:v>
                </c:pt>
                <c:pt idx="560">
                  <c:v>129.208938887768</c:v>
                </c:pt>
                <c:pt idx="561">
                  <c:v>132.0586340330159</c:v>
                </c:pt>
                <c:pt idx="562">
                  <c:v>131.4069798572122</c:v>
                </c:pt>
                <c:pt idx="563">
                  <c:v>131.2849802343294</c:v>
                </c:pt>
                <c:pt idx="564">
                  <c:v>134.5744072635197</c:v>
                </c:pt>
                <c:pt idx="565">
                  <c:v>133.9746204501988</c:v>
                </c:pt>
                <c:pt idx="566">
                  <c:v>135.3757676342161</c:v>
                </c:pt>
                <c:pt idx="567">
                  <c:v>136.5186774729627</c:v>
                </c:pt>
                <c:pt idx="568">
                  <c:v>136.1333554692718</c:v>
                </c:pt>
                <c:pt idx="569">
                  <c:v>135.1095591521569</c:v>
                </c:pt>
                <c:pt idx="570">
                  <c:v>135.5885557564526</c:v>
                </c:pt>
                <c:pt idx="571">
                  <c:v>138.1752995910532</c:v>
                </c:pt>
                <c:pt idx="572">
                  <c:v>138.1926299418986</c:v>
                </c:pt>
                <c:pt idx="573">
                  <c:v>140.0689943119067</c:v>
                </c:pt>
                <c:pt idx="574">
                  <c:v>139.164710073263</c:v>
                </c:pt>
                <c:pt idx="575">
                  <c:v>138.8310355386262</c:v>
                </c:pt>
                <c:pt idx="576">
                  <c:v>136.8912731444705</c:v>
                </c:pt>
                <c:pt idx="577">
                  <c:v>131.0685226405023</c:v>
                </c:pt>
                <c:pt idx="578">
                  <c:v>132.7361394300252</c:v>
                </c:pt>
                <c:pt idx="579">
                  <c:v>129.1219710367371</c:v>
                </c:pt>
                <c:pt idx="580">
                  <c:v>131.9081719544623</c:v>
                </c:pt>
                <c:pt idx="581">
                  <c:v>134.5016775119938</c:v>
                </c:pt>
                <c:pt idx="582">
                  <c:v>138.4660674204247</c:v>
                </c:pt>
                <c:pt idx="583">
                  <c:v>138.7048029672419</c:v>
                </c:pt>
                <c:pt idx="584">
                  <c:v>142.2643965602071</c:v>
                </c:pt>
                <c:pt idx="585">
                  <c:v>144.3970879513244</c:v>
                </c:pt>
                <c:pt idx="586">
                  <c:v>144.0423311342158</c:v>
                </c:pt>
                <c:pt idx="587">
                  <c:v>140.878861809624</c:v>
                </c:pt>
                <c:pt idx="588">
                  <c:v>143.9243720530845</c:v>
                </c:pt>
                <c:pt idx="589">
                  <c:v>146.2702501232777</c:v>
                </c:pt>
                <c:pt idx="590">
                  <c:v>147.3954310543395</c:v>
                </c:pt>
                <c:pt idx="591">
                  <c:v>145.8430659081076</c:v>
                </c:pt>
                <c:pt idx="592">
                  <c:v>146.6000627795739</c:v>
                </c:pt>
                <c:pt idx="593">
                  <c:v>145.7377781858023</c:v>
                </c:pt>
                <c:pt idx="594">
                  <c:v>147.5744930219569</c:v>
                </c:pt>
                <c:pt idx="595">
                  <c:v>150.8830370361004</c:v>
                </c:pt>
                <c:pt idx="596">
                  <c:v>151.3588726723593</c:v>
                </c:pt>
                <c:pt idx="597">
                  <c:v>151.4888296886914</c:v>
                </c:pt>
                <c:pt idx="598">
                  <c:v>151.9676201428977</c:v>
                </c:pt>
                <c:pt idx="599">
                  <c:v>149.6557843241273</c:v>
                </c:pt>
                <c:pt idx="600">
                  <c:v>153.100676007373</c:v>
                </c:pt>
                <c:pt idx="601">
                  <c:v>153.7584597125003</c:v>
                </c:pt>
                <c:pt idx="602">
                  <c:v>154.3261420852384</c:v>
                </c:pt>
                <c:pt idx="603">
                  <c:v>156.330786784185</c:v>
                </c:pt>
                <c:pt idx="604">
                  <c:v>156.1102749052671</c:v>
                </c:pt>
                <c:pt idx="605">
                  <c:v>156.389663249706</c:v>
                </c:pt>
                <c:pt idx="606">
                  <c:v>155.3013282112824</c:v>
                </c:pt>
                <c:pt idx="607">
                  <c:v>158.2251824153424</c:v>
                </c:pt>
                <c:pt idx="608">
                  <c:v>158.2243165849671</c:v>
                </c:pt>
                <c:pt idx="609">
                  <c:v>157.5139508637139</c:v>
                </c:pt>
                <c:pt idx="610">
                  <c:v>159.6270030229849</c:v>
                </c:pt>
                <c:pt idx="611">
                  <c:v>161.9753548942505</c:v>
                </c:pt>
                <c:pt idx="612">
                  <c:v>162.7219205711952</c:v>
                </c:pt>
                <c:pt idx="613">
                  <c:v>162.203934113332</c:v>
                </c:pt>
                <c:pt idx="614">
                  <c:v>159.1788877020752</c:v>
                </c:pt>
                <c:pt idx="615">
                  <c:v>160.2970595300987</c:v>
                </c:pt>
                <c:pt idx="616">
                  <c:v>161.9059510308329</c:v>
                </c:pt>
                <c:pt idx="617">
                  <c:v>163.7157426653172</c:v>
                </c:pt>
                <c:pt idx="618">
                  <c:v>164.1080462853678</c:v>
                </c:pt>
                <c:pt idx="619">
                  <c:v>163.5694310752294</c:v>
                </c:pt>
                <c:pt idx="620">
                  <c:v>163.346060581739</c:v>
                </c:pt>
                <c:pt idx="621">
                  <c:v>164.0627757257445</c:v>
                </c:pt>
                <c:pt idx="622">
                  <c:v>163.6832808979128</c:v>
                </c:pt>
                <c:pt idx="623">
                  <c:v>168.1991222953795</c:v>
                </c:pt>
                <c:pt idx="624">
                  <c:v>171.897056341644</c:v>
                </c:pt>
                <c:pt idx="625">
                  <c:v>169.3937070898589</c:v>
                </c:pt>
                <c:pt idx="626">
                  <c:v>170.4146585357406</c:v>
                </c:pt>
                <c:pt idx="627">
                  <c:v>167.5767689189434</c:v>
                </c:pt>
                <c:pt idx="628">
                  <c:v>169.70346821413</c:v>
                </c:pt>
                <c:pt idx="629">
                  <c:v>165.3994391618102</c:v>
                </c:pt>
                <c:pt idx="630">
                  <c:v>166.626485723694</c:v>
                </c:pt>
                <c:pt idx="631">
                  <c:v>165.794683856469</c:v>
                </c:pt>
                <c:pt idx="632">
                  <c:v>164.4341070100376</c:v>
                </c:pt>
                <c:pt idx="633">
                  <c:v>162.6235457485529</c:v>
                </c:pt>
                <c:pt idx="634">
                  <c:v>161.3199900168383</c:v>
                </c:pt>
                <c:pt idx="635">
                  <c:v>160.0605091742287</c:v>
                </c:pt>
                <c:pt idx="636">
                  <c:v>159.260976667658</c:v>
                </c:pt>
                <c:pt idx="637">
                  <c:v>163.3852840720745</c:v>
                </c:pt>
                <c:pt idx="638">
                  <c:v>158.1412380989553</c:v>
                </c:pt>
                <c:pt idx="639">
                  <c:v>161.5083837118341</c:v>
                </c:pt>
                <c:pt idx="640">
                  <c:v>162.4927366451849</c:v>
                </c:pt>
                <c:pt idx="641">
                  <c:v>164.5417448433616</c:v>
                </c:pt>
                <c:pt idx="642">
                  <c:v>163.9041913336701</c:v>
                </c:pt>
                <c:pt idx="643">
                  <c:v>165.2502689571499</c:v>
                </c:pt>
                <c:pt idx="644">
                  <c:v>164.5027687331335</c:v>
                </c:pt>
                <c:pt idx="645">
                  <c:v>164.1939009259162</c:v>
                </c:pt>
                <c:pt idx="646">
                  <c:v>162.7696924185693</c:v>
                </c:pt>
                <c:pt idx="647">
                  <c:v>163.9578041002428</c:v>
                </c:pt>
                <c:pt idx="648">
                  <c:v>164.1349420003595</c:v>
                </c:pt>
                <c:pt idx="649">
                  <c:v>165.4090457559743</c:v>
                </c:pt>
                <c:pt idx="650">
                  <c:v>163.8191887801577</c:v>
                </c:pt>
                <c:pt idx="651">
                  <c:v>162.7630956157098</c:v>
                </c:pt>
                <c:pt idx="652">
                  <c:v>154.8430428192976</c:v>
                </c:pt>
                <c:pt idx="653">
                  <c:v>158.3610078375515</c:v>
                </c:pt>
                <c:pt idx="654">
                  <c:v>158.9661545531958</c:v>
                </c:pt>
                <c:pt idx="655">
                  <c:v>154.2777243009176</c:v>
                </c:pt>
                <c:pt idx="656">
                  <c:v>151.2250675210259</c:v>
                </c:pt>
                <c:pt idx="657">
                  <c:v>151.6369004262084</c:v>
                </c:pt>
                <c:pt idx="658">
                  <c:v>153.2929315807094</c:v>
                </c:pt>
                <c:pt idx="659">
                  <c:v>152.803874852053</c:v>
                </c:pt>
                <c:pt idx="660">
                  <c:v>154.8739241026836</c:v>
                </c:pt>
                <c:pt idx="661">
                  <c:v>158.3263333925213</c:v>
                </c:pt>
                <c:pt idx="662">
                  <c:v>152.0172473410761</c:v>
                </c:pt>
                <c:pt idx="663">
                  <c:v>153.0054484094284</c:v>
                </c:pt>
                <c:pt idx="664">
                  <c:v>154.9925566074402</c:v>
                </c:pt>
                <c:pt idx="665">
                  <c:v>158.0260826590393</c:v>
                </c:pt>
                <c:pt idx="666">
                  <c:v>156.8945110752074</c:v>
                </c:pt>
                <c:pt idx="667">
                  <c:v>157.8432687597956</c:v>
                </c:pt>
                <c:pt idx="668">
                  <c:v>156.6998779041737</c:v>
                </c:pt>
                <c:pt idx="669">
                  <c:v>160.177849805092</c:v>
                </c:pt>
                <c:pt idx="670">
                  <c:v>157.8222277073416</c:v>
                </c:pt>
                <c:pt idx="671">
                  <c:v>159.7272606831099</c:v>
                </c:pt>
                <c:pt idx="672">
                  <c:v>158.0193484227869</c:v>
                </c:pt>
                <c:pt idx="673">
                  <c:v>155.6595346065529</c:v>
                </c:pt>
                <c:pt idx="674">
                  <c:v>154.0136185497699</c:v>
                </c:pt>
                <c:pt idx="675">
                  <c:v>156.3303469973277</c:v>
                </c:pt>
                <c:pt idx="676">
                  <c:v>157.7469004646898</c:v>
                </c:pt>
                <c:pt idx="677">
                  <c:v>158.6238629448238</c:v>
                </c:pt>
                <c:pt idx="678">
                  <c:v>160.590466080614</c:v>
                </c:pt>
                <c:pt idx="679">
                  <c:v>160.2936786686332</c:v>
                </c:pt>
                <c:pt idx="680">
                  <c:v>158.3965343696178</c:v>
                </c:pt>
                <c:pt idx="681">
                  <c:v>161.5095793823523</c:v>
                </c:pt>
                <c:pt idx="682">
                  <c:v>161.4826836673606</c:v>
                </c:pt>
                <c:pt idx="683">
                  <c:v>161.6540768516538</c:v>
                </c:pt>
                <c:pt idx="684">
                  <c:v>162.6018862458309</c:v>
                </c:pt>
                <c:pt idx="685">
                  <c:v>161.717735999248</c:v>
                </c:pt>
                <c:pt idx="686">
                  <c:v>163.2870054528073</c:v>
                </c:pt>
                <c:pt idx="687">
                  <c:v>163.9540933986343</c:v>
                </c:pt>
                <c:pt idx="688">
                  <c:v>165.3250602095694</c:v>
                </c:pt>
                <c:pt idx="689">
                  <c:v>165.883026041429</c:v>
                </c:pt>
                <c:pt idx="690">
                  <c:v>166.4509832809529</c:v>
                </c:pt>
                <c:pt idx="691">
                  <c:v>166.2033970236325</c:v>
                </c:pt>
                <c:pt idx="692">
                  <c:v>165.0052664476162</c:v>
                </c:pt>
                <c:pt idx="693">
                  <c:v>164.0562751262601</c:v>
                </c:pt>
                <c:pt idx="694">
                  <c:v>165.6485509297919</c:v>
                </c:pt>
                <c:pt idx="695">
                  <c:v>165.7372641849128</c:v>
                </c:pt>
                <c:pt idx="696">
                  <c:v>164.0794876263219</c:v>
                </c:pt>
                <c:pt idx="697">
                  <c:v>166.3665854343692</c:v>
                </c:pt>
                <c:pt idx="698">
                  <c:v>165.0104339431894</c:v>
                </c:pt>
                <c:pt idx="699">
                  <c:v>163.3998382683832</c:v>
                </c:pt>
                <c:pt idx="700">
                  <c:v>163.8336330297521</c:v>
                </c:pt>
                <c:pt idx="701">
                  <c:v>161.7755954576614</c:v>
                </c:pt>
                <c:pt idx="702">
                  <c:v>164.3214666012117</c:v>
                </c:pt>
                <c:pt idx="703">
                  <c:v>164.8109631167255</c:v>
                </c:pt>
                <c:pt idx="704">
                  <c:v>167.7211152115127</c:v>
                </c:pt>
                <c:pt idx="705">
                  <c:v>167.5437161879495</c:v>
                </c:pt>
                <c:pt idx="706">
                  <c:v>168.9936109964306</c:v>
                </c:pt>
                <c:pt idx="707">
                  <c:v>164.5215558779437</c:v>
                </c:pt>
                <c:pt idx="708">
                  <c:v>165.8902275512173</c:v>
                </c:pt>
                <c:pt idx="709">
                  <c:v>167.5049462278107</c:v>
                </c:pt>
                <c:pt idx="710">
                  <c:v>168.9576859075249</c:v>
                </c:pt>
                <c:pt idx="711">
                  <c:v>169.0155316225991</c:v>
                </c:pt>
                <c:pt idx="712">
                  <c:v>168.5432280245379</c:v>
                </c:pt>
                <c:pt idx="713">
                  <c:v>168.6318588196231</c:v>
                </c:pt>
                <c:pt idx="714">
                  <c:v>168.4829909684271</c:v>
                </c:pt>
                <c:pt idx="715">
                  <c:v>170.4608636424357</c:v>
                </c:pt>
                <c:pt idx="716">
                  <c:v>169.0261827105493</c:v>
                </c:pt>
                <c:pt idx="717">
                  <c:v>170.402523167147</c:v>
                </c:pt>
                <c:pt idx="718">
                  <c:v>170.9211967919748</c:v>
                </c:pt>
                <c:pt idx="719">
                  <c:v>172.5632509704172</c:v>
                </c:pt>
                <c:pt idx="720">
                  <c:v>173.4625601202377</c:v>
                </c:pt>
                <c:pt idx="721">
                  <c:v>176.2817587955997</c:v>
                </c:pt>
                <c:pt idx="722">
                  <c:v>178.1156562471998</c:v>
                </c:pt>
                <c:pt idx="723">
                  <c:v>178.8362744995638</c:v>
                </c:pt>
                <c:pt idx="724">
                  <c:v>179.7302649770789</c:v>
                </c:pt>
                <c:pt idx="725">
                  <c:v>178.3708288278086</c:v>
                </c:pt>
                <c:pt idx="726">
                  <c:v>178.5353228557779</c:v>
                </c:pt>
                <c:pt idx="727">
                  <c:v>178.768093793343</c:v>
                </c:pt>
                <c:pt idx="728">
                  <c:v>177.8951993416391</c:v>
                </c:pt>
                <c:pt idx="729">
                  <c:v>178.949217261854</c:v>
                </c:pt>
                <c:pt idx="730">
                  <c:v>178.7885851122253</c:v>
                </c:pt>
                <c:pt idx="731">
                  <c:v>177.6457027601573</c:v>
                </c:pt>
                <c:pt idx="732">
                  <c:v>175.9933823072648</c:v>
                </c:pt>
                <c:pt idx="733">
                  <c:v>176.4718291779889</c:v>
                </c:pt>
                <c:pt idx="734">
                  <c:v>177.6532203667493</c:v>
                </c:pt>
                <c:pt idx="735">
                  <c:v>176.969475493702</c:v>
                </c:pt>
                <c:pt idx="736">
                  <c:v>176.5029303548035</c:v>
                </c:pt>
                <c:pt idx="737">
                  <c:v>177.9949622415496</c:v>
                </c:pt>
                <c:pt idx="738">
                  <c:v>174.89170248639</c:v>
                </c:pt>
                <c:pt idx="739">
                  <c:v>175.1302318831178</c:v>
                </c:pt>
                <c:pt idx="740">
                  <c:v>174.9904208925144</c:v>
                </c:pt>
                <c:pt idx="741">
                  <c:v>174.2678235992926</c:v>
                </c:pt>
                <c:pt idx="742">
                  <c:v>172.7073086528614</c:v>
                </c:pt>
                <c:pt idx="743">
                  <c:v>175.3947636777835</c:v>
                </c:pt>
                <c:pt idx="744">
                  <c:v>174.4305309931542</c:v>
                </c:pt>
                <c:pt idx="745">
                  <c:v>171.9221379358494</c:v>
                </c:pt>
                <c:pt idx="746">
                  <c:v>174.5661227785953</c:v>
                </c:pt>
                <c:pt idx="747">
                  <c:v>172.3796399574946</c:v>
                </c:pt>
                <c:pt idx="748">
                  <c:v>175.3565297078771</c:v>
                </c:pt>
                <c:pt idx="749">
                  <c:v>176.1452736931046</c:v>
                </c:pt>
                <c:pt idx="750">
                  <c:v>176.4734234053466</c:v>
                </c:pt>
                <c:pt idx="751">
                  <c:v>175.1834323495118</c:v>
                </c:pt>
                <c:pt idx="752">
                  <c:v>173.1114590313804</c:v>
                </c:pt>
                <c:pt idx="753">
                  <c:v>170.9596781419885</c:v>
                </c:pt>
                <c:pt idx="754">
                  <c:v>172.3433437984281</c:v>
                </c:pt>
                <c:pt idx="755">
                  <c:v>173.0688409362402</c:v>
                </c:pt>
                <c:pt idx="756">
                  <c:v>173.3676348757575</c:v>
                </c:pt>
                <c:pt idx="757">
                  <c:v>171.8642784774359</c:v>
                </c:pt>
                <c:pt idx="758">
                  <c:v>173.1713799906875</c:v>
                </c:pt>
                <c:pt idx="759">
                  <c:v>171.2585407982021</c:v>
                </c:pt>
                <c:pt idx="760">
                  <c:v>173.5585710885219</c:v>
                </c:pt>
                <c:pt idx="761">
                  <c:v>172.719870064973</c:v>
                </c:pt>
                <c:pt idx="762">
                  <c:v>167.3949582834679</c:v>
                </c:pt>
                <c:pt idx="763">
                  <c:v>168.3775383260503</c:v>
                </c:pt>
                <c:pt idx="764">
                  <c:v>169.8354592446771</c:v>
                </c:pt>
                <c:pt idx="765">
                  <c:v>167.3955355037181</c:v>
                </c:pt>
                <c:pt idx="766">
                  <c:v>167.1642488467964</c:v>
                </c:pt>
                <c:pt idx="767">
                  <c:v>168.7824445882303</c:v>
                </c:pt>
                <c:pt idx="768">
                  <c:v>169.0697078660827</c:v>
                </c:pt>
                <c:pt idx="769">
                  <c:v>167.9470007360932</c:v>
                </c:pt>
                <c:pt idx="770">
                  <c:v>167.7461693190395</c:v>
                </c:pt>
                <c:pt idx="771">
                  <c:v>165.883452084947</c:v>
                </c:pt>
                <c:pt idx="772">
                  <c:v>166.5606826151705</c:v>
                </c:pt>
                <c:pt idx="773">
                  <c:v>163.7931588955413</c:v>
                </c:pt>
                <c:pt idx="774">
                  <c:v>162.0392064485947</c:v>
                </c:pt>
                <c:pt idx="775">
                  <c:v>160.3059102406019</c:v>
                </c:pt>
                <c:pt idx="776">
                  <c:v>161.0234087549469</c:v>
                </c:pt>
                <c:pt idx="777">
                  <c:v>162.2439272306677</c:v>
                </c:pt>
                <c:pt idx="778">
                  <c:v>161.4453017844901</c:v>
                </c:pt>
                <c:pt idx="779">
                  <c:v>165.2097123629033</c:v>
                </c:pt>
                <c:pt idx="780">
                  <c:v>166.0438780844864</c:v>
                </c:pt>
                <c:pt idx="781">
                  <c:v>163.1663801638536</c:v>
                </c:pt>
                <c:pt idx="782">
                  <c:v>165.8513201576856</c:v>
                </c:pt>
                <c:pt idx="783">
                  <c:v>164.5626896924406</c:v>
                </c:pt>
                <c:pt idx="784">
                  <c:v>163.2447996578458</c:v>
                </c:pt>
                <c:pt idx="785">
                  <c:v>164.089424060629</c:v>
                </c:pt>
                <c:pt idx="786">
                  <c:v>160.3532697877973</c:v>
                </c:pt>
                <c:pt idx="787">
                  <c:v>160.7053191670657</c:v>
                </c:pt>
                <c:pt idx="788">
                  <c:v>161.9908573809703</c:v>
                </c:pt>
                <c:pt idx="789">
                  <c:v>155.8671140031983</c:v>
                </c:pt>
                <c:pt idx="790">
                  <c:v>158.5443439836883</c:v>
                </c:pt>
                <c:pt idx="791">
                  <c:v>157.0670312133225</c:v>
                </c:pt>
                <c:pt idx="792">
                  <c:v>159.9775818649491</c:v>
                </c:pt>
                <c:pt idx="793">
                  <c:v>159.6708717620005</c:v>
                </c:pt>
                <c:pt idx="794">
                  <c:v>158.1343526859707</c:v>
                </c:pt>
                <c:pt idx="795">
                  <c:v>156.3913399370995</c:v>
                </c:pt>
                <c:pt idx="796">
                  <c:v>153.1549072242138</c:v>
                </c:pt>
                <c:pt idx="797">
                  <c:v>149.5876448479245</c:v>
                </c:pt>
                <c:pt idx="798">
                  <c:v>151.5199446088453</c:v>
                </c:pt>
                <c:pt idx="799">
                  <c:v>154.3133470363588</c:v>
                </c:pt>
                <c:pt idx="800">
                  <c:v>156.7625200446603</c:v>
                </c:pt>
                <c:pt idx="801">
                  <c:v>155.6882169556524</c:v>
                </c:pt>
                <c:pt idx="802">
                  <c:v>156.1009844079067</c:v>
                </c:pt>
                <c:pt idx="803">
                  <c:v>151.3469434538551</c:v>
                </c:pt>
                <c:pt idx="804">
                  <c:v>152.6978862194437</c:v>
                </c:pt>
                <c:pt idx="805">
                  <c:v>152.5223425466847</c:v>
                </c:pt>
                <c:pt idx="806">
                  <c:v>155.1618058308041</c:v>
                </c:pt>
                <c:pt idx="807">
                  <c:v>151.7169691209155</c:v>
                </c:pt>
                <c:pt idx="808">
                  <c:v>151.8056823760365</c:v>
                </c:pt>
                <c:pt idx="809">
                  <c:v>151.9457682334257</c:v>
                </c:pt>
                <c:pt idx="810">
                  <c:v>151.9813085088312</c:v>
                </c:pt>
                <c:pt idx="811">
                  <c:v>155.0704950845573</c:v>
                </c:pt>
                <c:pt idx="812">
                  <c:v>154.1734398423804</c:v>
                </c:pt>
                <c:pt idx="813">
                  <c:v>155.9263203088623</c:v>
                </c:pt>
                <c:pt idx="814">
                  <c:v>155.554645441087</c:v>
                </c:pt>
                <c:pt idx="815">
                  <c:v>157.5646225556784</c:v>
                </c:pt>
                <c:pt idx="816">
                  <c:v>157.2625302147314</c:v>
                </c:pt>
                <c:pt idx="817">
                  <c:v>152.1013290908561</c:v>
                </c:pt>
                <c:pt idx="818">
                  <c:v>152.2575496285725</c:v>
                </c:pt>
                <c:pt idx="819">
                  <c:v>148.0638795907563</c:v>
                </c:pt>
                <c:pt idx="820">
                  <c:v>146.0864467036051</c:v>
                </c:pt>
                <c:pt idx="821">
                  <c:v>149.410094647629</c:v>
                </c:pt>
                <c:pt idx="822">
                  <c:v>146.2559707937548</c:v>
                </c:pt>
                <c:pt idx="823">
                  <c:v>146.1784171301379</c:v>
                </c:pt>
                <c:pt idx="824">
                  <c:v>145.2739129980655</c:v>
                </c:pt>
                <c:pt idx="825">
                  <c:v>142.2445374349321</c:v>
                </c:pt>
                <c:pt idx="826">
                  <c:v>145.0621281395971</c:v>
                </c:pt>
                <c:pt idx="827">
                  <c:v>145.1528616655938</c:v>
                </c:pt>
                <c:pt idx="828">
                  <c:v>142.1227439621387</c:v>
                </c:pt>
                <c:pt idx="829">
                  <c:v>144.0634958767234</c:v>
                </c:pt>
                <c:pt idx="830">
                  <c:v>144.0042620843808</c:v>
                </c:pt>
                <c:pt idx="831">
                  <c:v>145.0404411501966</c:v>
                </c:pt>
                <c:pt idx="832">
                  <c:v>145.6347443711405</c:v>
                </c:pt>
                <c:pt idx="833">
                  <c:v>147.8710055671519</c:v>
                </c:pt>
                <c:pt idx="834">
                  <c:v>146.1391661531239</c:v>
                </c:pt>
                <c:pt idx="835">
                  <c:v>143.485492256178</c:v>
                </c:pt>
                <c:pt idx="836">
                  <c:v>141.4855477792688</c:v>
                </c:pt>
                <c:pt idx="837">
                  <c:v>140.7675270180307</c:v>
                </c:pt>
                <c:pt idx="838">
                  <c:v>141.6045238675076</c:v>
                </c:pt>
                <c:pt idx="839">
                  <c:v>140.3502380071498</c:v>
                </c:pt>
                <c:pt idx="840">
                  <c:v>142.4549617028107</c:v>
                </c:pt>
                <c:pt idx="841">
                  <c:v>143.6373973853572</c:v>
                </c:pt>
                <c:pt idx="842">
                  <c:v>145.4199909513854</c:v>
                </c:pt>
                <c:pt idx="843">
                  <c:v>140.4902688911819</c:v>
                </c:pt>
                <c:pt idx="844">
                  <c:v>141.3008098125244</c:v>
                </c:pt>
                <c:pt idx="845">
                  <c:v>140.0658608305485</c:v>
                </c:pt>
                <c:pt idx="846">
                  <c:v>138.497910737561</c:v>
                </c:pt>
                <c:pt idx="847">
                  <c:v>143.5714980734587</c:v>
                </c:pt>
                <c:pt idx="848">
                  <c:v>144.4008398829507</c:v>
                </c:pt>
                <c:pt idx="849">
                  <c:v>146.8597706621486</c:v>
                </c:pt>
                <c:pt idx="850">
                  <c:v>147.8201552117766</c:v>
                </c:pt>
                <c:pt idx="851">
                  <c:v>148.5593544588615</c:v>
                </c:pt>
                <c:pt idx="852">
                  <c:v>146.0796574939955</c:v>
                </c:pt>
                <c:pt idx="853">
                  <c:v>148.0959428013213</c:v>
                </c:pt>
                <c:pt idx="854">
                  <c:v>147.5805400912448</c:v>
                </c:pt>
                <c:pt idx="855">
                  <c:v>146.723780319868</c:v>
                </c:pt>
                <c:pt idx="856">
                  <c:v>147.6463157130896</c:v>
                </c:pt>
                <c:pt idx="857">
                  <c:v>148.8765507296889</c:v>
                </c:pt>
                <c:pt idx="858">
                  <c:v>147.3293668223695</c:v>
                </c:pt>
                <c:pt idx="859">
                  <c:v>144.3322468765513</c:v>
                </c:pt>
                <c:pt idx="860">
                  <c:v>144.9920645958936</c:v>
                </c:pt>
                <c:pt idx="861">
                  <c:v>144.6400152166252</c:v>
                </c:pt>
                <c:pt idx="862">
                  <c:v>144.155699940024</c:v>
                </c:pt>
                <c:pt idx="863">
                  <c:v>145.066993281706</c:v>
                </c:pt>
                <c:pt idx="864">
                  <c:v>144.11838677385</c:v>
                </c:pt>
                <c:pt idx="865">
                  <c:v>143.0781121929257</c:v>
                </c:pt>
                <c:pt idx="866">
                  <c:v>144.0610358189903</c:v>
                </c:pt>
                <c:pt idx="867">
                  <c:v>142.8229670989955</c:v>
                </c:pt>
                <c:pt idx="868">
                  <c:v>142.2623075726349</c:v>
                </c:pt>
                <c:pt idx="869">
                  <c:v>138.8154780785492</c:v>
                </c:pt>
                <c:pt idx="870">
                  <c:v>139.5787968860892</c:v>
                </c:pt>
                <c:pt idx="871">
                  <c:v>141.1708527961923</c:v>
                </c:pt>
                <c:pt idx="872">
                  <c:v>140.106747264938</c:v>
                </c:pt>
                <c:pt idx="873">
                  <c:v>142.626973337372</c:v>
                </c:pt>
                <c:pt idx="874">
                  <c:v>145.2473883532346</c:v>
                </c:pt>
                <c:pt idx="875">
                  <c:v>145.0327723668724</c:v>
                </c:pt>
                <c:pt idx="876">
                  <c:v>146.9544897565395</c:v>
                </c:pt>
                <c:pt idx="877">
                  <c:v>146.1932187065539</c:v>
                </c:pt>
                <c:pt idx="878">
                  <c:v>146.5969842715728</c:v>
                </c:pt>
                <c:pt idx="879">
                  <c:v>148.4465766166427</c:v>
                </c:pt>
                <c:pt idx="880">
                  <c:v>149.9425665851045</c:v>
                </c:pt>
                <c:pt idx="881">
                  <c:v>149.7222471129367</c:v>
                </c:pt>
                <c:pt idx="882">
                  <c:v>148.3416324778196</c:v>
                </c:pt>
                <c:pt idx="883">
                  <c:v>151.4567802214657</c:v>
                </c:pt>
                <c:pt idx="884">
                  <c:v>152.9484960114081</c:v>
                </c:pt>
                <c:pt idx="885">
                  <c:v>154.7660114025737</c:v>
                </c:pt>
                <c:pt idx="886">
                  <c:v>153.8018474346408</c:v>
                </c:pt>
                <c:pt idx="887">
                  <c:v>154.122630717023</c:v>
                </c:pt>
                <c:pt idx="888">
                  <c:v>155.6135081632687</c:v>
                </c:pt>
                <c:pt idx="889">
                  <c:v>153.7802154185974</c:v>
                </c:pt>
                <c:pt idx="890">
                  <c:v>153.507520080393</c:v>
                </c:pt>
                <c:pt idx="891">
                  <c:v>154.2620294074477</c:v>
                </c:pt>
                <c:pt idx="892">
                  <c:v>153.9204524527188</c:v>
                </c:pt>
                <c:pt idx="893">
                  <c:v>154.2476263878711</c:v>
                </c:pt>
                <c:pt idx="894">
                  <c:v>154.559503986393</c:v>
                </c:pt>
                <c:pt idx="895">
                  <c:v>155.8051727730156</c:v>
                </c:pt>
                <c:pt idx="896">
                  <c:v>156.0863340082229</c:v>
                </c:pt>
                <c:pt idx="897">
                  <c:v>156.5355213095973</c:v>
                </c:pt>
                <c:pt idx="898">
                  <c:v>157.8122637863559</c:v>
                </c:pt>
                <c:pt idx="899">
                  <c:v>158.2970875665109</c:v>
                </c:pt>
                <c:pt idx="900">
                  <c:v>156.026041978755</c:v>
                </c:pt>
                <c:pt idx="901">
                  <c:v>155.134607762348</c:v>
                </c:pt>
                <c:pt idx="902">
                  <c:v>153.5478705245503</c:v>
                </c:pt>
                <c:pt idx="903">
                  <c:v>155.1510310528002</c:v>
                </c:pt>
                <c:pt idx="904">
                  <c:v>153.9358587360636</c:v>
                </c:pt>
                <c:pt idx="905">
                  <c:v>153.3644931483956</c:v>
                </c:pt>
                <c:pt idx="906">
                  <c:v>155.4948069418157</c:v>
                </c:pt>
                <c:pt idx="907">
                  <c:v>158.2869999554716</c:v>
                </c:pt>
                <c:pt idx="908">
                  <c:v>158.2759228240033</c:v>
                </c:pt>
                <c:pt idx="909">
                  <c:v>157.3251998418966</c:v>
                </c:pt>
                <c:pt idx="910">
                  <c:v>153.3666783393428</c:v>
                </c:pt>
                <c:pt idx="911">
                  <c:v>152.8306743636696</c:v>
                </c:pt>
                <c:pt idx="912">
                  <c:v>156.5371017936157</c:v>
                </c:pt>
                <c:pt idx="913">
                  <c:v>156.2110960423031</c:v>
                </c:pt>
                <c:pt idx="914">
                  <c:v>153.5310624205979</c:v>
                </c:pt>
                <c:pt idx="915">
                  <c:v>151.0772579069554</c:v>
                </c:pt>
                <c:pt idx="916">
                  <c:v>149.7464628767668</c:v>
                </c:pt>
                <c:pt idx="917">
                  <c:v>152.7055824894465</c:v>
                </c:pt>
                <c:pt idx="918">
                  <c:v>155.4046368927299</c:v>
                </c:pt>
                <c:pt idx="919">
                  <c:v>158.4756960039317</c:v>
                </c:pt>
                <c:pt idx="920">
                  <c:v>159.6351115931664</c:v>
                </c:pt>
                <c:pt idx="921">
                  <c:v>161.1714932358033</c:v>
                </c:pt>
                <c:pt idx="922">
                  <c:v>161.4256075792867</c:v>
                </c:pt>
                <c:pt idx="923">
                  <c:v>163.618453566479</c:v>
                </c:pt>
                <c:pt idx="924">
                  <c:v>163.6572372699571</c:v>
                </c:pt>
                <c:pt idx="925">
                  <c:v>163.1853597154139</c:v>
                </c:pt>
                <c:pt idx="926">
                  <c:v>164.9395457991284</c:v>
                </c:pt>
                <c:pt idx="927">
                  <c:v>165.2770684687666</c:v>
                </c:pt>
                <c:pt idx="928">
                  <c:v>164.9190132502283</c:v>
                </c:pt>
                <c:pt idx="929">
                  <c:v>167.0779819060692</c:v>
                </c:pt>
                <c:pt idx="930">
                  <c:v>166.6785454929268</c:v>
                </c:pt>
                <c:pt idx="931">
                  <c:v>163.3878953065397</c:v>
                </c:pt>
                <c:pt idx="932">
                  <c:v>162.4844081815748</c:v>
                </c:pt>
                <c:pt idx="933">
                  <c:v>163.3562443961534</c:v>
                </c:pt>
                <c:pt idx="934">
                  <c:v>162.6142964812104</c:v>
                </c:pt>
                <c:pt idx="935">
                  <c:v>160.7322698554146</c:v>
                </c:pt>
                <c:pt idx="936">
                  <c:v>159.6245704519305</c:v>
                </c:pt>
                <c:pt idx="937">
                  <c:v>160.4974099302773</c:v>
                </c:pt>
                <c:pt idx="938">
                  <c:v>159.6723285559654</c:v>
                </c:pt>
                <c:pt idx="939">
                  <c:v>158.9929128347946</c:v>
                </c:pt>
                <c:pt idx="940">
                  <c:v>158.1262716024679</c:v>
                </c:pt>
                <c:pt idx="941">
                  <c:v>157.1465364311186</c:v>
                </c:pt>
                <c:pt idx="942">
                  <c:v>152.6575907486437</c:v>
                </c:pt>
                <c:pt idx="943">
                  <c:v>152.1180822214514</c:v>
                </c:pt>
                <c:pt idx="944">
                  <c:v>148.7206050587583</c:v>
                </c:pt>
                <c:pt idx="945">
                  <c:v>150.2825493124757</c:v>
                </c:pt>
                <c:pt idx="946">
                  <c:v>151.065369918469</c:v>
                </c:pt>
                <c:pt idx="947">
                  <c:v>148.2578668248433</c:v>
                </c:pt>
                <c:pt idx="948">
                  <c:v>146.5571011009514</c:v>
                </c:pt>
                <c:pt idx="949">
                  <c:v>146.4051684850937</c:v>
                </c:pt>
                <c:pt idx="950">
                  <c:v>148.9004778833938</c:v>
                </c:pt>
                <c:pt idx="951">
                  <c:v>144.7231211893156</c:v>
                </c:pt>
                <c:pt idx="952">
                  <c:v>144.4902265616969</c:v>
                </c:pt>
                <c:pt idx="953">
                  <c:v>141.9000056622558</c:v>
                </c:pt>
                <c:pt idx="954">
                  <c:v>141.7074889654729</c:v>
                </c:pt>
                <c:pt idx="955">
                  <c:v>143.4762017588176</c:v>
                </c:pt>
                <c:pt idx="956">
                  <c:v>145.2501095344142</c:v>
                </c:pt>
                <c:pt idx="957">
                  <c:v>146.9495284110556</c:v>
                </c:pt>
                <c:pt idx="958">
                  <c:v>148.747926817268</c:v>
                </c:pt>
                <c:pt idx="959">
                  <c:v>149.5128673388442</c:v>
                </c:pt>
                <c:pt idx="960">
                  <c:v>146.0190631110632</c:v>
                </c:pt>
                <c:pt idx="961">
                  <c:v>147.0609044326667</c:v>
                </c:pt>
                <c:pt idx="962">
                  <c:v>149.0985743759287</c:v>
                </c:pt>
                <c:pt idx="963">
                  <c:v>151.6520043560888</c:v>
                </c:pt>
                <c:pt idx="964">
                  <c:v>151.9749315994003</c:v>
                </c:pt>
                <c:pt idx="965">
                  <c:v>151.9735847521499</c:v>
                </c:pt>
                <c:pt idx="966">
                  <c:v>153.7740584025952</c:v>
                </c:pt>
                <c:pt idx="967">
                  <c:v>153.8452489001205</c:v>
                </c:pt>
                <c:pt idx="968">
                  <c:v>152.5951959882643</c:v>
                </c:pt>
                <c:pt idx="969">
                  <c:v>153.0327839112774</c:v>
                </c:pt>
                <c:pt idx="970">
                  <c:v>153.0457438802284</c:v>
                </c:pt>
                <c:pt idx="971">
                  <c:v>154.4653895989309</c:v>
                </c:pt>
                <c:pt idx="972">
                  <c:v>152.6916879734237</c:v>
                </c:pt>
                <c:pt idx="973">
                  <c:v>151.4322346174926</c:v>
                </c:pt>
                <c:pt idx="974">
                  <c:v>151.2726057316322</c:v>
                </c:pt>
                <c:pt idx="975">
                  <c:v>148.9333656943163</c:v>
                </c:pt>
                <c:pt idx="976">
                  <c:v>147.1825192420493</c:v>
                </c:pt>
                <c:pt idx="977">
                  <c:v>144.9664332681166</c:v>
                </c:pt>
                <c:pt idx="978">
                  <c:v>141.0041598339365</c:v>
                </c:pt>
                <c:pt idx="979">
                  <c:v>140.2689873852637</c:v>
                </c:pt>
                <c:pt idx="980">
                  <c:v>141.2909008648958</c:v>
                </c:pt>
                <c:pt idx="981">
                  <c:v>137.1928020085066</c:v>
                </c:pt>
                <c:pt idx="982">
                  <c:v>137.2309122883594</c:v>
                </c:pt>
                <c:pt idx="983">
                  <c:v>136.9997905515092</c:v>
                </c:pt>
                <c:pt idx="984">
                  <c:v>136.7769010748941</c:v>
                </c:pt>
                <c:pt idx="985">
                  <c:v>134.7951390358663</c:v>
                </c:pt>
                <c:pt idx="986">
                  <c:v>135.6086347751562</c:v>
                </c:pt>
                <c:pt idx="987">
                  <c:v>138.4828342943592</c:v>
                </c:pt>
                <c:pt idx="988">
                  <c:v>138.2461877351142</c:v>
                </c:pt>
                <c:pt idx="989">
                  <c:v>136.9133174606927</c:v>
                </c:pt>
                <c:pt idx="990">
                  <c:v>135.4295453208602</c:v>
                </c:pt>
                <c:pt idx="991">
                  <c:v>135.995702182937</c:v>
                </c:pt>
                <c:pt idx="992">
                  <c:v>135.5213645706608</c:v>
                </c:pt>
                <c:pt idx="993">
                  <c:v>135.0896587968641</c:v>
                </c:pt>
                <c:pt idx="994">
                  <c:v>135.672843656322</c:v>
                </c:pt>
                <c:pt idx="995">
                  <c:v>138.4362718608426</c:v>
                </c:pt>
                <c:pt idx="996">
                  <c:v>137.830492951591</c:v>
                </c:pt>
                <c:pt idx="997">
                  <c:v>134.9767160345738</c:v>
                </c:pt>
                <c:pt idx="998">
                  <c:v>135.0574581529062</c:v>
                </c:pt>
                <c:pt idx="999">
                  <c:v>134.5213992038758</c:v>
                </c:pt>
                <c:pt idx="1000">
                  <c:v>132.10214544521</c:v>
                </c:pt>
                <c:pt idx="1001">
                  <c:v>132.6933151847957</c:v>
                </c:pt>
                <c:pt idx="1002">
                  <c:v>133.1951257323138</c:v>
                </c:pt>
                <c:pt idx="1003">
                  <c:v>135.0211619938397</c:v>
                </c:pt>
                <c:pt idx="1004">
                  <c:v>135.0789252488781</c:v>
                </c:pt>
                <c:pt idx="1005">
                  <c:v>136.1046456334937</c:v>
                </c:pt>
                <c:pt idx="1006">
                  <c:v>135.9557365522799</c:v>
                </c:pt>
                <c:pt idx="1007">
                  <c:v>137.8042569168852</c:v>
                </c:pt>
                <c:pt idx="1008">
                  <c:v>137.1196187267841</c:v>
                </c:pt>
                <c:pt idx="1009">
                  <c:v>139.409630122761</c:v>
                </c:pt>
                <c:pt idx="1010">
                  <c:v>141.0020708463643</c:v>
                </c:pt>
                <c:pt idx="1011">
                  <c:v>141.782733748089</c:v>
                </c:pt>
                <c:pt idx="1012">
                  <c:v>140.4913958450037</c:v>
                </c:pt>
                <c:pt idx="1013">
                  <c:v>142.0534912754534</c:v>
                </c:pt>
                <c:pt idx="1014">
                  <c:v>142.6210637014771</c:v>
                </c:pt>
                <c:pt idx="1015">
                  <c:v>145.5312707696215</c:v>
                </c:pt>
                <c:pt idx="1016">
                  <c:v>146.3279721482983</c:v>
                </c:pt>
                <c:pt idx="1017">
                  <c:v>148.9809176482618</c:v>
                </c:pt>
                <c:pt idx="1018">
                  <c:v>149.3228244431336</c:v>
                </c:pt>
                <c:pt idx="1019">
                  <c:v>151.5007451638563</c:v>
                </c:pt>
                <c:pt idx="1020">
                  <c:v>150.7890875687098</c:v>
                </c:pt>
                <c:pt idx="1021">
                  <c:v>154.9757485034878</c:v>
                </c:pt>
                <c:pt idx="1022">
                  <c:v>155.3436851829761</c:v>
                </c:pt>
                <c:pt idx="1023">
                  <c:v>156.0039152024971</c:v>
                </c:pt>
                <c:pt idx="1024">
                  <c:v>156.2724325655571</c:v>
                </c:pt>
                <c:pt idx="1025">
                  <c:v>156.4168888048407</c:v>
                </c:pt>
                <c:pt idx="1026">
                  <c:v>153.2330243647416</c:v>
                </c:pt>
                <c:pt idx="1027">
                  <c:v>151.8646275582539</c:v>
                </c:pt>
                <c:pt idx="1028">
                  <c:v>155.1033416654618</c:v>
                </c:pt>
                <c:pt idx="1029">
                  <c:v>155.1593320297318</c:v>
                </c:pt>
                <c:pt idx="1030">
                  <c:v>156.0304948206851</c:v>
                </c:pt>
                <c:pt idx="1031">
                  <c:v>154.3361334929027</c:v>
                </c:pt>
                <c:pt idx="1032">
                  <c:v>154.3694748340217</c:v>
                </c:pt>
                <c:pt idx="1033">
                  <c:v>151.7685753599518</c:v>
                </c:pt>
                <c:pt idx="1034">
                  <c:v>150.5210099925071</c:v>
                </c:pt>
                <c:pt idx="1035">
                  <c:v>151.7337497381894</c:v>
                </c:pt>
                <c:pt idx="1036">
                  <c:v>152.3644865515928</c:v>
                </c:pt>
                <c:pt idx="1037">
                  <c:v>154.204870859338</c:v>
                </c:pt>
                <c:pt idx="1038">
                  <c:v>150.8520732926787</c:v>
                </c:pt>
                <c:pt idx="1039">
                  <c:v>151.0607933864852</c:v>
                </c:pt>
                <c:pt idx="1040">
                  <c:v>154.3382637104927</c:v>
                </c:pt>
                <c:pt idx="1041">
                  <c:v>155.8584694427846</c:v>
                </c:pt>
                <c:pt idx="1042">
                  <c:v>152.2678983630583</c:v>
                </c:pt>
                <c:pt idx="1043">
                  <c:v>151.9280393257408</c:v>
                </c:pt>
                <c:pt idx="1044">
                  <c:v>151.1130318191288</c:v>
                </c:pt>
                <c:pt idx="1045">
                  <c:v>150.1877202713705</c:v>
                </c:pt>
                <c:pt idx="1046">
                  <c:v>153.6833661066164</c:v>
                </c:pt>
                <c:pt idx="1047">
                  <c:v>154.6358070061345</c:v>
                </c:pt>
                <c:pt idx="1048">
                  <c:v>153.8372502766534</c:v>
                </c:pt>
                <c:pt idx="1049">
                  <c:v>156.7709309683062</c:v>
                </c:pt>
                <c:pt idx="1050">
                  <c:v>153.53508921901</c:v>
                </c:pt>
                <c:pt idx="1051">
                  <c:v>149.9592922290212</c:v>
                </c:pt>
                <c:pt idx="1052">
                  <c:v>148.9452949128205</c:v>
                </c:pt>
                <c:pt idx="1053">
                  <c:v>149.0481638074107</c:v>
                </c:pt>
                <c:pt idx="1054">
                  <c:v>147.9667691553288</c:v>
                </c:pt>
                <c:pt idx="1055">
                  <c:v>151.227293941991</c:v>
                </c:pt>
                <c:pt idx="1056">
                  <c:v>159.6075287112101</c:v>
                </c:pt>
                <c:pt idx="1057">
                  <c:v>159.7389974948641</c:v>
                </c:pt>
                <c:pt idx="1058">
                  <c:v>161.0689404380167</c:v>
                </c:pt>
                <c:pt idx="1059">
                  <c:v>161.5678373976052</c:v>
                </c:pt>
                <c:pt idx="1060">
                  <c:v>159.9384545779888</c:v>
                </c:pt>
                <c:pt idx="1061">
                  <c:v>159.3411553090795</c:v>
                </c:pt>
                <c:pt idx="1062">
                  <c:v>157.8108069923911</c:v>
                </c:pt>
                <c:pt idx="1063">
                  <c:v>157.086491781758</c:v>
                </c:pt>
                <c:pt idx="1064">
                  <c:v>154.0248193712917</c:v>
                </c:pt>
                <c:pt idx="1065">
                  <c:v>156.1572908689803</c:v>
                </c:pt>
                <c:pt idx="1066">
                  <c:v>159.0696281547148</c:v>
                </c:pt>
                <c:pt idx="1067">
                  <c:v>159.7996331078143</c:v>
                </c:pt>
                <c:pt idx="1068">
                  <c:v>161.0322319787715</c:v>
                </c:pt>
                <c:pt idx="1069">
                  <c:v>164.8222051682652</c:v>
                </c:pt>
                <c:pt idx="1070">
                  <c:v>159.4401898120076</c:v>
                </c:pt>
                <c:pt idx="1071">
                  <c:v>157.5338374756674</c:v>
                </c:pt>
                <c:pt idx="1072">
                  <c:v>154.9751025665411</c:v>
                </c:pt>
                <c:pt idx="1073">
                  <c:v>157.5546861213713</c:v>
                </c:pt>
                <c:pt idx="1074">
                  <c:v>157.4149026174464</c:v>
                </c:pt>
                <c:pt idx="1075">
                  <c:v>159.4736960731981</c:v>
                </c:pt>
                <c:pt idx="1076">
                  <c:v>160.6990247176706</c:v>
                </c:pt>
                <c:pt idx="1077">
                  <c:v>160.6546337317619</c:v>
                </c:pt>
                <c:pt idx="1078">
                  <c:v>162.3850575818429</c:v>
                </c:pt>
                <c:pt idx="1079">
                  <c:v>158.5189737793578</c:v>
                </c:pt>
                <c:pt idx="1080">
                  <c:v>159.6431102166335</c:v>
                </c:pt>
                <c:pt idx="1081">
                  <c:v>156.0969713528338</c:v>
                </c:pt>
                <c:pt idx="1082">
                  <c:v>150.8681392563094</c:v>
                </c:pt>
                <c:pt idx="1083">
                  <c:v>154.2737799625411</c:v>
                </c:pt>
                <c:pt idx="1084">
                  <c:v>155.5213865600037</c:v>
                </c:pt>
                <c:pt idx="1085">
                  <c:v>151.5111488716993</c:v>
                </c:pt>
                <c:pt idx="1086">
                  <c:v>150.7682526663452</c:v>
                </c:pt>
                <c:pt idx="1087">
                  <c:v>149.6239684936695</c:v>
                </c:pt>
                <c:pt idx="1088">
                  <c:v>150.8306474267246</c:v>
                </c:pt>
                <c:pt idx="1089">
                  <c:v>149.8526164294475</c:v>
                </c:pt>
                <c:pt idx="1090">
                  <c:v>149.5840853230482</c:v>
                </c:pt>
                <c:pt idx="1091">
                  <c:v>153.6933575142807</c:v>
                </c:pt>
                <c:pt idx="1092">
                  <c:v>149.7703762871324</c:v>
                </c:pt>
                <c:pt idx="1093">
                  <c:v>149.5029996212336</c:v>
                </c:pt>
                <c:pt idx="1094">
                  <c:v>152.4268400819543</c:v>
                </c:pt>
                <c:pt idx="1095">
                  <c:v>154.5933400877265</c:v>
                </c:pt>
                <c:pt idx="1096">
                  <c:v>152.44881568148</c:v>
                </c:pt>
                <c:pt idx="1097">
                  <c:v>153.8208544728797</c:v>
                </c:pt>
                <c:pt idx="1098">
                  <c:v>150.3540696501441</c:v>
                </c:pt>
                <c:pt idx="1099">
                  <c:v>151.4358903457439</c:v>
                </c:pt>
                <c:pt idx="1100">
                  <c:v>149.8966088585167</c:v>
                </c:pt>
                <c:pt idx="1101">
                  <c:v>147.3959945312504</c:v>
                </c:pt>
                <c:pt idx="1102">
                  <c:v>147.7677793457401</c:v>
                </c:pt>
                <c:pt idx="1103">
                  <c:v>144.7769126192991</c:v>
                </c:pt>
                <c:pt idx="1104">
                  <c:v>142.2980814848084</c:v>
                </c:pt>
                <c:pt idx="1105">
                  <c:v>142.5813317075879</c:v>
                </c:pt>
                <c:pt idx="1106">
                  <c:v>142.5702270894411</c:v>
                </c:pt>
                <c:pt idx="1107">
                  <c:v>141.3580783073483</c:v>
                </c:pt>
                <c:pt idx="1108">
                  <c:v>143.9473921463963</c:v>
                </c:pt>
                <c:pt idx="1109">
                  <c:v>146.8669721719369</c:v>
                </c:pt>
                <c:pt idx="1110">
                  <c:v>147.6490094075906</c:v>
                </c:pt>
                <c:pt idx="1111">
                  <c:v>147.8117030581129</c:v>
                </c:pt>
                <c:pt idx="1112">
                  <c:v>150.7610923865748</c:v>
                </c:pt>
                <c:pt idx="1113">
                  <c:v>149.4419791947832</c:v>
                </c:pt>
                <c:pt idx="1114">
                  <c:v>149.2227042164015</c:v>
                </c:pt>
                <c:pt idx="1115">
                  <c:v>151.5020507810889</c:v>
                </c:pt>
                <c:pt idx="1116">
                  <c:v>150.811983971968</c:v>
                </c:pt>
                <c:pt idx="1117">
                  <c:v>146.1961735245013</c:v>
                </c:pt>
                <c:pt idx="1118">
                  <c:v>143.1585107277758</c:v>
                </c:pt>
                <c:pt idx="1119">
                  <c:v>144.7647222773483</c:v>
                </c:pt>
                <c:pt idx="1120">
                  <c:v>147.9351182449426</c:v>
                </c:pt>
                <c:pt idx="1121">
                  <c:v>149.7525099460546</c:v>
                </c:pt>
                <c:pt idx="1122">
                  <c:v>149.980470714868</c:v>
                </c:pt>
                <c:pt idx="1123">
                  <c:v>152.2991644599445</c:v>
                </c:pt>
                <c:pt idx="1124">
                  <c:v>154.6360406429024</c:v>
                </c:pt>
                <c:pt idx="1125">
                  <c:v>153.7195523189686</c:v>
                </c:pt>
                <c:pt idx="1126">
                  <c:v>152.4357320224753</c:v>
                </c:pt>
                <c:pt idx="1127">
                  <c:v>150.0946641210337</c:v>
                </c:pt>
                <c:pt idx="1128">
                  <c:v>153.1545636407315</c:v>
                </c:pt>
                <c:pt idx="1129">
                  <c:v>154.2392841809217</c:v>
                </c:pt>
                <c:pt idx="1130">
                  <c:v>155.1923710173864</c:v>
                </c:pt>
                <c:pt idx="1131">
                  <c:v>153.9812529857404</c:v>
                </c:pt>
                <c:pt idx="1132">
                  <c:v>153.5643350450204</c:v>
                </c:pt>
                <c:pt idx="1133">
                  <c:v>155.3384214840277</c:v>
                </c:pt>
                <c:pt idx="1134">
                  <c:v>157.0452342772076</c:v>
                </c:pt>
                <c:pt idx="1135">
                  <c:v>156.9180809020908</c:v>
                </c:pt>
                <c:pt idx="1136">
                  <c:v>154.3599094698754</c:v>
                </c:pt>
                <c:pt idx="1137">
                  <c:v>154.3006069608364</c:v>
                </c:pt>
                <c:pt idx="1138">
                  <c:v>155.8914397137427</c:v>
                </c:pt>
                <c:pt idx="1139">
                  <c:v>154.0264823153458</c:v>
                </c:pt>
                <c:pt idx="1140">
                  <c:v>151.370018520524</c:v>
                </c:pt>
                <c:pt idx="1141">
                  <c:v>149.147486920464</c:v>
                </c:pt>
                <c:pt idx="1142">
                  <c:v>149.4197562151503</c:v>
                </c:pt>
                <c:pt idx="1143">
                  <c:v>148.194056500517</c:v>
                </c:pt>
                <c:pt idx="1144">
                  <c:v>151.1100632578421</c:v>
                </c:pt>
                <c:pt idx="1145">
                  <c:v>148.4391277267472</c:v>
                </c:pt>
                <c:pt idx="1146">
                  <c:v>148.5356334552459</c:v>
                </c:pt>
                <c:pt idx="1147">
                  <c:v>149.5776534402602</c:v>
                </c:pt>
                <c:pt idx="1148">
                  <c:v>148.2202787918835</c:v>
                </c:pt>
                <c:pt idx="1149">
                  <c:v>150.6271910318664</c:v>
                </c:pt>
                <c:pt idx="1150">
                  <c:v>151.0962786885336</c:v>
                </c:pt>
                <c:pt idx="1151">
                  <c:v>150.0455454264091</c:v>
                </c:pt>
                <c:pt idx="1152">
                  <c:v>147.2626978834708</c:v>
                </c:pt>
                <c:pt idx="1153">
                  <c:v>147.8685317660796</c:v>
                </c:pt>
                <c:pt idx="1154">
                  <c:v>145.4023719904148</c:v>
                </c:pt>
                <c:pt idx="1155">
                  <c:v>145.2822826916935</c:v>
                </c:pt>
                <c:pt idx="1156">
                  <c:v>144.2115116408832</c:v>
                </c:pt>
                <c:pt idx="1157">
                  <c:v>143.4593936548652</c:v>
                </c:pt>
                <c:pt idx="1158">
                  <c:v>142.0038915639535</c:v>
                </c:pt>
                <c:pt idx="1159">
                  <c:v>142.7465541325396</c:v>
                </c:pt>
                <c:pt idx="1160">
                  <c:v>143.8932021595733</c:v>
                </c:pt>
                <c:pt idx="1161">
                  <c:v>143.2439805548241</c:v>
                </c:pt>
                <c:pt idx="1162">
                  <c:v>146.4219765890461</c:v>
                </c:pt>
                <c:pt idx="1163">
                  <c:v>144.4029013838443</c:v>
                </c:pt>
                <c:pt idx="1164">
                  <c:v>142.4060079282576</c:v>
                </c:pt>
                <c:pt idx="1165">
                  <c:v>141.7231838589427</c:v>
                </c:pt>
                <c:pt idx="1166">
                  <c:v>141.4634622330288</c:v>
                </c:pt>
                <c:pt idx="1167">
                  <c:v>141.110354616635</c:v>
                </c:pt>
                <c:pt idx="1168">
                  <c:v>142.1537626789176</c:v>
                </c:pt>
                <c:pt idx="1169">
                  <c:v>140.1566768165808</c:v>
                </c:pt>
                <c:pt idx="1170">
                  <c:v>138.7017519459194</c:v>
                </c:pt>
                <c:pt idx="1171">
                  <c:v>138.805156830742</c:v>
                </c:pt>
                <c:pt idx="1172">
                  <c:v>137.7366122008968</c:v>
                </c:pt>
                <c:pt idx="1173">
                  <c:v>134.5834916107908</c:v>
                </c:pt>
                <c:pt idx="1174">
                  <c:v>135.8244189453581</c:v>
                </c:pt>
                <c:pt idx="1175">
                  <c:v>136.9805086464845</c:v>
                </c:pt>
                <c:pt idx="1176">
                  <c:v>139.0621023021193</c:v>
                </c:pt>
                <c:pt idx="1177">
                  <c:v>139.896913960649</c:v>
                </c:pt>
                <c:pt idx="1178">
                  <c:v>142.5369132350006</c:v>
                </c:pt>
                <c:pt idx="1179">
                  <c:v>140.0201642274072</c:v>
                </c:pt>
                <c:pt idx="1180">
                  <c:v>139.5033871834015</c:v>
                </c:pt>
                <c:pt idx="1181">
                  <c:v>140.0026414698116</c:v>
                </c:pt>
                <c:pt idx="1182">
                  <c:v>138.7772853386606</c:v>
                </c:pt>
                <c:pt idx="1183">
                  <c:v>138.5627243256556</c:v>
                </c:pt>
                <c:pt idx="1184">
                  <c:v>139.9712929128898</c:v>
                </c:pt>
                <c:pt idx="1185">
                  <c:v>145.9731741011718</c:v>
                </c:pt>
                <c:pt idx="1186">
                  <c:v>146.9021551205208</c:v>
                </c:pt>
                <c:pt idx="1187">
                  <c:v>146.3086352699164</c:v>
                </c:pt>
                <c:pt idx="1188">
                  <c:v>146.0633441502576</c:v>
                </c:pt>
                <c:pt idx="1189">
                  <c:v>145.7009322931641</c:v>
                </c:pt>
                <c:pt idx="1190">
                  <c:v>145.9037290077364</c:v>
                </c:pt>
                <c:pt idx="1191">
                  <c:v>142.8110791105091</c:v>
                </c:pt>
                <c:pt idx="1192">
                  <c:v>143.4348617942314</c:v>
                </c:pt>
                <c:pt idx="1193">
                  <c:v>142.8573117038827</c:v>
                </c:pt>
                <c:pt idx="1194">
                  <c:v>141.858871847759</c:v>
                </c:pt>
                <c:pt idx="1195">
                  <c:v>140.6109903835106</c:v>
                </c:pt>
                <c:pt idx="1196">
                  <c:v>141.4509970242922</c:v>
                </c:pt>
                <c:pt idx="1197">
                  <c:v>143.5239323761739</c:v>
                </c:pt>
                <c:pt idx="1198">
                  <c:v>140.0816656707327</c:v>
                </c:pt>
                <c:pt idx="1199">
                  <c:v>139.9031946667048</c:v>
                </c:pt>
                <c:pt idx="1200">
                  <c:v>140.4216621414431</c:v>
                </c:pt>
                <c:pt idx="1201">
                  <c:v>144.5091236532215</c:v>
                </c:pt>
                <c:pt idx="1202">
                  <c:v>145.7373246556056</c:v>
                </c:pt>
                <c:pt idx="1203">
                  <c:v>147.2099372039341</c:v>
                </c:pt>
                <c:pt idx="1204">
                  <c:v>147.6697206199016</c:v>
                </c:pt>
                <c:pt idx="1205">
                  <c:v>148.7804435580296</c:v>
                </c:pt>
                <c:pt idx="1206">
                  <c:v>149.0655353882741</c:v>
                </c:pt>
                <c:pt idx="1207">
                  <c:v>149.8424188716938</c:v>
                </c:pt>
                <c:pt idx="1208">
                  <c:v>148.6942453339989</c:v>
                </c:pt>
                <c:pt idx="1209">
                  <c:v>150.4345231583513</c:v>
                </c:pt>
                <c:pt idx="1210">
                  <c:v>151.3257924546868</c:v>
                </c:pt>
                <c:pt idx="1211">
                  <c:v>152.1999375502662</c:v>
                </c:pt>
                <c:pt idx="1212">
                  <c:v>151.4696302437024</c:v>
                </c:pt>
                <c:pt idx="1213">
                  <c:v>151.0785085508308</c:v>
                </c:pt>
                <c:pt idx="1214">
                  <c:v>149.5268992882599</c:v>
                </c:pt>
                <c:pt idx="1215">
                  <c:v>151.2514684758032</c:v>
                </c:pt>
                <c:pt idx="1216">
                  <c:v>152.4212053128451</c:v>
                </c:pt>
                <c:pt idx="1217">
                  <c:v>151.6349351286899</c:v>
                </c:pt>
                <c:pt idx="1218">
                  <c:v>149.7570864780384</c:v>
                </c:pt>
                <c:pt idx="1219">
                  <c:v>148.8885624082288</c:v>
                </c:pt>
                <c:pt idx="1220">
                  <c:v>151.9527635931246</c:v>
                </c:pt>
                <c:pt idx="1221">
                  <c:v>154.692484537369</c:v>
                </c:pt>
                <c:pt idx="1222">
                  <c:v>154.8823762563474</c:v>
                </c:pt>
                <c:pt idx="1223">
                  <c:v>157.5125490431062</c:v>
                </c:pt>
                <c:pt idx="1224">
                  <c:v>158.7192966928578</c:v>
                </c:pt>
                <c:pt idx="1225">
                  <c:v>160.8238417251079</c:v>
                </c:pt>
                <c:pt idx="1226">
                  <c:v>161.2593131738703</c:v>
                </c:pt>
                <c:pt idx="1227">
                  <c:v>160.4434673235616</c:v>
                </c:pt>
                <c:pt idx="1228">
                  <c:v>163.6402505025939</c:v>
                </c:pt>
                <c:pt idx="1229">
                  <c:v>163.8494653566149</c:v>
                </c:pt>
                <c:pt idx="1230">
                  <c:v>163.2137259677097</c:v>
                </c:pt>
                <c:pt idx="1231">
                  <c:v>164.724586229284</c:v>
                </c:pt>
                <c:pt idx="1232">
                  <c:v>164.4011229957401</c:v>
                </c:pt>
                <c:pt idx="1233">
                  <c:v>165.4976490643809</c:v>
                </c:pt>
                <c:pt idx="1234">
                  <c:v>163.4553063857601</c:v>
                </c:pt>
                <c:pt idx="1235">
                  <c:v>163.5142653113168</c:v>
                </c:pt>
                <c:pt idx="1236">
                  <c:v>162.5052980572965</c:v>
                </c:pt>
                <c:pt idx="1237">
                  <c:v>161.5156676816581</c:v>
                </c:pt>
                <c:pt idx="1238">
                  <c:v>160.3590969636566</c:v>
                </c:pt>
                <c:pt idx="1239">
                  <c:v>162.6972925071864</c:v>
                </c:pt>
                <c:pt idx="1240">
                  <c:v>162.2909706810594</c:v>
                </c:pt>
                <c:pt idx="1241">
                  <c:v>164.4703619390862</c:v>
                </c:pt>
                <c:pt idx="1242">
                  <c:v>163.6506954404548</c:v>
                </c:pt>
                <c:pt idx="1243">
                  <c:v>164.3005354954721</c:v>
                </c:pt>
                <c:pt idx="1244">
                  <c:v>161.3821236537712</c:v>
                </c:pt>
                <c:pt idx="1245">
                  <c:v>163.4055417541888</c:v>
                </c:pt>
                <c:pt idx="1246">
                  <c:v>162.0922969682743</c:v>
                </c:pt>
                <c:pt idx="1247">
                  <c:v>161.5605396844419</c:v>
                </c:pt>
                <c:pt idx="1248">
                  <c:v>161.7130495205498</c:v>
                </c:pt>
                <c:pt idx="1249">
                  <c:v>163.9084105388324</c:v>
                </c:pt>
                <c:pt idx="1250">
                  <c:v>161.773588930125</c:v>
                </c:pt>
                <c:pt idx="1251">
                  <c:v>162.4730149533029</c:v>
                </c:pt>
                <c:pt idx="1252">
                  <c:v>161.9531456579569</c:v>
                </c:pt>
                <c:pt idx="1253">
                  <c:v>161.5557982323867</c:v>
                </c:pt>
                <c:pt idx="1254">
                  <c:v>162.2853359119503</c:v>
                </c:pt>
                <c:pt idx="1255">
                  <c:v>165.2179858531563</c:v>
                </c:pt>
                <c:pt idx="1256">
                  <c:v>166.7640015766359</c:v>
                </c:pt>
                <c:pt idx="1257">
                  <c:v>167.679417920105</c:v>
                </c:pt>
                <c:pt idx="1258">
                  <c:v>168.4388885926436</c:v>
                </c:pt>
                <c:pt idx="1259">
                  <c:v>164.9058333878486</c:v>
                </c:pt>
                <c:pt idx="1260">
                  <c:v>165.1772231088203</c:v>
                </c:pt>
                <c:pt idx="1261">
                  <c:v>167.5903748248411</c:v>
                </c:pt>
                <c:pt idx="1262">
                  <c:v>166.6357762210545</c:v>
                </c:pt>
                <c:pt idx="1263">
                  <c:v>166.1002395189171</c:v>
                </c:pt>
                <c:pt idx="1264">
                  <c:v>165.7251150729799</c:v>
                </c:pt>
                <c:pt idx="1265">
                  <c:v>164.2434594073982</c:v>
                </c:pt>
                <c:pt idx="1266">
                  <c:v>164.0672972843711</c:v>
                </c:pt>
                <c:pt idx="1267">
                  <c:v>163.6697574520508</c:v>
                </c:pt>
                <c:pt idx="1268">
                  <c:v>162.7331901094135</c:v>
                </c:pt>
                <c:pt idx="1269">
                  <c:v>162.6518707708309</c:v>
                </c:pt>
                <c:pt idx="1270">
                  <c:v>162.2609277413701</c:v>
                </c:pt>
                <c:pt idx="1271">
                  <c:v>160.5353278033801</c:v>
                </c:pt>
                <c:pt idx="1272">
                  <c:v>159.6583240932282</c:v>
                </c:pt>
                <c:pt idx="1273">
                  <c:v>158.8613478477656</c:v>
                </c:pt>
                <c:pt idx="1274">
                  <c:v>158.0240761315029</c:v>
                </c:pt>
                <c:pt idx="1275">
                  <c:v>158.6098447387474</c:v>
                </c:pt>
                <c:pt idx="1276">
                  <c:v>157.2641381854284</c:v>
                </c:pt>
                <c:pt idx="1277">
                  <c:v>159.6371456073814</c:v>
                </c:pt>
                <c:pt idx="1278">
                  <c:v>162.3563752327434</c:v>
                </c:pt>
                <c:pt idx="1279">
                  <c:v>160.8322526487538</c:v>
                </c:pt>
                <c:pt idx="1280">
                  <c:v>159.1989942074574</c:v>
                </c:pt>
                <c:pt idx="1281">
                  <c:v>160.9633366189076</c:v>
                </c:pt>
                <c:pt idx="1282">
                  <c:v>162.7260985463395</c:v>
                </c:pt>
                <c:pt idx="1283">
                  <c:v>161.5324757856105</c:v>
                </c:pt>
                <c:pt idx="1284">
                  <c:v>159.0678964939642</c:v>
                </c:pt>
                <c:pt idx="1285">
                  <c:v>162.0242949254644</c:v>
                </c:pt>
                <c:pt idx="1286">
                  <c:v>161.8644049161574</c:v>
                </c:pt>
                <c:pt idx="1287">
                  <c:v>161.2523865308678</c:v>
                </c:pt>
                <c:pt idx="1288">
                  <c:v>159.4025880357085</c:v>
                </c:pt>
                <c:pt idx="1289">
                  <c:v>158.4791180954151</c:v>
                </c:pt>
                <c:pt idx="1290">
                  <c:v>160.6367399040055</c:v>
                </c:pt>
                <c:pt idx="1291">
                  <c:v>162.1275898635726</c:v>
                </c:pt>
                <c:pt idx="1292">
                  <c:v>162.413245170728</c:v>
                </c:pt>
                <c:pt idx="1293">
                  <c:v>164.0838580082163</c:v>
                </c:pt>
                <c:pt idx="1294">
                  <c:v>163.2125028105129</c:v>
                </c:pt>
                <c:pt idx="1295">
                  <c:v>162.5675004109258</c:v>
                </c:pt>
                <c:pt idx="1296">
                  <c:v>161.9594538506913</c:v>
                </c:pt>
                <c:pt idx="1297">
                  <c:v>163.127005496786</c:v>
                </c:pt>
                <c:pt idx="1298">
                  <c:v>159.6220829075189</c:v>
                </c:pt>
                <c:pt idx="1299">
                  <c:v>159.4346100162556</c:v>
                </c:pt>
                <c:pt idx="1300">
                  <c:v>159.3191247361966</c:v>
                </c:pt>
                <c:pt idx="1301">
                  <c:v>156.9399053248843</c:v>
                </c:pt>
                <c:pt idx="1302">
                  <c:v>157.1235438244855</c:v>
                </c:pt>
                <c:pt idx="1303">
                  <c:v>159.0527101040481</c:v>
                </c:pt>
                <c:pt idx="1304">
                  <c:v>160.1994680777961</c:v>
                </c:pt>
                <c:pt idx="1305">
                  <c:v>158.1265464692537</c:v>
                </c:pt>
                <c:pt idx="1306">
                  <c:v>155.8756348735585</c:v>
                </c:pt>
                <c:pt idx="1307">
                  <c:v>156.1345731291329</c:v>
                </c:pt>
                <c:pt idx="1308">
                  <c:v>155.6901547664924</c:v>
                </c:pt>
                <c:pt idx="1309">
                  <c:v>156.9071961773726</c:v>
                </c:pt>
                <c:pt idx="1310">
                  <c:v>158.2628941383558</c:v>
                </c:pt>
                <c:pt idx="1311">
                  <c:v>160.4355511601302</c:v>
                </c:pt>
                <c:pt idx="1312">
                  <c:v>160.8668034037304</c:v>
                </c:pt>
                <c:pt idx="1313">
                  <c:v>159.0847595712738</c:v>
                </c:pt>
                <c:pt idx="1314">
                  <c:v>160.1564239391379</c:v>
                </c:pt>
                <c:pt idx="1315">
                  <c:v>159.2968880132244</c:v>
                </c:pt>
                <c:pt idx="1316">
                  <c:v>156.7560331885152</c:v>
                </c:pt>
                <c:pt idx="1317">
                  <c:v>156.6799775488809</c:v>
                </c:pt>
                <c:pt idx="1318">
                  <c:v>155.5131405564293</c:v>
                </c:pt>
                <c:pt idx="1319">
                  <c:v>155.0035925088906</c:v>
                </c:pt>
                <c:pt idx="1320">
                  <c:v>156.3468390044765</c:v>
                </c:pt>
                <c:pt idx="1321">
                  <c:v>155.0660559859664</c:v>
                </c:pt>
                <c:pt idx="1322">
                  <c:v>157.7417329691165</c:v>
                </c:pt>
                <c:pt idx="1323">
                  <c:v>155.7138895134473</c:v>
                </c:pt>
                <c:pt idx="1324">
                  <c:v>154.6558860248381</c:v>
                </c:pt>
                <c:pt idx="1325">
                  <c:v>155.4971845395129</c:v>
                </c:pt>
                <c:pt idx="1326">
                  <c:v>158.1211865669303</c:v>
                </c:pt>
                <c:pt idx="1327">
                  <c:v>162.391255827863</c:v>
                </c:pt>
                <c:pt idx="1328">
                  <c:v>162.7640851361388</c:v>
                </c:pt>
                <c:pt idx="1329">
                  <c:v>163.9141415113165</c:v>
                </c:pt>
                <c:pt idx="1330">
                  <c:v>163.7885411335396</c:v>
                </c:pt>
                <c:pt idx="1331">
                  <c:v>163.5926573186305</c:v>
                </c:pt>
                <c:pt idx="1332">
                  <c:v>165.7008855658105</c:v>
                </c:pt>
                <c:pt idx="1333">
                  <c:v>165.4837820350367</c:v>
                </c:pt>
                <c:pt idx="1334">
                  <c:v>169.2708828666187</c:v>
                </c:pt>
                <c:pt idx="1335">
                  <c:v>171.2959364244119</c:v>
                </c:pt>
                <c:pt idx="1336">
                  <c:v>171.4800559408882</c:v>
                </c:pt>
                <c:pt idx="1337">
                  <c:v>173.1070611628074</c:v>
                </c:pt>
                <c:pt idx="1338">
                  <c:v>172.6521154022703</c:v>
                </c:pt>
                <c:pt idx="1339">
                  <c:v>173.2145890494172</c:v>
                </c:pt>
                <c:pt idx="1340">
                  <c:v>173.9573478213784</c:v>
                </c:pt>
                <c:pt idx="1341">
                  <c:v>172.5026428441456</c:v>
                </c:pt>
                <c:pt idx="1342">
                  <c:v>172.7969976850719</c:v>
                </c:pt>
                <c:pt idx="1343">
                  <c:v>173.9059065024136</c:v>
                </c:pt>
                <c:pt idx="1344">
                  <c:v>173.393719733731</c:v>
                </c:pt>
                <c:pt idx="1345">
                  <c:v>174.9954784413734</c:v>
                </c:pt>
                <c:pt idx="1346">
                  <c:v>176.1688710066666</c:v>
                </c:pt>
                <c:pt idx="1347">
                  <c:v>174.2693765966324</c:v>
                </c:pt>
                <c:pt idx="1348">
                  <c:v>174.4074421831459</c:v>
                </c:pt>
                <c:pt idx="1349">
                  <c:v>172.6474701535901</c:v>
                </c:pt>
                <c:pt idx="1350">
                  <c:v>173.1792274374224</c:v>
                </c:pt>
                <c:pt idx="1351">
                  <c:v>174.6690054165249</c:v>
                </c:pt>
                <c:pt idx="1352">
                  <c:v>174.4255284176524</c:v>
                </c:pt>
                <c:pt idx="1353">
                  <c:v>173.7199728651509</c:v>
                </c:pt>
                <c:pt idx="1354">
                  <c:v>177.928252072633</c:v>
                </c:pt>
                <c:pt idx="1355">
                  <c:v>179.8207236362897</c:v>
                </c:pt>
                <c:pt idx="1356">
                  <c:v>178.9342919953844</c:v>
                </c:pt>
                <c:pt idx="1357">
                  <c:v>180.1529413769616</c:v>
                </c:pt>
                <c:pt idx="1358">
                  <c:v>181.207165447266</c:v>
                </c:pt>
                <c:pt idx="1359">
                  <c:v>179.7686088936996</c:v>
                </c:pt>
                <c:pt idx="1360">
                  <c:v>181.6622211545175</c:v>
                </c:pt>
                <c:pt idx="1361">
                  <c:v>182.4468558812971</c:v>
                </c:pt>
                <c:pt idx="1362">
                  <c:v>183.5188226026256</c:v>
                </c:pt>
                <c:pt idx="1363">
                  <c:v>184.4269824629493</c:v>
                </c:pt>
                <c:pt idx="1364">
                  <c:v>184.4153281112309</c:v>
                </c:pt>
                <c:pt idx="1365">
                  <c:v>182.369480881091</c:v>
                </c:pt>
                <c:pt idx="1366">
                  <c:v>182.5582044162297</c:v>
                </c:pt>
                <c:pt idx="1367">
                  <c:v>180.348220484942</c:v>
                </c:pt>
                <c:pt idx="1368">
                  <c:v>181.4435783697431</c:v>
                </c:pt>
                <c:pt idx="1369">
                  <c:v>181.9982870301908</c:v>
                </c:pt>
                <c:pt idx="1370">
                  <c:v>180.6515084964072</c:v>
                </c:pt>
                <c:pt idx="1371">
                  <c:v>179.8193493023606</c:v>
                </c:pt>
                <c:pt idx="1372">
                  <c:v>179.555009914445</c:v>
                </c:pt>
                <c:pt idx="1373">
                  <c:v>180.0207991696824</c:v>
                </c:pt>
                <c:pt idx="1374">
                  <c:v>180.753648994015</c:v>
                </c:pt>
                <c:pt idx="1375">
                  <c:v>177.6931859974063</c:v>
                </c:pt>
                <c:pt idx="1376">
                  <c:v>176.6346602619041</c:v>
                </c:pt>
                <c:pt idx="1377">
                  <c:v>174.9743411855444</c:v>
                </c:pt>
                <c:pt idx="1378">
                  <c:v>175.4140043527904</c:v>
                </c:pt>
                <c:pt idx="1379">
                  <c:v>173.9928056367481</c:v>
                </c:pt>
                <c:pt idx="1380">
                  <c:v>176.275533062901</c:v>
                </c:pt>
                <c:pt idx="1381">
                  <c:v>175.6614531767179</c:v>
                </c:pt>
                <c:pt idx="1382">
                  <c:v>176.1466342836944</c:v>
                </c:pt>
                <c:pt idx="1383">
                  <c:v>177.2441636161034</c:v>
                </c:pt>
                <c:pt idx="1384">
                  <c:v>176.6055656126258</c:v>
                </c:pt>
                <c:pt idx="1385">
                  <c:v>175.0926301068187</c:v>
                </c:pt>
                <c:pt idx="1386">
                  <c:v>175.5742929189368</c:v>
                </c:pt>
                <c:pt idx="1387">
                  <c:v>176.5758250264009</c:v>
                </c:pt>
                <c:pt idx="1388">
                  <c:v>174.790881349354</c:v>
                </c:pt>
                <c:pt idx="1389">
                  <c:v>175.3560624343412</c:v>
                </c:pt>
                <c:pt idx="1390">
                  <c:v>179.2355597359739</c:v>
                </c:pt>
                <c:pt idx="1391">
                  <c:v>178.5945566481205</c:v>
                </c:pt>
                <c:pt idx="1392">
                  <c:v>176.2128634357359</c:v>
                </c:pt>
                <c:pt idx="1393">
                  <c:v>175.9500633018208</c:v>
                </c:pt>
                <c:pt idx="1394">
                  <c:v>174.5655455583451</c:v>
                </c:pt>
                <c:pt idx="1395">
                  <c:v>175.6455521331586</c:v>
                </c:pt>
                <c:pt idx="1396">
                  <c:v>176.9123444322709</c:v>
                </c:pt>
                <c:pt idx="1397">
                  <c:v>177.3381955435298</c:v>
                </c:pt>
                <c:pt idx="1398">
                  <c:v>178.5481179046575</c:v>
                </c:pt>
                <c:pt idx="1399">
                  <c:v>178.7068122434462</c:v>
                </c:pt>
                <c:pt idx="1400">
                  <c:v>178.9940068046022</c:v>
                </c:pt>
                <c:pt idx="1401">
                  <c:v>177.864551695021</c:v>
                </c:pt>
                <c:pt idx="1402">
                  <c:v>178.1261149283999</c:v>
                </c:pt>
                <c:pt idx="1403">
                  <c:v>180.9851692877047</c:v>
                </c:pt>
                <c:pt idx="1404">
                  <c:v>178.8770235005605</c:v>
                </c:pt>
                <c:pt idx="1405">
                  <c:v>177.316591014165</c:v>
                </c:pt>
                <c:pt idx="1406">
                  <c:v>177.53696545969</c:v>
                </c:pt>
                <c:pt idx="1407">
                  <c:v>176.3827585960464</c:v>
                </c:pt>
                <c:pt idx="1408">
                  <c:v>176.0495788216241</c:v>
                </c:pt>
                <c:pt idx="1409">
                  <c:v>177.1382162135121</c:v>
                </c:pt>
                <c:pt idx="1410">
                  <c:v>176.3816866155817</c:v>
                </c:pt>
                <c:pt idx="1411">
                  <c:v>174.6376980896209</c:v>
                </c:pt>
                <c:pt idx="1412">
                  <c:v>173.3358877619961</c:v>
                </c:pt>
                <c:pt idx="1413">
                  <c:v>175.4582441619669</c:v>
                </c:pt>
                <c:pt idx="1414">
                  <c:v>175.9230576401147</c:v>
                </c:pt>
                <c:pt idx="1415">
                  <c:v>175.488658171817</c:v>
                </c:pt>
                <c:pt idx="1416">
                  <c:v>174.1855697136383</c:v>
                </c:pt>
                <c:pt idx="1417">
                  <c:v>174.477437010153</c:v>
                </c:pt>
                <c:pt idx="1418">
                  <c:v>175.2672254891667</c:v>
                </c:pt>
                <c:pt idx="1419">
                  <c:v>177.4606349532699</c:v>
                </c:pt>
                <c:pt idx="1420">
                  <c:v>176.1326710509751</c:v>
                </c:pt>
                <c:pt idx="1421">
                  <c:v>174.5776534402602</c:v>
                </c:pt>
                <c:pt idx="1422">
                  <c:v>174.446225886624</c:v>
                </c:pt>
                <c:pt idx="1423">
                  <c:v>174.3521527291798</c:v>
                </c:pt>
                <c:pt idx="1424">
                  <c:v>175.4895514888709</c:v>
                </c:pt>
                <c:pt idx="1425">
                  <c:v>176.0605597497173</c:v>
                </c:pt>
                <c:pt idx="1426">
                  <c:v>174.5272841017601</c:v>
                </c:pt>
                <c:pt idx="1427">
                  <c:v>175.2942586375513</c:v>
                </c:pt>
                <c:pt idx="1428">
                  <c:v>174.9779831704564</c:v>
                </c:pt>
                <c:pt idx="1429">
                  <c:v>175.1279779754742</c:v>
                </c:pt>
                <c:pt idx="1430">
                  <c:v>174.259234012236</c:v>
                </c:pt>
                <c:pt idx="1431">
                  <c:v>177.0927669904781</c:v>
                </c:pt>
                <c:pt idx="1432">
                  <c:v>178.5127425493235</c:v>
                </c:pt>
                <c:pt idx="1433">
                  <c:v>175.9885996251917</c:v>
                </c:pt>
                <c:pt idx="1434">
                  <c:v>175.085126243566</c:v>
                </c:pt>
                <c:pt idx="1435">
                  <c:v>173.0919847196056</c:v>
                </c:pt>
                <c:pt idx="1436">
                  <c:v>172.2506174882343</c:v>
                </c:pt>
                <c:pt idx="1437">
                  <c:v>170.9515008551106</c:v>
                </c:pt>
                <c:pt idx="1438">
                  <c:v>170.6526244555576</c:v>
                </c:pt>
                <c:pt idx="1439">
                  <c:v>170.687024033802</c:v>
                </c:pt>
                <c:pt idx="1440">
                  <c:v>171.9625708400424</c:v>
                </c:pt>
                <c:pt idx="1441">
                  <c:v>172.5794543674408</c:v>
                </c:pt>
                <c:pt idx="1442">
                  <c:v>171.9952387575362</c:v>
                </c:pt>
                <c:pt idx="1443">
                  <c:v>171.4353626015152</c:v>
                </c:pt>
                <c:pt idx="1444">
                  <c:v>171.3046497015222</c:v>
                </c:pt>
                <c:pt idx="1445">
                  <c:v>173.8893457785684</c:v>
                </c:pt>
                <c:pt idx="1446">
                  <c:v>175.0238859236871</c:v>
                </c:pt>
                <c:pt idx="1447">
                  <c:v>173.0618868065592</c:v>
                </c:pt>
                <c:pt idx="1448">
                  <c:v>174.7084213136104</c:v>
                </c:pt>
                <c:pt idx="1449">
                  <c:v>176.6138253595395</c:v>
                </c:pt>
                <c:pt idx="1450">
                  <c:v>176.5547564872684</c:v>
                </c:pt>
                <c:pt idx="1451">
                  <c:v>177.578346654294</c:v>
                </c:pt>
                <c:pt idx="1452">
                  <c:v>177.9499802920514</c:v>
                </c:pt>
                <c:pt idx="1453">
                  <c:v>176.1735849720433</c:v>
                </c:pt>
                <c:pt idx="1454">
                  <c:v>175.3644183846299</c:v>
                </c:pt>
                <c:pt idx="1455">
                  <c:v>176.1274760687233</c:v>
                </c:pt>
                <c:pt idx="1456">
                  <c:v>176.6231983169357</c:v>
                </c:pt>
                <c:pt idx="1457">
                  <c:v>175.9526607929467</c:v>
                </c:pt>
                <c:pt idx="1458">
                  <c:v>176.3045315088042</c:v>
                </c:pt>
                <c:pt idx="1459">
                  <c:v>176.1218687862927</c:v>
                </c:pt>
                <c:pt idx="1460">
                  <c:v>175.5724238247933</c:v>
                </c:pt>
                <c:pt idx="1461">
                  <c:v>175.1060161192878</c:v>
                </c:pt>
                <c:pt idx="1462">
                  <c:v>172.6850994165677</c:v>
                </c:pt>
                <c:pt idx="1463">
                  <c:v>171.4198463714561</c:v>
                </c:pt>
                <c:pt idx="1464">
                  <c:v>170.837362422302</c:v>
                </c:pt>
                <c:pt idx="1465">
                  <c:v>171.0986370455559</c:v>
                </c:pt>
                <c:pt idx="1466">
                  <c:v>170.1144215455979</c:v>
                </c:pt>
                <c:pt idx="1467">
                  <c:v>168.6407782468227</c:v>
                </c:pt>
                <c:pt idx="1468">
                  <c:v>167.8035477605778</c:v>
                </c:pt>
                <c:pt idx="1469">
                  <c:v>167.712140810956</c:v>
                </c:pt>
                <c:pt idx="1470">
                  <c:v>167.3967036875578</c:v>
                </c:pt>
                <c:pt idx="1471">
                  <c:v>166.8542128557395</c:v>
                </c:pt>
                <c:pt idx="1472">
                  <c:v>168.9039906809165</c:v>
                </c:pt>
                <c:pt idx="1473">
                  <c:v>165.9744467343902</c:v>
                </c:pt>
                <c:pt idx="1474">
                  <c:v>165.963891849815</c:v>
                </c:pt>
                <c:pt idx="1475">
                  <c:v>167.1671899214046</c:v>
                </c:pt>
                <c:pt idx="1476">
                  <c:v>164.8321416025723</c:v>
                </c:pt>
                <c:pt idx="1477">
                  <c:v>164.3257132930525</c:v>
                </c:pt>
                <c:pt idx="1478">
                  <c:v>164.456068866224</c:v>
                </c:pt>
                <c:pt idx="1479">
                  <c:v>163.7352032337527</c:v>
                </c:pt>
                <c:pt idx="1480">
                  <c:v>164.4121726405297</c:v>
                </c:pt>
                <c:pt idx="1481">
                  <c:v>165.2792399163745</c:v>
                </c:pt>
                <c:pt idx="1482">
                  <c:v>165.5329007296613</c:v>
                </c:pt>
                <c:pt idx="1483">
                  <c:v>166.7632319496356</c:v>
                </c:pt>
                <c:pt idx="1484">
                  <c:v>168.5441350849311</c:v>
                </c:pt>
                <c:pt idx="1485">
                  <c:v>168.1241798662278</c:v>
                </c:pt>
                <c:pt idx="1486">
                  <c:v>168.5500996941832</c:v>
                </c:pt>
                <c:pt idx="1487">
                  <c:v>170.8404684169817</c:v>
                </c:pt>
                <c:pt idx="1488">
                  <c:v>170.288975697928</c:v>
                </c:pt>
                <c:pt idx="1489">
                  <c:v>171.4042751680398</c:v>
                </c:pt>
                <c:pt idx="1490">
                  <c:v>171.4991179524843</c:v>
                </c:pt>
                <c:pt idx="1491">
                  <c:v>172.7013990169664</c:v>
                </c:pt>
                <c:pt idx="1492">
                  <c:v>173.3914383394088</c:v>
                </c:pt>
                <c:pt idx="1493">
                  <c:v>173.5330909374771</c:v>
                </c:pt>
                <c:pt idx="1494">
                  <c:v>173.9196773283828</c:v>
                </c:pt>
                <c:pt idx="1495">
                  <c:v>174.6891394085856</c:v>
                </c:pt>
                <c:pt idx="1496">
                  <c:v>174.840343627461</c:v>
                </c:pt>
                <c:pt idx="1497">
                  <c:v>176.3182611047556</c:v>
                </c:pt>
                <c:pt idx="1498">
                  <c:v>177.1474929675333</c:v>
                </c:pt>
                <c:pt idx="1499">
                  <c:v>177.7301830667767</c:v>
                </c:pt>
                <c:pt idx="1500">
                  <c:v>177.4407758279949</c:v>
                </c:pt>
                <c:pt idx="1501">
                  <c:v>177.90796690384</c:v>
                </c:pt>
                <c:pt idx="1502">
                  <c:v>175.4365571725663</c:v>
                </c:pt>
                <c:pt idx="1503">
                  <c:v>175.3876308846917</c:v>
                </c:pt>
                <c:pt idx="1504">
                  <c:v>175.7218276662215</c:v>
                </c:pt>
                <c:pt idx="1505">
                  <c:v>173.9767121864388</c:v>
                </c:pt>
                <c:pt idx="1506">
                  <c:v>173.7470472435534</c:v>
                </c:pt>
                <c:pt idx="1507">
                  <c:v>173.1029793910381</c:v>
                </c:pt>
                <c:pt idx="1508">
                  <c:v>175.217254707506</c:v>
                </c:pt>
                <c:pt idx="1509">
                  <c:v>174.4769972232957</c:v>
                </c:pt>
                <c:pt idx="1510">
                  <c:v>173.357396087986</c:v>
                </c:pt>
                <c:pt idx="1511">
                  <c:v>175.436213589084</c:v>
                </c:pt>
                <c:pt idx="1512">
                  <c:v>175.0834083261547</c:v>
                </c:pt>
                <c:pt idx="1513">
                  <c:v>172.965545998132</c:v>
                </c:pt>
                <c:pt idx="1514">
                  <c:v>172.1621790998992</c:v>
                </c:pt>
                <c:pt idx="1515">
                  <c:v>173.532609920602</c:v>
                </c:pt>
                <c:pt idx="1516">
                  <c:v>175.2466517102486</c:v>
                </c:pt>
                <c:pt idx="1517">
                  <c:v>176.8230127268819</c:v>
                </c:pt>
                <c:pt idx="1518">
                  <c:v>179.5080626674282</c:v>
                </c:pt>
                <c:pt idx="1519">
                  <c:v>180.1970300094059</c:v>
                </c:pt>
                <c:pt idx="1520">
                  <c:v>181.9590223098375</c:v>
                </c:pt>
                <c:pt idx="1521">
                  <c:v>183.2229834810559</c:v>
                </c:pt>
                <c:pt idx="1522">
                  <c:v>184.3715968056082</c:v>
                </c:pt>
                <c:pt idx="1523">
                  <c:v>184.096496383028</c:v>
                </c:pt>
                <c:pt idx="1524">
                  <c:v>186.604284733404</c:v>
                </c:pt>
                <c:pt idx="1525">
                  <c:v>187.0295448810734</c:v>
                </c:pt>
                <c:pt idx="1526">
                  <c:v>187.5466242785434</c:v>
                </c:pt>
                <c:pt idx="1527">
                  <c:v>185.7733761832328</c:v>
                </c:pt>
                <c:pt idx="1528">
                  <c:v>186.3713213890888</c:v>
                </c:pt>
                <c:pt idx="1529">
                  <c:v>188.1307986584302</c:v>
                </c:pt>
                <c:pt idx="1530">
                  <c:v>187.9757737912321</c:v>
                </c:pt>
                <c:pt idx="1531">
                  <c:v>188.7564641796353</c:v>
                </c:pt>
                <c:pt idx="1532">
                  <c:v>186.9662430603008</c:v>
                </c:pt>
                <c:pt idx="1533">
                  <c:v>186.9149254313897</c:v>
                </c:pt>
                <c:pt idx="1534">
                  <c:v>185.4059892373161</c:v>
                </c:pt>
                <c:pt idx="1535">
                  <c:v>184.6465460514562</c:v>
                </c:pt>
                <c:pt idx="1536">
                  <c:v>187.0615943482991</c:v>
                </c:pt>
                <c:pt idx="1537">
                  <c:v>187.6000034083481</c:v>
                </c:pt>
                <c:pt idx="1538">
                  <c:v>184.9474839519027</c:v>
                </c:pt>
                <c:pt idx="1539">
                  <c:v>185.1739192100548</c:v>
                </c:pt>
                <c:pt idx="1540">
                  <c:v>184.5999561312609</c:v>
                </c:pt>
                <c:pt idx="1541">
                  <c:v>185.0908269807038</c:v>
                </c:pt>
                <c:pt idx="1542">
                  <c:v>184.2011931417439</c:v>
                </c:pt>
                <c:pt idx="1543">
                  <c:v>185.3728403029472</c:v>
                </c:pt>
                <c:pt idx="1544">
                  <c:v>185.6975541803665</c:v>
                </c:pt>
                <c:pt idx="1545">
                  <c:v>185.4803681895569</c:v>
                </c:pt>
                <c:pt idx="1546">
                  <c:v>183.8139883005701</c:v>
                </c:pt>
                <c:pt idx="1547">
                  <c:v>182.9550021082283</c:v>
                </c:pt>
                <c:pt idx="1548">
                  <c:v>180.1276811193455</c:v>
                </c:pt>
                <c:pt idx="1549">
                  <c:v>179.444540953227</c:v>
                </c:pt>
                <c:pt idx="1550">
                  <c:v>181.6261448888796</c:v>
                </c:pt>
                <c:pt idx="1551">
                  <c:v>180.8437228397257</c:v>
                </c:pt>
                <c:pt idx="1552">
                  <c:v>182.7998535509765</c:v>
                </c:pt>
                <c:pt idx="1553">
                  <c:v>182.4158371645182</c:v>
                </c:pt>
                <c:pt idx="1554">
                  <c:v>181.1598059000705</c:v>
                </c:pt>
                <c:pt idx="1555">
                  <c:v>182.092593824403</c:v>
                </c:pt>
                <c:pt idx="1556">
                  <c:v>183.4941120785811</c:v>
                </c:pt>
                <c:pt idx="1557">
                  <c:v>180.9606236837317</c:v>
                </c:pt>
                <c:pt idx="1558">
                  <c:v>181.1255987285762</c:v>
                </c:pt>
                <c:pt idx="1559">
                  <c:v>181.4365967533835</c:v>
                </c:pt>
                <c:pt idx="1560">
                  <c:v>180.7410326085463</c:v>
                </c:pt>
                <c:pt idx="1561">
                  <c:v>178.6112685486979</c:v>
                </c:pt>
                <c:pt idx="1562">
                  <c:v>179.148358248175</c:v>
                </c:pt>
                <c:pt idx="1563">
                  <c:v>178.6528146633734</c:v>
                </c:pt>
                <c:pt idx="1564">
                  <c:v>180.0449599601553</c:v>
                </c:pt>
                <c:pt idx="1565">
                  <c:v>180.0972121361382</c:v>
                </c:pt>
                <c:pt idx="1566">
                  <c:v>181.0681103403236</c:v>
                </c:pt>
                <c:pt idx="1567">
                  <c:v>179.753821060623</c:v>
                </c:pt>
                <c:pt idx="1568">
                  <c:v>179.3495607353896</c:v>
                </c:pt>
                <c:pt idx="1569">
                  <c:v>179.1603149533578</c:v>
                </c:pt>
                <c:pt idx="1570">
                  <c:v>178.5965769189962</c:v>
                </c:pt>
                <c:pt idx="1571">
                  <c:v>177.6094478311086</c:v>
                </c:pt>
                <c:pt idx="1572">
                  <c:v>178.7554224345171</c:v>
                </c:pt>
                <c:pt idx="1573">
                  <c:v>178.5167968344142</c:v>
                </c:pt>
                <c:pt idx="1574">
                  <c:v>180.3299006136675</c:v>
                </c:pt>
                <c:pt idx="1575">
                  <c:v>179.6665783428062</c:v>
                </c:pt>
                <c:pt idx="1576">
                  <c:v>179.5420636888332</c:v>
                </c:pt>
                <c:pt idx="1577">
                  <c:v>178.2694304705225</c:v>
                </c:pt>
                <c:pt idx="1578">
                  <c:v>176.080693741778</c:v>
                </c:pt>
                <c:pt idx="1579">
                  <c:v>179.3709041413079</c:v>
                </c:pt>
                <c:pt idx="1580">
                  <c:v>179.5715019215937</c:v>
                </c:pt>
                <c:pt idx="1581">
                  <c:v>179.131948701062</c:v>
                </c:pt>
                <c:pt idx="1582">
                  <c:v>178.2259602883462</c:v>
                </c:pt>
                <c:pt idx="1583">
                  <c:v>175.6808312851176</c:v>
                </c:pt>
                <c:pt idx="1584">
                  <c:v>175.7411645446034</c:v>
                </c:pt>
                <c:pt idx="1585">
                  <c:v>175.5001338601247</c:v>
                </c:pt>
                <c:pt idx="1586">
                  <c:v>175.5490051746421</c:v>
                </c:pt>
                <c:pt idx="1587">
                  <c:v>175.6283317290275</c:v>
                </c:pt>
                <c:pt idx="1588">
                  <c:v>175.5961585717482</c:v>
                </c:pt>
                <c:pt idx="1589">
                  <c:v>176.1858302873512</c:v>
                </c:pt>
                <c:pt idx="1590">
                  <c:v>174.433362121048</c:v>
                </c:pt>
                <c:pt idx="1591">
                  <c:v>177.4615695003417</c:v>
                </c:pt>
                <c:pt idx="1592">
                  <c:v>177.3386903037443</c:v>
                </c:pt>
                <c:pt idx="1593">
                  <c:v>178.5567349783927</c:v>
                </c:pt>
                <c:pt idx="1594">
                  <c:v>175.4593023990923</c:v>
                </c:pt>
                <c:pt idx="1595">
                  <c:v>171.2563143772371</c:v>
                </c:pt>
                <c:pt idx="1596">
                  <c:v>172.709562560505</c:v>
                </c:pt>
                <c:pt idx="1597">
                  <c:v>172.1154517463112</c:v>
                </c:pt>
                <c:pt idx="1598">
                  <c:v>173.3573823446467</c:v>
                </c:pt>
                <c:pt idx="1599">
                  <c:v>173.2856696002282</c:v>
                </c:pt>
                <c:pt idx="1600">
                  <c:v>175.719010281667</c:v>
                </c:pt>
                <c:pt idx="1601">
                  <c:v>173.0914074993554</c:v>
                </c:pt>
                <c:pt idx="1602">
                  <c:v>174.829280239332</c:v>
                </c:pt>
                <c:pt idx="1603">
                  <c:v>176.2287644792951</c:v>
                </c:pt>
                <c:pt idx="1604">
                  <c:v>178.1044829123565</c:v>
                </c:pt>
                <c:pt idx="1605">
                  <c:v>173.224085696867</c:v>
                </c:pt>
                <c:pt idx="1606">
                  <c:v>171.2588019216487</c:v>
                </c:pt>
                <c:pt idx="1607">
                  <c:v>169.8127827348476</c:v>
                </c:pt>
                <c:pt idx="1608">
                  <c:v>171.3767472594407</c:v>
                </c:pt>
                <c:pt idx="1609">
                  <c:v>165.9808923605175</c:v>
                </c:pt>
                <c:pt idx="1610">
                  <c:v>166.5526565050248</c:v>
                </c:pt>
                <c:pt idx="1611">
                  <c:v>167.8091275563298</c:v>
                </c:pt>
                <c:pt idx="1612">
                  <c:v>165.9735946473542</c:v>
                </c:pt>
                <c:pt idx="1613">
                  <c:v>166.4009162959172</c:v>
                </c:pt>
                <c:pt idx="1614">
                  <c:v>165.2901933577891</c:v>
                </c:pt>
                <c:pt idx="1615">
                  <c:v>165.3095577228496</c:v>
                </c:pt>
                <c:pt idx="1616">
                  <c:v>165.0923992187186</c:v>
                </c:pt>
                <c:pt idx="1617">
                  <c:v>162.9034838265634</c:v>
                </c:pt>
                <c:pt idx="1618">
                  <c:v>164.949647153507</c:v>
                </c:pt>
                <c:pt idx="1619">
                  <c:v>166.517954573316</c:v>
                </c:pt>
                <c:pt idx="1620">
                  <c:v>164.4040228403304</c:v>
                </c:pt>
                <c:pt idx="1621">
                  <c:v>164.6184876499604</c:v>
                </c:pt>
                <c:pt idx="1622">
                  <c:v>163.3484931527935</c:v>
                </c:pt>
                <c:pt idx="1623">
                  <c:v>163.5552616924208</c:v>
                </c:pt>
                <c:pt idx="1624">
                  <c:v>163.9562098728851</c:v>
                </c:pt>
                <c:pt idx="1625">
                  <c:v>168.5623312661519</c:v>
                </c:pt>
                <c:pt idx="1626">
                  <c:v>166.6161919625653</c:v>
                </c:pt>
                <c:pt idx="1627">
                  <c:v>168.1502784675407</c:v>
                </c:pt>
                <c:pt idx="1628">
                  <c:v>168.844001004913</c:v>
                </c:pt>
                <c:pt idx="1629">
                  <c:v>169.5080654160961</c:v>
                </c:pt>
                <c:pt idx="1630">
                  <c:v>169.0042758277201</c:v>
                </c:pt>
                <c:pt idx="1631">
                  <c:v>168.3329824200701</c:v>
                </c:pt>
                <c:pt idx="1632">
                  <c:v>168.2829841517309</c:v>
                </c:pt>
                <c:pt idx="1633">
                  <c:v>171.6013958834851</c:v>
                </c:pt>
                <c:pt idx="1634">
                  <c:v>170.4936827366617</c:v>
                </c:pt>
                <c:pt idx="1635">
                  <c:v>169.6369504519635</c:v>
                </c:pt>
                <c:pt idx="1636">
                  <c:v>174.4205395854899</c:v>
                </c:pt>
                <c:pt idx="1637">
                  <c:v>173.3515276821089</c:v>
                </c:pt>
                <c:pt idx="1638">
                  <c:v>173.1254772374569</c:v>
                </c:pt>
                <c:pt idx="1639">
                  <c:v>171.9943454404822</c:v>
                </c:pt>
                <c:pt idx="1640">
                  <c:v>172.5257316541538</c:v>
                </c:pt>
                <c:pt idx="1641">
                  <c:v>173.4749428689386</c:v>
                </c:pt>
                <c:pt idx="1642">
                  <c:v>171.2686696392593</c:v>
                </c:pt>
                <c:pt idx="1643">
                  <c:v>172.5775990166366</c:v>
                </c:pt>
                <c:pt idx="1644">
                  <c:v>173.8830100991554</c:v>
                </c:pt>
                <c:pt idx="1645">
                  <c:v>170.9399427067672</c:v>
                </c:pt>
                <c:pt idx="1646">
                  <c:v>171.5858384234081</c:v>
                </c:pt>
                <c:pt idx="1647">
                  <c:v>176.2151585733974</c:v>
                </c:pt>
                <c:pt idx="1648">
                  <c:v>176.6735539120965</c:v>
                </c:pt>
                <c:pt idx="1649">
                  <c:v>176.6454900132651</c:v>
                </c:pt>
                <c:pt idx="1650">
                  <c:v>174.9648033080767</c:v>
                </c:pt>
                <c:pt idx="1651">
                  <c:v>175.3658064618982</c:v>
                </c:pt>
                <c:pt idx="1652">
                  <c:v>174.7164061937382</c:v>
                </c:pt>
                <c:pt idx="1653">
                  <c:v>172.3433712851067</c:v>
                </c:pt>
                <c:pt idx="1654">
                  <c:v>173.1379012161756</c:v>
                </c:pt>
                <c:pt idx="1655">
                  <c:v>171.4738714382075</c:v>
                </c:pt>
                <c:pt idx="1656">
                  <c:v>171.5154450395616</c:v>
                </c:pt>
                <c:pt idx="1657">
                  <c:v>168.7669558448498</c:v>
                </c:pt>
                <c:pt idx="1658">
                  <c:v>169.107460819114</c:v>
                </c:pt>
                <c:pt idx="1659">
                  <c:v>169.5344663708734</c:v>
                </c:pt>
                <c:pt idx="1660">
                  <c:v>171.8393343166235</c:v>
                </c:pt>
                <c:pt idx="1661">
                  <c:v>171.1312087596746</c:v>
                </c:pt>
                <c:pt idx="1662">
                  <c:v>169.7403415934467</c:v>
                </c:pt>
                <c:pt idx="1663">
                  <c:v>170.2298106222819</c:v>
                </c:pt>
                <c:pt idx="1664">
                  <c:v>172.6673430222043</c:v>
                </c:pt>
                <c:pt idx="1665">
                  <c:v>177.2301041800091</c:v>
                </c:pt>
                <c:pt idx="1666">
                  <c:v>179.8095503014464</c:v>
                </c:pt>
                <c:pt idx="1667">
                  <c:v>180.690182253171</c:v>
                </c:pt>
                <c:pt idx="1668">
                  <c:v>182.1108587223202</c:v>
                </c:pt>
                <c:pt idx="1669">
                  <c:v>181.3500961758884</c:v>
                </c:pt>
                <c:pt idx="1670">
                  <c:v>181.8860589215437</c:v>
                </c:pt>
                <c:pt idx="1671">
                  <c:v>180.4795106051852</c:v>
                </c:pt>
                <c:pt idx="1672">
                  <c:v>181.5051072997472</c:v>
                </c:pt>
                <c:pt idx="1673">
                  <c:v>182.1262237756471</c:v>
                </c:pt>
                <c:pt idx="1674">
                  <c:v>182.9908447370981</c:v>
                </c:pt>
                <c:pt idx="1675">
                  <c:v>181.2776412911482</c:v>
                </c:pt>
                <c:pt idx="1676">
                  <c:v>179.020105405915</c:v>
                </c:pt>
                <c:pt idx="1677">
                  <c:v>180.2401703514392</c:v>
                </c:pt>
                <c:pt idx="1678">
                  <c:v>180.2993354270853</c:v>
                </c:pt>
                <c:pt idx="1679">
                  <c:v>180.2310447741502</c:v>
                </c:pt>
                <c:pt idx="1680">
                  <c:v>174.8922384766223</c:v>
                </c:pt>
                <c:pt idx="1681">
                  <c:v>172.5999731730017</c:v>
                </c:pt>
                <c:pt idx="1682">
                  <c:v>170.3238013196904</c:v>
                </c:pt>
                <c:pt idx="1683">
                  <c:v>175.6342825949403</c:v>
                </c:pt>
                <c:pt idx="1684">
                  <c:v>173.6536200230558</c:v>
                </c:pt>
                <c:pt idx="1685">
                  <c:v>175.478254463974</c:v>
                </c:pt>
                <c:pt idx="1686">
                  <c:v>177.9129007626454</c:v>
                </c:pt>
                <c:pt idx="1687">
                  <c:v>177.6263246517575</c:v>
                </c:pt>
                <c:pt idx="1688">
                  <c:v>176.3502555986241</c:v>
                </c:pt>
                <c:pt idx="1689">
                  <c:v>178.1824351328129</c:v>
                </c:pt>
                <c:pt idx="1690">
                  <c:v>179.3016239679439</c:v>
                </c:pt>
                <c:pt idx="1691">
                  <c:v>181.7090309681413</c:v>
                </c:pt>
                <c:pt idx="1692">
                  <c:v>184.9584511366566</c:v>
                </c:pt>
                <c:pt idx="1693">
                  <c:v>185.176764081288</c:v>
                </c:pt>
                <c:pt idx="1694">
                  <c:v>185.5569185894057</c:v>
                </c:pt>
                <c:pt idx="1695">
                  <c:v>185.6628797353362</c:v>
                </c:pt>
                <c:pt idx="1696">
                  <c:v>185.6271195665021</c:v>
                </c:pt>
                <c:pt idx="1697">
                  <c:v>185.7190762496956</c:v>
                </c:pt>
                <c:pt idx="1698">
                  <c:v>183.4615266211231</c:v>
                </c:pt>
                <c:pt idx="1699">
                  <c:v>183.4953214924387</c:v>
                </c:pt>
                <c:pt idx="1700">
                  <c:v>183.3327377886307</c:v>
                </c:pt>
                <c:pt idx="1701">
                  <c:v>187.2281223904834</c:v>
                </c:pt>
                <c:pt idx="1702">
                  <c:v>187.612908403942</c:v>
                </c:pt>
                <c:pt idx="1703">
                  <c:v>187.6834117345029</c:v>
                </c:pt>
                <c:pt idx="1704">
                  <c:v>190.9817169608749</c:v>
                </c:pt>
                <c:pt idx="1705">
                  <c:v>190.239205569021</c:v>
                </c:pt>
                <c:pt idx="1706">
                  <c:v>191.4919659187175</c:v>
                </c:pt>
                <c:pt idx="1707">
                  <c:v>191.2899525744848</c:v>
                </c:pt>
                <c:pt idx="1708">
                  <c:v>191.9070559953119</c:v>
                </c:pt>
                <c:pt idx="1709">
                  <c:v>192.5574182972222</c:v>
                </c:pt>
                <c:pt idx="1710">
                  <c:v>189.4949075430592</c:v>
                </c:pt>
                <c:pt idx="1711">
                  <c:v>188.6583779671182</c:v>
                </c:pt>
                <c:pt idx="1712">
                  <c:v>189.4165979957813</c:v>
                </c:pt>
                <c:pt idx="1713">
                  <c:v>189.8451840315591</c:v>
                </c:pt>
                <c:pt idx="1714">
                  <c:v>191.7762468919438</c:v>
                </c:pt>
                <c:pt idx="1715">
                  <c:v>190.8782296160166</c:v>
                </c:pt>
                <c:pt idx="1716">
                  <c:v>190.3915642283967</c:v>
                </c:pt>
                <c:pt idx="1717">
                  <c:v>188.320333050587</c:v>
                </c:pt>
                <c:pt idx="1718">
                  <c:v>187.9905341376302</c:v>
                </c:pt>
                <c:pt idx="1719">
                  <c:v>189.0344919334844</c:v>
                </c:pt>
                <c:pt idx="1720">
                  <c:v>188.2859197290033</c:v>
                </c:pt>
                <c:pt idx="1721">
                  <c:v>187.2342656631463</c:v>
                </c:pt>
                <c:pt idx="1722">
                  <c:v>187.0497338464913</c:v>
                </c:pt>
                <c:pt idx="1723">
                  <c:v>186.4962620865797</c:v>
                </c:pt>
                <c:pt idx="1724">
                  <c:v>187.5087201487799</c:v>
                </c:pt>
                <c:pt idx="1725">
                  <c:v>188.4597179976724</c:v>
                </c:pt>
                <c:pt idx="1726">
                  <c:v>189.3828580978229</c:v>
                </c:pt>
                <c:pt idx="1727">
                  <c:v>188.5759729047317</c:v>
                </c:pt>
                <c:pt idx="1728">
                  <c:v>191.3841219353041</c:v>
                </c:pt>
                <c:pt idx="1729">
                  <c:v>190.8125501975467</c:v>
                </c:pt>
                <c:pt idx="1730">
                  <c:v>190.6429848773792</c:v>
                </c:pt>
                <c:pt idx="1731">
                  <c:v>188.4429373803985</c:v>
                </c:pt>
                <c:pt idx="1732">
                  <c:v>187.6659851802824</c:v>
                </c:pt>
                <c:pt idx="1733">
                  <c:v>188.5099773894582</c:v>
                </c:pt>
                <c:pt idx="1734">
                  <c:v>186.5895931037023</c:v>
                </c:pt>
                <c:pt idx="1735">
                  <c:v>188.4402711725762</c:v>
                </c:pt>
                <c:pt idx="1736">
                  <c:v>188.0992989247761</c:v>
                </c:pt>
                <c:pt idx="1737">
                  <c:v>190.8325879862325</c:v>
                </c:pt>
                <c:pt idx="1738">
                  <c:v>191.7875164301621</c:v>
                </c:pt>
                <c:pt idx="1739">
                  <c:v>191.1024109665251</c:v>
                </c:pt>
                <c:pt idx="1740">
                  <c:v>193.681939547998</c:v>
                </c:pt>
                <c:pt idx="1741">
                  <c:v>194.1433034479839</c:v>
                </c:pt>
                <c:pt idx="1742">
                  <c:v>191.7054274645793</c:v>
                </c:pt>
                <c:pt idx="1743">
                  <c:v>191.4486331699342</c:v>
                </c:pt>
                <c:pt idx="1744">
                  <c:v>188.9445142911488</c:v>
                </c:pt>
                <c:pt idx="1745">
                  <c:v>187.9309017884482</c:v>
                </c:pt>
                <c:pt idx="1746">
                  <c:v>187.1668408405866</c:v>
                </c:pt>
                <c:pt idx="1747">
                  <c:v>185.9459925247229</c:v>
                </c:pt>
                <c:pt idx="1748">
                  <c:v>185.8788013389311</c:v>
                </c:pt>
                <c:pt idx="1749">
                  <c:v>186.2373513176839</c:v>
                </c:pt>
                <c:pt idx="1750">
                  <c:v>186.3112217663709</c:v>
                </c:pt>
                <c:pt idx="1751">
                  <c:v>183.3108309058015</c:v>
                </c:pt>
                <c:pt idx="1752">
                  <c:v>184.3898754468647</c:v>
                </c:pt>
                <c:pt idx="1753">
                  <c:v>184.2098377021576</c:v>
                </c:pt>
                <c:pt idx="1754">
                  <c:v>186.0412063793282</c:v>
                </c:pt>
                <c:pt idx="1755">
                  <c:v>183.8963109029209</c:v>
                </c:pt>
                <c:pt idx="1756">
                  <c:v>183.5068109240856</c:v>
                </c:pt>
                <c:pt idx="1757">
                  <c:v>181.5897250397595</c:v>
                </c:pt>
                <c:pt idx="1758">
                  <c:v>182.4094052817302</c:v>
                </c:pt>
                <c:pt idx="1759">
                  <c:v>184.1466458280994</c:v>
                </c:pt>
                <c:pt idx="1760">
                  <c:v>182.8840589908101</c:v>
                </c:pt>
                <c:pt idx="1761">
                  <c:v>182.0131985533212</c:v>
                </c:pt>
                <c:pt idx="1762">
                  <c:v>182.7468317479934</c:v>
                </c:pt>
                <c:pt idx="1763">
                  <c:v>182.9943492886172</c:v>
                </c:pt>
                <c:pt idx="1764">
                  <c:v>184.8996159011535</c:v>
                </c:pt>
                <c:pt idx="1765">
                  <c:v>187.6345266766461</c:v>
                </c:pt>
                <c:pt idx="1766">
                  <c:v>186.7901908839881</c:v>
                </c:pt>
                <c:pt idx="1767">
                  <c:v>186.3914966111674</c:v>
                </c:pt>
                <c:pt idx="1768">
                  <c:v>189.5394497057001</c:v>
                </c:pt>
                <c:pt idx="1769">
                  <c:v>187.8540215484565</c:v>
                </c:pt>
                <c:pt idx="1770">
                  <c:v>187.3983748776156</c:v>
                </c:pt>
                <c:pt idx="1771">
                  <c:v>187.3777461253403</c:v>
                </c:pt>
                <c:pt idx="1772">
                  <c:v>188.7257890463387</c:v>
                </c:pt>
                <c:pt idx="1773">
                  <c:v>184.7548160783876</c:v>
                </c:pt>
                <c:pt idx="1774">
                  <c:v>185.0766850845737</c:v>
                </c:pt>
                <c:pt idx="1775">
                  <c:v>184.8628249818725</c:v>
                </c:pt>
                <c:pt idx="1776">
                  <c:v>189.6143096748161</c:v>
                </c:pt>
                <c:pt idx="1777">
                  <c:v>189.6926741954512</c:v>
                </c:pt>
                <c:pt idx="1778">
                  <c:v>189.343895730934</c:v>
                </c:pt>
                <c:pt idx="1779">
                  <c:v>191.3152678054581</c:v>
                </c:pt>
                <c:pt idx="1780">
                  <c:v>193.8487012269504</c:v>
                </c:pt>
                <c:pt idx="1781">
                  <c:v>194.3614102425259</c:v>
                </c:pt>
                <c:pt idx="1782">
                  <c:v>194.1700342429042</c:v>
                </c:pt>
                <c:pt idx="1783">
                  <c:v>192.8673718282434</c:v>
                </c:pt>
                <c:pt idx="1784">
                  <c:v>192.2193321506732</c:v>
                </c:pt>
                <c:pt idx="1785">
                  <c:v>193.7718072436194</c:v>
                </c:pt>
                <c:pt idx="1786">
                  <c:v>196.0351840480511</c:v>
                </c:pt>
                <c:pt idx="1787">
                  <c:v>194.8689792492068</c:v>
                </c:pt>
                <c:pt idx="1788">
                  <c:v>194.6308209226398</c:v>
                </c:pt>
                <c:pt idx="1789">
                  <c:v>195.6346481677655</c:v>
                </c:pt>
                <c:pt idx="1790">
                  <c:v>196.7370563856227</c:v>
                </c:pt>
                <c:pt idx="1791">
                  <c:v>195.5286595351562</c:v>
                </c:pt>
                <c:pt idx="1792">
                  <c:v>197.2809352947094</c:v>
                </c:pt>
                <c:pt idx="1793">
                  <c:v>197.9889371616046</c:v>
                </c:pt>
                <c:pt idx="1794">
                  <c:v>200.0942655641943</c:v>
                </c:pt>
                <c:pt idx="1795">
                  <c:v>199.9648857681125</c:v>
                </c:pt>
                <c:pt idx="1796">
                  <c:v>200.4673697392558</c:v>
                </c:pt>
                <c:pt idx="1797">
                  <c:v>199.4285656956356</c:v>
                </c:pt>
                <c:pt idx="1798">
                  <c:v>201.2367631027622</c:v>
                </c:pt>
                <c:pt idx="1799">
                  <c:v>201.3285823525628</c:v>
                </c:pt>
                <c:pt idx="1800">
                  <c:v>199.6992819929821</c:v>
                </c:pt>
                <c:pt idx="1801">
                  <c:v>199.8922797066402</c:v>
                </c:pt>
                <c:pt idx="1802">
                  <c:v>201.1156293102547</c:v>
                </c:pt>
                <c:pt idx="1803">
                  <c:v>200.978498270813</c:v>
                </c:pt>
                <c:pt idx="1804">
                  <c:v>199.9894313720855</c:v>
                </c:pt>
                <c:pt idx="1805">
                  <c:v>197.8348743281569</c:v>
                </c:pt>
                <c:pt idx="1806">
                  <c:v>198.1798458876905</c:v>
                </c:pt>
                <c:pt idx="1807">
                  <c:v>197.3654568313466</c:v>
                </c:pt>
                <c:pt idx="1808">
                  <c:v>194.2709378399759</c:v>
                </c:pt>
                <c:pt idx="1809">
                  <c:v>195.3552185933087</c:v>
                </c:pt>
                <c:pt idx="1810">
                  <c:v>194.7543735428625</c:v>
                </c:pt>
                <c:pt idx="1811">
                  <c:v>193.3417644138768</c:v>
                </c:pt>
                <c:pt idx="1812">
                  <c:v>194.8576822243099</c:v>
                </c:pt>
                <c:pt idx="1813">
                  <c:v>194.7197403278501</c:v>
                </c:pt>
                <c:pt idx="1814">
                  <c:v>195.9850483463189</c:v>
                </c:pt>
                <c:pt idx="1815">
                  <c:v>195.4303121991926</c:v>
                </c:pt>
                <c:pt idx="1816">
                  <c:v>197.0776025899048</c:v>
                </c:pt>
                <c:pt idx="1817">
                  <c:v>198.6040615415739</c:v>
                </c:pt>
                <c:pt idx="1818">
                  <c:v>198.021110318884</c:v>
                </c:pt>
                <c:pt idx="1819">
                  <c:v>199.1035906947698</c:v>
                </c:pt>
                <c:pt idx="1820">
                  <c:v>200.2692869900603</c:v>
                </c:pt>
                <c:pt idx="1821">
                  <c:v>200.8894276888706</c:v>
                </c:pt>
                <c:pt idx="1822">
                  <c:v>201.9846206536002</c:v>
                </c:pt>
                <c:pt idx="1823">
                  <c:v>202.6165393941826</c:v>
                </c:pt>
                <c:pt idx="1824">
                  <c:v>204.2712786747902</c:v>
                </c:pt>
                <c:pt idx="1825">
                  <c:v>204.4737043192017</c:v>
                </c:pt>
                <c:pt idx="1826">
                  <c:v>205.5184867154134</c:v>
                </c:pt>
                <c:pt idx="1827">
                  <c:v>206.7743668031289</c:v>
                </c:pt>
                <c:pt idx="1828">
                  <c:v>207.117895312037</c:v>
                </c:pt>
                <c:pt idx="1829">
                  <c:v>210.6777500284487</c:v>
                </c:pt>
                <c:pt idx="1830">
                  <c:v>210.7384818447739</c:v>
                </c:pt>
                <c:pt idx="1831">
                  <c:v>211.7347365099504</c:v>
                </c:pt>
                <c:pt idx="1832">
                  <c:v>213.3753888677852</c:v>
                </c:pt>
                <c:pt idx="1833">
                  <c:v>216.7992532419163</c:v>
                </c:pt>
                <c:pt idx="1834">
                  <c:v>216.6402428063239</c:v>
                </c:pt>
                <c:pt idx="1835">
                  <c:v>215.9936599227185</c:v>
                </c:pt>
                <c:pt idx="1836">
                  <c:v>216.7856335926793</c:v>
                </c:pt>
                <c:pt idx="1837">
                  <c:v>215.7607103217426</c:v>
                </c:pt>
                <c:pt idx="1838">
                  <c:v>215.1136739079405</c:v>
                </c:pt>
                <c:pt idx="1839">
                  <c:v>213.5449129579349</c:v>
                </c:pt>
                <c:pt idx="1840">
                  <c:v>212.7057996342073</c:v>
                </c:pt>
                <c:pt idx="1841">
                  <c:v>213.4032191298487</c:v>
                </c:pt>
                <c:pt idx="1842">
                  <c:v>214.2726502600514</c:v>
                </c:pt>
                <c:pt idx="1843">
                  <c:v>217.9074336622756</c:v>
                </c:pt>
                <c:pt idx="1844">
                  <c:v>217.6391911660014</c:v>
                </c:pt>
                <c:pt idx="1845">
                  <c:v>218.6182254270468</c:v>
                </c:pt>
                <c:pt idx="1846">
                  <c:v>217.984492565678</c:v>
                </c:pt>
                <c:pt idx="1847">
                  <c:v>221.394544883822</c:v>
                </c:pt>
                <c:pt idx="1848">
                  <c:v>222.3056320754146</c:v>
                </c:pt>
                <c:pt idx="1849">
                  <c:v>226.0169246474696</c:v>
                </c:pt>
                <c:pt idx="1850">
                  <c:v>216.2780508426591</c:v>
                </c:pt>
                <c:pt idx="1851">
                  <c:v>217.4023522000062</c:v>
                </c:pt>
                <c:pt idx="1852">
                  <c:v>217.1188271104409</c:v>
                </c:pt>
                <c:pt idx="1853">
                  <c:v>218.6221285354053</c:v>
                </c:pt>
                <c:pt idx="1854">
                  <c:v>218.7789812667291</c:v>
                </c:pt>
                <c:pt idx="1855">
                  <c:v>220.9466769430196</c:v>
                </c:pt>
                <c:pt idx="1856">
                  <c:v>223.3041681349134</c:v>
                </c:pt>
                <c:pt idx="1857">
                  <c:v>217.9389608826082</c:v>
                </c:pt>
                <c:pt idx="1858">
                  <c:v>216.2201913842456</c:v>
                </c:pt>
                <c:pt idx="1859">
                  <c:v>217.0394043526805</c:v>
                </c:pt>
                <c:pt idx="1860">
                  <c:v>217.7948482268068</c:v>
                </c:pt>
                <c:pt idx="1861">
                  <c:v>217.3394351927338</c:v>
                </c:pt>
                <c:pt idx="1862">
                  <c:v>220.5198912846888</c:v>
                </c:pt>
                <c:pt idx="1863">
                  <c:v>221.1257114239584</c:v>
                </c:pt>
                <c:pt idx="1864">
                  <c:v>220.5672645752236</c:v>
                </c:pt>
                <c:pt idx="1865">
                  <c:v>221.4400628235526</c:v>
                </c:pt>
                <c:pt idx="1866">
                  <c:v>220.6337685940509</c:v>
                </c:pt>
                <c:pt idx="1867">
                  <c:v>222.4631032570065</c:v>
                </c:pt>
                <c:pt idx="1868">
                  <c:v>224.9288232458139</c:v>
                </c:pt>
                <c:pt idx="1869">
                  <c:v>222.6080679998439</c:v>
                </c:pt>
                <c:pt idx="1870">
                  <c:v>223.9291327458147</c:v>
                </c:pt>
                <c:pt idx="1871">
                  <c:v>224.5253600342594</c:v>
                </c:pt>
                <c:pt idx="1872">
                  <c:v>224.2230615432231</c:v>
                </c:pt>
                <c:pt idx="1873">
                  <c:v>222.6050582085392</c:v>
                </c:pt>
                <c:pt idx="1874">
                  <c:v>226.9657235620757</c:v>
                </c:pt>
                <c:pt idx="1875">
                  <c:v>227.5461597536754</c:v>
                </c:pt>
                <c:pt idx="1876">
                  <c:v>226.4902040226204</c:v>
                </c:pt>
                <c:pt idx="1877">
                  <c:v>226.5579449419838</c:v>
                </c:pt>
                <c:pt idx="1878">
                  <c:v>228.5199852891296</c:v>
                </c:pt>
                <c:pt idx="1879">
                  <c:v>236.1334791593254</c:v>
                </c:pt>
                <c:pt idx="1880">
                  <c:v>241.3184012868163</c:v>
                </c:pt>
                <c:pt idx="1881">
                  <c:v>245.8113600243642</c:v>
                </c:pt>
                <c:pt idx="1882">
                  <c:v>245.6218943489038</c:v>
                </c:pt>
                <c:pt idx="1883">
                  <c:v>250.0176327043098</c:v>
                </c:pt>
                <c:pt idx="1884">
                  <c:v>253.8271764089534</c:v>
                </c:pt>
                <c:pt idx="1885">
                  <c:v>251.6869261812263</c:v>
                </c:pt>
                <c:pt idx="1886">
                  <c:v>249.2545612768772</c:v>
                </c:pt>
                <c:pt idx="1887">
                  <c:v>251.2191716284702</c:v>
                </c:pt>
                <c:pt idx="1888">
                  <c:v>255.1786689081137</c:v>
                </c:pt>
                <c:pt idx="1889">
                  <c:v>249.7277856786708</c:v>
                </c:pt>
                <c:pt idx="1890">
                  <c:v>250.3036590816261</c:v>
                </c:pt>
                <c:pt idx="1891">
                  <c:v>251.4340899682969</c:v>
                </c:pt>
                <c:pt idx="1892">
                  <c:v>255.9575314323913</c:v>
                </c:pt>
                <c:pt idx="1893">
                  <c:v>255.5289866266314</c:v>
                </c:pt>
                <c:pt idx="1894">
                  <c:v>260.7099369290673</c:v>
                </c:pt>
                <c:pt idx="1895">
                  <c:v>258.0537617443706</c:v>
                </c:pt>
                <c:pt idx="1896">
                  <c:v>256.2642140486613</c:v>
                </c:pt>
                <c:pt idx="1897">
                  <c:v>255.6485261917811</c:v>
                </c:pt>
                <c:pt idx="1898">
                  <c:v>259.1092502018897</c:v>
                </c:pt>
                <c:pt idx="1899">
                  <c:v>261.8579180600122</c:v>
                </c:pt>
                <c:pt idx="1900">
                  <c:v>259.5477589286352</c:v>
                </c:pt>
                <c:pt idx="1901">
                  <c:v>263.1717538095162</c:v>
                </c:pt>
                <c:pt idx="1902">
                  <c:v>262.8378731247901</c:v>
                </c:pt>
                <c:pt idx="1903">
                  <c:v>262.5046796070284</c:v>
                </c:pt>
                <c:pt idx="1904">
                  <c:v>259.4563519790133</c:v>
                </c:pt>
                <c:pt idx="1905">
                  <c:v>260.1710605954824</c:v>
                </c:pt>
                <c:pt idx="1906">
                  <c:v>251.647235417355</c:v>
                </c:pt>
                <c:pt idx="1907">
                  <c:v>254.7553878013021</c:v>
                </c:pt>
                <c:pt idx="1908">
                  <c:v>248.0175782806863</c:v>
                </c:pt>
                <c:pt idx="1909">
                  <c:v>246.5071578059693</c:v>
                </c:pt>
                <c:pt idx="1910">
                  <c:v>248.638117536336</c:v>
                </c:pt>
                <c:pt idx="1911">
                  <c:v>252.1174362845047</c:v>
                </c:pt>
                <c:pt idx="1912">
                  <c:v>252.8353196123498</c:v>
                </c:pt>
                <c:pt idx="1913">
                  <c:v>246.3967575614478</c:v>
                </c:pt>
                <c:pt idx="1914">
                  <c:v>244.1549715430417</c:v>
                </c:pt>
                <c:pt idx="1915">
                  <c:v>247.2089201968266</c:v>
                </c:pt>
                <c:pt idx="1916">
                  <c:v>247.9432130717848</c:v>
                </c:pt>
                <c:pt idx="1917">
                  <c:v>246.8852233265148</c:v>
                </c:pt>
                <c:pt idx="1918">
                  <c:v>247.752029478913</c:v>
                </c:pt>
                <c:pt idx="1919">
                  <c:v>242.1843003788214</c:v>
                </c:pt>
                <c:pt idx="1920">
                  <c:v>250.0352241786018</c:v>
                </c:pt>
                <c:pt idx="1921">
                  <c:v>250.8285034657953</c:v>
                </c:pt>
                <c:pt idx="1922">
                  <c:v>254.834879275759</c:v>
                </c:pt>
                <c:pt idx="1923">
                  <c:v>251.1357083289583</c:v>
                </c:pt>
                <c:pt idx="1924">
                  <c:v>249.5196153184359</c:v>
                </c:pt>
                <c:pt idx="1925">
                  <c:v>250.8354575954763</c:v>
                </c:pt>
                <c:pt idx="1926">
                  <c:v>257.6351671162571</c:v>
                </c:pt>
                <c:pt idx="1927">
                  <c:v>258.3100612788012</c:v>
                </c:pt>
                <c:pt idx="1928">
                  <c:v>258.4462715145105</c:v>
                </c:pt>
                <c:pt idx="1929">
                  <c:v>258.5973795300108</c:v>
                </c:pt>
                <c:pt idx="1930">
                  <c:v>258.7306074610939</c:v>
                </c:pt>
                <c:pt idx="1931">
                  <c:v>264.1485753929358</c:v>
                </c:pt>
                <c:pt idx="1932">
                  <c:v>268.1727488272808</c:v>
                </c:pt>
                <c:pt idx="1933">
                  <c:v>271.1888895546773</c:v>
                </c:pt>
                <c:pt idx="1934">
                  <c:v>272.1190937312231</c:v>
                </c:pt>
                <c:pt idx="1935">
                  <c:v>273.0215088757234</c:v>
                </c:pt>
                <c:pt idx="1936">
                  <c:v>271.7575064744871</c:v>
                </c:pt>
                <c:pt idx="1937">
                  <c:v>270.4944661070012</c:v>
                </c:pt>
                <c:pt idx="1938">
                  <c:v>269.0032038472554</c:v>
                </c:pt>
                <c:pt idx="1939">
                  <c:v>269.5509446346828</c:v>
                </c:pt>
                <c:pt idx="1940">
                  <c:v>265.0938422693441</c:v>
                </c:pt>
                <c:pt idx="1941">
                  <c:v>263.0178696394792</c:v>
                </c:pt>
                <c:pt idx="1942">
                  <c:v>262.1473527854725</c:v>
                </c:pt>
                <c:pt idx="1943">
                  <c:v>260.5445633273833</c:v>
                </c:pt>
                <c:pt idx="1944">
                  <c:v>259.2250653220916</c:v>
                </c:pt>
                <c:pt idx="1945">
                  <c:v>253.9087706143218</c:v>
                </c:pt>
                <c:pt idx="1946">
                  <c:v>257.4369881636865</c:v>
                </c:pt>
                <c:pt idx="1947">
                  <c:v>255.0765421538451</c:v>
                </c:pt>
                <c:pt idx="1948">
                  <c:v>256.6621112078032</c:v>
                </c:pt>
                <c:pt idx="1949">
                  <c:v>257.9499170726907</c:v>
                </c:pt>
                <c:pt idx="1950">
                  <c:v>251.8030711415712</c:v>
                </c:pt>
                <c:pt idx="1951">
                  <c:v>253.0262695684536</c:v>
                </c:pt>
                <c:pt idx="1952">
                  <c:v>250.0035320381977</c:v>
                </c:pt>
                <c:pt idx="1953">
                  <c:v>247.850582964966</c:v>
                </c:pt>
                <c:pt idx="1954">
                  <c:v>243.3921887257341</c:v>
                </c:pt>
                <c:pt idx="1955">
                  <c:v>245.1342531841943</c:v>
                </c:pt>
                <c:pt idx="1956">
                  <c:v>243.6471826429321</c:v>
                </c:pt>
                <c:pt idx="1957">
                  <c:v>243.2238740494419</c:v>
                </c:pt>
                <c:pt idx="1958">
                  <c:v>239.5173504161208</c:v>
                </c:pt>
                <c:pt idx="1959">
                  <c:v>243.7459972524316</c:v>
                </c:pt>
                <c:pt idx="1960">
                  <c:v>244.1502300909864</c:v>
                </c:pt>
                <c:pt idx="1961">
                  <c:v>242.1708456496559</c:v>
                </c:pt>
                <c:pt idx="1962">
                  <c:v>244.3781771164605</c:v>
                </c:pt>
                <c:pt idx="1963">
                  <c:v>242.6922954290203</c:v>
                </c:pt>
                <c:pt idx="1964">
                  <c:v>241.5314505324994</c:v>
                </c:pt>
                <c:pt idx="1965">
                  <c:v>240.5955841001658</c:v>
                </c:pt>
                <c:pt idx="1966">
                  <c:v>238.842043953398</c:v>
                </c:pt>
                <c:pt idx="1967">
                  <c:v>236.6568117761727</c:v>
                </c:pt>
                <c:pt idx="1968">
                  <c:v>239.4057270144025</c:v>
                </c:pt>
                <c:pt idx="1969">
                  <c:v>234.0911639673832</c:v>
                </c:pt>
                <c:pt idx="1970">
                  <c:v>232.28871127608</c:v>
                </c:pt>
                <c:pt idx="1971">
                  <c:v>231.807144667337</c:v>
                </c:pt>
                <c:pt idx="1972">
                  <c:v>233.3799736457726</c:v>
                </c:pt>
                <c:pt idx="1973">
                  <c:v>231.7391701112056</c:v>
                </c:pt>
                <c:pt idx="1974">
                  <c:v>235.6944756723654</c:v>
                </c:pt>
                <c:pt idx="1975">
                  <c:v>235.1934210085082</c:v>
                </c:pt>
                <c:pt idx="1976">
                  <c:v>234.2072951843889</c:v>
                </c:pt>
                <c:pt idx="1977">
                  <c:v>233.1536483343347</c:v>
                </c:pt>
                <c:pt idx="1978">
                  <c:v>231.5119514827139</c:v>
                </c:pt>
                <c:pt idx="1979">
                  <c:v>231.2695464643061</c:v>
                </c:pt>
                <c:pt idx="1980">
                  <c:v>231.3465916243692</c:v>
                </c:pt>
                <c:pt idx="1981">
                  <c:v>234.1457937410634</c:v>
                </c:pt>
                <c:pt idx="1982">
                  <c:v>235.3668756936951</c:v>
                </c:pt>
                <c:pt idx="1983">
                  <c:v>234.3330879689159</c:v>
                </c:pt>
                <c:pt idx="1984">
                  <c:v>236.3719673260354</c:v>
                </c:pt>
                <c:pt idx="1985">
                  <c:v>238.1653906434246</c:v>
                </c:pt>
                <c:pt idx="1986">
                  <c:v>238.0419891999342</c:v>
                </c:pt>
                <c:pt idx="1987">
                  <c:v>236.4185847329092</c:v>
                </c:pt>
                <c:pt idx="1988">
                  <c:v>235.9574819563698</c:v>
                </c:pt>
                <c:pt idx="1989">
                  <c:v>237.4678886877475</c:v>
                </c:pt>
                <c:pt idx="1990">
                  <c:v>239.2306781018579</c:v>
                </c:pt>
                <c:pt idx="1991">
                  <c:v>237.0005601785095</c:v>
                </c:pt>
                <c:pt idx="1992">
                  <c:v>236.4138570241932</c:v>
                </c:pt>
                <c:pt idx="1993">
                  <c:v>234.5348264463628</c:v>
                </c:pt>
                <c:pt idx="1994">
                  <c:v>237.4053564939752</c:v>
                </c:pt>
                <c:pt idx="1995">
                  <c:v>244.4477871299675</c:v>
                </c:pt>
                <c:pt idx="1996">
                  <c:v>241.5241803060147</c:v>
                </c:pt>
                <c:pt idx="1997">
                  <c:v>242.7638569967065</c:v>
                </c:pt>
                <c:pt idx="1998">
                  <c:v>241.8977517546121</c:v>
                </c:pt>
                <c:pt idx="1999">
                  <c:v>238.8939662892379</c:v>
                </c:pt>
                <c:pt idx="2000">
                  <c:v>238.7411540996656</c:v>
                </c:pt>
                <c:pt idx="2001">
                  <c:v>238.2701286321584</c:v>
                </c:pt>
                <c:pt idx="2002">
                  <c:v>238.2073215716003</c:v>
                </c:pt>
                <c:pt idx="2003">
                  <c:v>244.0096494733827</c:v>
                </c:pt>
                <c:pt idx="2004">
                  <c:v>242.8772670325327</c:v>
                </c:pt>
                <c:pt idx="2005">
                  <c:v>239.1917569649869</c:v>
                </c:pt>
                <c:pt idx="2006">
                  <c:v>240.9680973116379</c:v>
                </c:pt>
                <c:pt idx="2007">
                  <c:v>242.6589266012227</c:v>
                </c:pt>
                <c:pt idx="2008">
                  <c:v>238.9765225283566</c:v>
                </c:pt>
                <c:pt idx="2009">
                  <c:v>243.4754321318173</c:v>
                </c:pt>
                <c:pt idx="2010">
                  <c:v>244.6300650389788</c:v>
                </c:pt>
                <c:pt idx="2011">
                  <c:v>244.6317692130509</c:v>
                </c:pt>
                <c:pt idx="2012">
                  <c:v>244.4870930803386</c:v>
                </c:pt>
                <c:pt idx="2013">
                  <c:v>244.2551055131131</c:v>
                </c:pt>
                <c:pt idx="2014">
                  <c:v>241.259318671206</c:v>
                </c:pt>
                <c:pt idx="2015">
                  <c:v>237.0910463243989</c:v>
                </c:pt>
                <c:pt idx="2016">
                  <c:v>236.6327197023962</c:v>
                </c:pt>
                <c:pt idx="2017">
                  <c:v>230.715813580948</c:v>
                </c:pt>
                <c:pt idx="2018">
                  <c:v>230.188660315778</c:v>
                </c:pt>
                <c:pt idx="2019">
                  <c:v>229.6525051633726</c:v>
                </c:pt>
                <c:pt idx="2020">
                  <c:v>229.4233349807016</c:v>
                </c:pt>
                <c:pt idx="2021">
                  <c:v>229.2163190609671</c:v>
                </c:pt>
                <c:pt idx="2022">
                  <c:v>228.599641683658</c:v>
                </c:pt>
                <c:pt idx="2023">
                  <c:v>230.6548343845155</c:v>
                </c:pt>
                <c:pt idx="2024">
                  <c:v>230.787979855563</c:v>
                </c:pt>
                <c:pt idx="2025">
                  <c:v>235.0547094850481</c:v>
                </c:pt>
                <c:pt idx="2026">
                  <c:v>236.2572379296374</c:v>
                </c:pt>
                <c:pt idx="2027">
                  <c:v>239.9268194669453</c:v>
                </c:pt>
                <c:pt idx="2028">
                  <c:v>239.9398206659143</c:v>
                </c:pt>
                <c:pt idx="2029">
                  <c:v>240.6945361430583</c:v>
                </c:pt>
                <c:pt idx="2030">
                  <c:v>241.4218474016568</c:v>
                </c:pt>
                <c:pt idx="2031">
                  <c:v>243.8326490066589</c:v>
                </c:pt>
              </c:numCache>
            </c:numRef>
          </c:val>
          <c:smooth val="0"/>
          <c:extLst>
            <c:ext xmlns:c16="http://schemas.microsoft.com/office/drawing/2014/chart" uri="{C3380CC4-5D6E-409C-BE32-E72D297353CC}">
              <c16:uniqueId val="{00000001-91DE-412C-BDD1-885D4DAD3237}"/>
            </c:ext>
          </c:extLst>
        </c:ser>
        <c:dLbls>
          <c:showLegendKey val="0"/>
          <c:showVal val="0"/>
          <c:showCatName val="0"/>
          <c:showSerName val="0"/>
          <c:showPercent val="0"/>
          <c:showBubbleSize val="0"/>
        </c:dLbls>
        <c:smooth val="0"/>
        <c:axId val="466100159"/>
        <c:axId val="466101119"/>
      </c:lineChart>
      <c:dateAx>
        <c:axId val="466100159"/>
        <c:scaling>
          <c:orientation val="minMax"/>
        </c:scaling>
        <c:delete val="0"/>
        <c:axPos val="b"/>
        <c:numFmt formatCode="[$-416]m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466101119"/>
        <c:crosses val="autoZero"/>
        <c:auto val="0"/>
        <c:lblOffset val="100"/>
        <c:baseTimeUnit val="days"/>
      </c:dateAx>
      <c:valAx>
        <c:axId val="466101119"/>
        <c:scaling>
          <c:orientation val="minMax"/>
        </c:scaling>
        <c:delete val="0"/>
        <c:axPos val="l"/>
        <c:majorGridlines>
          <c:spPr>
            <a:ln w="6350" cap="flat" cmpd="sng" algn="ctr">
              <a:solidFill>
                <a:schemeClr val="tx1">
                  <a:lumMod val="15000"/>
                  <a:lumOff val="85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466100159"/>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800">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1"/>
            <a:ext cx="3012457" cy="462622"/>
          </a:xfrm>
          <a:prstGeom prst="rect">
            <a:avLst/>
          </a:prstGeom>
        </p:spPr>
        <p:txBody>
          <a:bodyPr vert="horz" lIns="91440" tIns="45720" rIns="91440" bIns="45720" rtlCol="0"/>
          <a:lstStyle>
            <a:lvl1pPr algn="l">
              <a:defRPr sz="1200"/>
            </a:lvl1pPr>
          </a:lstStyle>
          <a:p>
            <a:endParaRPr lang="pt-BR" dirty="0">
              <a:latin typeface="Arial" panose="020B0604020202020204" pitchFamily="34" charset="0"/>
            </a:endParaRPr>
          </a:p>
        </p:txBody>
      </p:sp>
      <p:sp>
        <p:nvSpPr>
          <p:cNvPr id="3" name="Espaço Reservado para Data 2"/>
          <p:cNvSpPr>
            <a:spLocks noGrp="1"/>
          </p:cNvSpPr>
          <p:nvPr>
            <p:ph type="dt" sz="quarter" idx="1"/>
          </p:nvPr>
        </p:nvSpPr>
        <p:spPr>
          <a:xfrm>
            <a:off x="3935996" y="1"/>
            <a:ext cx="3012457" cy="462622"/>
          </a:xfrm>
          <a:prstGeom prst="rect">
            <a:avLst/>
          </a:prstGeom>
        </p:spPr>
        <p:txBody>
          <a:bodyPr vert="horz" lIns="91440" tIns="45720" rIns="91440" bIns="45720" rtlCol="0"/>
          <a:lstStyle>
            <a:lvl1pPr algn="r">
              <a:defRPr sz="1200"/>
            </a:lvl1pPr>
          </a:lstStyle>
          <a:p>
            <a:fld id="{5DAB6854-BA43-4188-8D71-6CA4AD99B547}" type="datetimeFigureOut">
              <a:rPr lang="pt-BR" smtClean="0">
                <a:latin typeface="Arial" panose="020B0604020202020204" pitchFamily="34" charset="0"/>
              </a:rPr>
              <a:t>02/07/2026</a:t>
            </a:fld>
            <a:endParaRPr lang="pt-BR" dirty="0">
              <a:latin typeface="Arial" panose="020B0604020202020204" pitchFamily="34" charset="0"/>
            </a:endParaRPr>
          </a:p>
        </p:txBody>
      </p:sp>
      <p:sp>
        <p:nvSpPr>
          <p:cNvPr id="4" name="Espaço Reservado para Rodapé 3"/>
          <p:cNvSpPr>
            <a:spLocks noGrp="1"/>
          </p:cNvSpPr>
          <p:nvPr>
            <p:ph type="ftr" sz="quarter" idx="2"/>
          </p:nvPr>
        </p:nvSpPr>
        <p:spPr>
          <a:xfrm>
            <a:off x="0" y="8773453"/>
            <a:ext cx="3012457" cy="462622"/>
          </a:xfrm>
          <a:prstGeom prst="rect">
            <a:avLst/>
          </a:prstGeom>
        </p:spPr>
        <p:txBody>
          <a:bodyPr vert="horz" lIns="91440" tIns="45720" rIns="91440" bIns="45720" rtlCol="0" anchor="b"/>
          <a:lstStyle>
            <a:lvl1pPr algn="l">
              <a:defRPr sz="1200"/>
            </a:lvl1pPr>
          </a:lstStyle>
          <a:p>
            <a:endParaRPr lang="pt-BR" dirty="0">
              <a:latin typeface="Arial" panose="020B0604020202020204" pitchFamily="34" charset="0"/>
            </a:endParaRPr>
          </a:p>
        </p:txBody>
      </p:sp>
      <p:sp>
        <p:nvSpPr>
          <p:cNvPr id="5" name="Espaço Reservado para Número de Slide 4"/>
          <p:cNvSpPr>
            <a:spLocks noGrp="1"/>
          </p:cNvSpPr>
          <p:nvPr>
            <p:ph type="sldNum" sz="quarter" idx="3"/>
          </p:nvPr>
        </p:nvSpPr>
        <p:spPr>
          <a:xfrm>
            <a:off x="3935996" y="8773453"/>
            <a:ext cx="3012457" cy="462622"/>
          </a:xfrm>
          <a:prstGeom prst="rect">
            <a:avLst/>
          </a:prstGeom>
        </p:spPr>
        <p:txBody>
          <a:bodyPr vert="horz" lIns="91440" tIns="45720" rIns="91440" bIns="45720" rtlCol="0" anchor="b"/>
          <a:lstStyle>
            <a:lvl1pPr algn="r">
              <a:defRPr sz="1200"/>
            </a:lvl1pPr>
          </a:lstStyle>
          <a:p>
            <a:fld id="{EF65063B-5E6C-4857-89F3-772EE25A036D}" type="slidenum">
              <a:rPr lang="pt-BR" smtClean="0">
                <a:latin typeface="Arial" panose="020B0604020202020204" pitchFamily="34" charset="0"/>
              </a:rPr>
              <a:t>‹#›</a:t>
            </a:fld>
            <a:endParaRPr lang="pt-BR" dirty="0">
              <a:latin typeface="Arial" panose="020B0604020202020204" pitchFamily="34" charset="0"/>
            </a:endParaRPr>
          </a:p>
        </p:txBody>
      </p:sp>
    </p:spTree>
    <p:extLst>
      <p:ext uri="{BB962C8B-B14F-4D97-AF65-F5344CB8AC3E}">
        <p14:creationId xmlns:p14="http://schemas.microsoft.com/office/powerpoint/2010/main" val="29254717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1"/>
            <a:ext cx="3012457" cy="462622"/>
          </a:xfrm>
          <a:prstGeom prst="rect">
            <a:avLst/>
          </a:prstGeom>
        </p:spPr>
        <p:txBody>
          <a:bodyPr vert="horz" lIns="91440" tIns="45720" rIns="91440" bIns="45720" rtlCol="0"/>
          <a:lstStyle>
            <a:lvl1pPr algn="l">
              <a:defRPr sz="1200">
                <a:latin typeface="Arial" panose="020B0604020202020204" pitchFamily="34" charset="0"/>
              </a:defRPr>
            </a:lvl1pPr>
          </a:lstStyle>
          <a:p>
            <a:endParaRPr lang="pt-BR" dirty="0"/>
          </a:p>
        </p:txBody>
      </p:sp>
      <p:sp>
        <p:nvSpPr>
          <p:cNvPr id="3" name="Espaço Reservado para Data 2"/>
          <p:cNvSpPr>
            <a:spLocks noGrp="1"/>
          </p:cNvSpPr>
          <p:nvPr>
            <p:ph type="dt" idx="1"/>
          </p:nvPr>
        </p:nvSpPr>
        <p:spPr>
          <a:xfrm>
            <a:off x="3935996" y="1"/>
            <a:ext cx="3012457" cy="462622"/>
          </a:xfrm>
          <a:prstGeom prst="rect">
            <a:avLst/>
          </a:prstGeom>
        </p:spPr>
        <p:txBody>
          <a:bodyPr vert="horz" lIns="91440" tIns="45720" rIns="91440" bIns="45720" rtlCol="0"/>
          <a:lstStyle>
            <a:lvl1pPr algn="r">
              <a:defRPr sz="1200">
                <a:latin typeface="Arial" panose="020B0604020202020204" pitchFamily="34" charset="0"/>
              </a:defRPr>
            </a:lvl1pPr>
          </a:lstStyle>
          <a:p>
            <a:fld id="{6D8EB0C7-A7CA-4D05-AC86-585B7631FAAB}" type="datetimeFigureOut">
              <a:rPr lang="pt-BR" smtClean="0"/>
              <a:pPr/>
              <a:t>02/07/2026</a:t>
            </a:fld>
            <a:endParaRPr lang="pt-BR" dirty="0"/>
          </a:p>
        </p:txBody>
      </p:sp>
      <p:sp>
        <p:nvSpPr>
          <p:cNvPr id="4" name="Espaço Reservado para Imagem de Slide 3"/>
          <p:cNvSpPr>
            <a:spLocks noGrp="1" noRot="1" noChangeAspect="1"/>
          </p:cNvSpPr>
          <p:nvPr>
            <p:ph type="sldImg" idx="2"/>
          </p:nvPr>
        </p:nvSpPr>
        <p:spPr>
          <a:xfrm>
            <a:off x="704850" y="1154113"/>
            <a:ext cx="5540375" cy="3117850"/>
          </a:xfrm>
          <a:prstGeom prst="rect">
            <a:avLst/>
          </a:prstGeom>
          <a:noFill/>
          <a:ln w="12700">
            <a:solidFill>
              <a:prstClr val="black"/>
            </a:solidFill>
          </a:ln>
        </p:spPr>
        <p:txBody>
          <a:bodyPr vert="horz" lIns="91440" tIns="45720" rIns="91440" bIns="45720" rtlCol="0" anchor="ctr"/>
          <a:lstStyle/>
          <a:p>
            <a:endParaRPr lang="pt-BR" dirty="0"/>
          </a:p>
        </p:txBody>
      </p:sp>
      <p:sp>
        <p:nvSpPr>
          <p:cNvPr id="5" name="Espaço Reservado para Anotações 4"/>
          <p:cNvSpPr>
            <a:spLocks noGrp="1"/>
          </p:cNvSpPr>
          <p:nvPr>
            <p:ph type="body" sz="quarter" idx="3"/>
          </p:nvPr>
        </p:nvSpPr>
        <p:spPr>
          <a:xfrm>
            <a:off x="694684" y="4444740"/>
            <a:ext cx="5560709" cy="3637012"/>
          </a:xfrm>
          <a:prstGeom prst="rect">
            <a:avLst/>
          </a:prstGeom>
        </p:spPr>
        <p:txBody>
          <a:bodyPr vert="horz" lIns="91440" tIns="45720" rIns="91440" bIns="45720" rtlCol="0"/>
          <a:lstStyle/>
          <a:p>
            <a:pPr lvl="0"/>
            <a:r>
              <a:rPr lang="pt-BR" dirty="0"/>
              <a:t>Clique para editar o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6" name="Espaço Reservado para Rodapé 5"/>
          <p:cNvSpPr>
            <a:spLocks noGrp="1"/>
          </p:cNvSpPr>
          <p:nvPr>
            <p:ph type="ftr" sz="quarter" idx="4"/>
          </p:nvPr>
        </p:nvSpPr>
        <p:spPr>
          <a:xfrm>
            <a:off x="0" y="8773453"/>
            <a:ext cx="3012457" cy="462622"/>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pt-BR" dirty="0"/>
          </a:p>
        </p:txBody>
      </p:sp>
      <p:sp>
        <p:nvSpPr>
          <p:cNvPr id="7" name="Espaço Reservado para Número de Slide 6"/>
          <p:cNvSpPr>
            <a:spLocks noGrp="1"/>
          </p:cNvSpPr>
          <p:nvPr>
            <p:ph type="sldNum" sz="quarter" idx="5"/>
          </p:nvPr>
        </p:nvSpPr>
        <p:spPr>
          <a:xfrm>
            <a:off x="3935996" y="8773453"/>
            <a:ext cx="3012457" cy="462622"/>
          </a:xfrm>
          <a:prstGeom prst="rect">
            <a:avLst/>
          </a:prstGeom>
        </p:spPr>
        <p:txBody>
          <a:bodyPr vert="horz" lIns="91440" tIns="45720" rIns="91440" bIns="45720" rtlCol="0" anchor="b"/>
          <a:lstStyle>
            <a:lvl1pPr algn="r">
              <a:defRPr sz="1200">
                <a:latin typeface="Arial" panose="020B0604020202020204" pitchFamily="34" charset="0"/>
              </a:defRPr>
            </a:lvl1pPr>
          </a:lstStyle>
          <a:p>
            <a:fld id="{313CA231-F0FC-4F9B-BA71-B3112EA6E8D1}" type="slidenum">
              <a:rPr lang="pt-BR" smtClean="0"/>
              <a:pPr/>
              <a:t>‹#›</a:t>
            </a:fld>
            <a:endParaRPr lang="pt-BR" dirty="0"/>
          </a:p>
        </p:txBody>
      </p:sp>
    </p:spTree>
    <p:extLst>
      <p:ext uri="{BB962C8B-B14F-4D97-AF65-F5344CB8AC3E}">
        <p14:creationId xmlns:p14="http://schemas.microsoft.com/office/powerpoint/2010/main" val="124446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313CA231-F0FC-4F9B-BA71-B3112EA6E8D1}" type="slidenum">
              <a:rPr lang="pt-BR" smtClean="0"/>
              <a:pPr/>
              <a:t>3</a:t>
            </a:fld>
            <a:endParaRPr lang="pt-BR" dirty="0"/>
          </a:p>
        </p:txBody>
      </p:sp>
    </p:spTree>
    <p:extLst>
      <p:ext uri="{BB962C8B-B14F-4D97-AF65-F5344CB8AC3E}">
        <p14:creationId xmlns:p14="http://schemas.microsoft.com/office/powerpoint/2010/main" val="10903235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313CA231-F0FC-4F9B-BA71-B3112EA6E8D1}" type="slidenum">
              <a:rPr lang="pt-BR" smtClean="0"/>
              <a:pPr/>
              <a:t>5</a:t>
            </a:fld>
            <a:endParaRPr lang="pt-BR" dirty="0"/>
          </a:p>
        </p:txBody>
      </p:sp>
    </p:spTree>
    <p:extLst>
      <p:ext uri="{BB962C8B-B14F-4D97-AF65-F5344CB8AC3E}">
        <p14:creationId xmlns:p14="http://schemas.microsoft.com/office/powerpoint/2010/main" val="18749457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sv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1012252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8" y="1522181"/>
            <a:ext cx="9579788" cy="851248"/>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pPr/>
              <a:t>2 de julho de 2026</a:t>
            </a:fld>
            <a:endParaRPr lang="en-US" dirty="0"/>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1012252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1012252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1012252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1012252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1012252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1012252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1012252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1012252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1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sp>
        <p:nvSpPr>
          <p:cNvPr id="45" name="Text Placeholder 21">
            <a:extLst>
              <a:ext uri="{FF2B5EF4-FFF2-40B4-BE49-F238E27FC236}">
                <a16:creationId xmlns:a16="http://schemas.microsoft.com/office/drawing/2014/main" id="{A103342B-56B1-4527-AD7F-4D0449A0DCB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6" name="Freeform: Shape 45">
            <a:extLst>
              <a:ext uri="{FF2B5EF4-FFF2-40B4-BE49-F238E27FC236}">
                <a16:creationId xmlns:a16="http://schemas.microsoft.com/office/drawing/2014/main" id="{401B2D36-F7E1-4BF5-AB6E-AC161A1D4C46}"/>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
        <p:nvSpPr>
          <p:cNvPr id="50" name="Espaço Reservado para Conteúdo 14">
            <a:extLst>
              <a:ext uri="{FF2B5EF4-FFF2-40B4-BE49-F238E27FC236}">
                <a16:creationId xmlns:a16="http://schemas.microsoft.com/office/drawing/2014/main" id="{5DD66D9C-1033-48E3-9084-861698E49C88}"/>
              </a:ext>
            </a:extLst>
          </p:cNvPr>
          <p:cNvSpPr>
            <a:spLocks noGrp="1"/>
          </p:cNvSpPr>
          <p:nvPr>
            <p:ph sz="quarter" idx="42"/>
          </p:nvPr>
        </p:nvSpPr>
        <p:spPr>
          <a:xfrm>
            <a:off x="335999" y="2411916"/>
            <a:ext cx="9579786" cy="252881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51" name="Espaço Reservado para Conteúdo 14">
            <a:extLst>
              <a:ext uri="{FF2B5EF4-FFF2-40B4-BE49-F238E27FC236}">
                <a16:creationId xmlns:a16="http://schemas.microsoft.com/office/drawing/2014/main" id="{1AAAB222-9B15-4258-ACBD-73305BB52F7E}"/>
              </a:ext>
            </a:extLst>
          </p:cNvPr>
          <p:cNvSpPr>
            <a:spLocks noGrp="1"/>
          </p:cNvSpPr>
          <p:nvPr>
            <p:ph sz="quarter" idx="43" hasCustomPrompt="1"/>
          </p:nvPr>
        </p:nvSpPr>
        <p:spPr>
          <a:xfrm>
            <a:off x="10122521" y="4234046"/>
            <a:ext cx="1914195" cy="1848434"/>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Conteúdo 14">
            <a:extLst>
              <a:ext uri="{FF2B5EF4-FFF2-40B4-BE49-F238E27FC236}">
                <a16:creationId xmlns:a16="http://schemas.microsoft.com/office/drawing/2014/main" id="{BF881F3D-BE20-4A6F-BE22-461C15CBA88A}"/>
              </a:ext>
            </a:extLst>
          </p:cNvPr>
          <p:cNvSpPr>
            <a:spLocks noGrp="1"/>
          </p:cNvSpPr>
          <p:nvPr>
            <p:ph sz="quarter" idx="44" hasCustomPrompt="1"/>
          </p:nvPr>
        </p:nvSpPr>
        <p:spPr>
          <a:xfrm>
            <a:off x="10122521" y="3898244"/>
            <a:ext cx="1914195"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60985316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mário">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9342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a:off x="3446236" y="0"/>
            <a:ext cx="8745764" cy="6115050"/>
          </a:xfrm>
          <a:prstGeom prst="rect">
            <a:avLst/>
          </a:prstGeom>
        </p:spPr>
      </p:pic>
      <p:sp>
        <p:nvSpPr>
          <p:cNvPr id="2" name="Rectangle 1">
            <a:extLst>
              <a:ext uri="{FF2B5EF4-FFF2-40B4-BE49-F238E27FC236}">
                <a16:creationId xmlns:a16="http://schemas.microsoft.com/office/drawing/2014/main" id="{5C206FF3-880C-48C0-ACA6-F9FF31D4CE3C}"/>
              </a:ext>
            </a:extLst>
          </p:cNvPr>
          <p:cNvSpPr/>
          <p:nvPr userDrawn="1"/>
        </p:nvSpPr>
        <p:spPr>
          <a:xfrm>
            <a:off x="0" y="0"/>
            <a:ext cx="6095188" cy="6934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4" name="Group 3">
            <a:extLst>
              <a:ext uri="{FF2B5EF4-FFF2-40B4-BE49-F238E27FC236}">
                <a16:creationId xmlns:a16="http://schemas.microsoft.com/office/drawing/2014/main" id="{A0A4DC3B-9FB1-4D73-8569-2AD09B303948}"/>
              </a:ext>
            </a:extLst>
          </p:cNvPr>
          <p:cNvGrpSpPr/>
          <p:nvPr userDrawn="1"/>
        </p:nvGrpSpPr>
        <p:grpSpPr>
          <a:xfrm>
            <a:off x="0" y="2191657"/>
            <a:ext cx="6096000" cy="4704443"/>
            <a:chOff x="0" y="2191657"/>
            <a:chExt cx="6096000" cy="4704443"/>
          </a:xfrm>
        </p:grpSpPr>
        <p:cxnSp>
          <p:nvCxnSpPr>
            <p:cNvPr id="21" name="Conector reto 7">
              <a:extLst>
                <a:ext uri="{FF2B5EF4-FFF2-40B4-BE49-F238E27FC236}">
                  <a16:creationId xmlns:a16="http://schemas.microsoft.com/office/drawing/2014/main" id="{DD82BE49-0626-4798-B433-903A59AF4B8B}"/>
                </a:ext>
              </a:extLst>
            </p:cNvPr>
            <p:cNvCxnSpPr>
              <a:cxnSpLocks/>
            </p:cNvCxnSpPr>
            <p:nvPr userDrawn="1"/>
          </p:nvCxnSpPr>
          <p:spPr>
            <a:xfrm>
              <a:off x="0" y="5038273"/>
              <a:ext cx="6096000" cy="0"/>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cxnSp>
          <p:nvCxnSpPr>
            <p:cNvPr id="30" name="Conector reto 2">
              <a:extLst>
                <a:ext uri="{FF2B5EF4-FFF2-40B4-BE49-F238E27FC236}">
                  <a16:creationId xmlns:a16="http://schemas.microsoft.com/office/drawing/2014/main" id="{17F248A0-AF00-4728-98AC-9AB839726FA9}"/>
                </a:ext>
              </a:extLst>
            </p:cNvPr>
            <p:cNvCxnSpPr>
              <a:cxnSpLocks/>
            </p:cNvCxnSpPr>
            <p:nvPr userDrawn="1"/>
          </p:nvCxnSpPr>
          <p:spPr>
            <a:xfrm flipH="1">
              <a:off x="1943100" y="2191657"/>
              <a:ext cx="4152088" cy="4704443"/>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grpSp>
      <p:sp>
        <p:nvSpPr>
          <p:cNvPr id="31" name="CaixaDeTexto 4">
            <a:extLst>
              <a:ext uri="{FF2B5EF4-FFF2-40B4-BE49-F238E27FC236}">
                <a16:creationId xmlns:a16="http://schemas.microsoft.com/office/drawing/2014/main" id="{A36F00F8-EA0D-458B-96E7-07B1A138E813}"/>
              </a:ext>
            </a:extLst>
          </p:cNvPr>
          <p:cNvSpPr txBox="1"/>
          <p:nvPr userDrawn="1"/>
        </p:nvSpPr>
        <p:spPr>
          <a:xfrm>
            <a:off x="488485" y="3046547"/>
            <a:ext cx="2138727" cy="984885"/>
          </a:xfrm>
          <a:prstGeom prst="rect">
            <a:avLst/>
          </a:prstGeom>
        </p:spPr>
        <p:txBody>
          <a:bodyPr wrap="none" rtlCol="0">
            <a:spAutoFit/>
          </a:bodyPr>
          <a:lstStyle/>
          <a:p>
            <a:r>
              <a:rPr lang="pt-BR" sz="5800" dirty="0">
                <a:solidFill>
                  <a:srgbClr val="242424"/>
                </a:solidFill>
                <a:latin typeface="+mj-lt"/>
                <a:ea typeface="XP Light Lighthouse" pitchFamily="50" charset="0"/>
              </a:rPr>
              <a:t>Índice</a:t>
            </a:r>
          </a:p>
        </p:txBody>
      </p:sp>
      <p:sp>
        <p:nvSpPr>
          <p:cNvPr id="13" name="Freeform: Shape 12">
            <a:extLst>
              <a:ext uri="{FF2B5EF4-FFF2-40B4-BE49-F238E27FC236}">
                <a16:creationId xmlns:a16="http://schemas.microsoft.com/office/drawing/2014/main" id="{844D0124-F03F-434F-9C9B-43216851E7C3}"/>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
        <p:nvSpPr>
          <p:cNvPr id="15" name="Espaço Reservado para Texto 6">
            <a:extLst>
              <a:ext uri="{FF2B5EF4-FFF2-40B4-BE49-F238E27FC236}">
                <a16:creationId xmlns:a16="http://schemas.microsoft.com/office/drawing/2014/main" id="{94944841-FAE5-4D44-AF6D-E519CC043F13}"/>
              </a:ext>
            </a:extLst>
          </p:cNvPr>
          <p:cNvSpPr>
            <a:spLocks noGrp="1"/>
          </p:cNvSpPr>
          <p:nvPr>
            <p:ph type="body" sz="quarter" idx="17" hasCustomPrompt="1"/>
          </p:nvPr>
        </p:nvSpPr>
        <p:spPr>
          <a:xfrm>
            <a:off x="6616700" y="143236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6" name="Espaço Reservado para Texto 6">
            <a:extLst>
              <a:ext uri="{FF2B5EF4-FFF2-40B4-BE49-F238E27FC236}">
                <a16:creationId xmlns:a16="http://schemas.microsoft.com/office/drawing/2014/main" id="{AAD0C9E5-6039-4713-97C1-16EAFD52DD08}"/>
              </a:ext>
            </a:extLst>
          </p:cNvPr>
          <p:cNvSpPr>
            <a:spLocks noGrp="1"/>
          </p:cNvSpPr>
          <p:nvPr>
            <p:ph type="body" sz="quarter" idx="18" hasCustomPrompt="1"/>
          </p:nvPr>
        </p:nvSpPr>
        <p:spPr>
          <a:xfrm>
            <a:off x="6616700" y="176257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17" name="Espaço Reservado para Texto 6">
            <a:extLst>
              <a:ext uri="{FF2B5EF4-FFF2-40B4-BE49-F238E27FC236}">
                <a16:creationId xmlns:a16="http://schemas.microsoft.com/office/drawing/2014/main" id="{3D14A41D-89A7-4BCD-8F56-FF9BA67DCD7D}"/>
              </a:ext>
            </a:extLst>
          </p:cNvPr>
          <p:cNvSpPr>
            <a:spLocks noGrp="1"/>
          </p:cNvSpPr>
          <p:nvPr>
            <p:ph type="body" sz="quarter" idx="19" hasCustomPrompt="1"/>
          </p:nvPr>
        </p:nvSpPr>
        <p:spPr>
          <a:xfrm>
            <a:off x="6609643" y="241674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18" name="Espaço Reservado para Texto 6">
            <a:extLst>
              <a:ext uri="{FF2B5EF4-FFF2-40B4-BE49-F238E27FC236}">
                <a16:creationId xmlns:a16="http://schemas.microsoft.com/office/drawing/2014/main" id="{38A9FFE0-16AC-4B0C-B473-3834B353B4DE}"/>
              </a:ext>
            </a:extLst>
          </p:cNvPr>
          <p:cNvSpPr>
            <a:spLocks noGrp="1"/>
          </p:cNvSpPr>
          <p:nvPr>
            <p:ph type="body" sz="quarter" idx="20" hasCustomPrompt="1"/>
          </p:nvPr>
        </p:nvSpPr>
        <p:spPr>
          <a:xfrm>
            <a:off x="6609643" y="274695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19" name="Espaço Reservado para Texto 6">
            <a:extLst>
              <a:ext uri="{FF2B5EF4-FFF2-40B4-BE49-F238E27FC236}">
                <a16:creationId xmlns:a16="http://schemas.microsoft.com/office/drawing/2014/main" id="{624FD55C-43EF-4DA5-BA21-2E91B3AEC2A8}"/>
              </a:ext>
            </a:extLst>
          </p:cNvPr>
          <p:cNvSpPr>
            <a:spLocks noGrp="1"/>
          </p:cNvSpPr>
          <p:nvPr>
            <p:ph type="body" sz="quarter" idx="21" hasCustomPrompt="1"/>
          </p:nvPr>
        </p:nvSpPr>
        <p:spPr>
          <a:xfrm>
            <a:off x="6609643" y="34115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0" name="Espaço Reservado para Texto 6">
            <a:extLst>
              <a:ext uri="{FF2B5EF4-FFF2-40B4-BE49-F238E27FC236}">
                <a16:creationId xmlns:a16="http://schemas.microsoft.com/office/drawing/2014/main" id="{16D9034A-51D4-4121-84CA-92FBFBB745C5}"/>
              </a:ext>
            </a:extLst>
          </p:cNvPr>
          <p:cNvSpPr>
            <a:spLocks noGrp="1"/>
          </p:cNvSpPr>
          <p:nvPr>
            <p:ph type="body" sz="quarter" idx="22" hasCustomPrompt="1"/>
          </p:nvPr>
        </p:nvSpPr>
        <p:spPr>
          <a:xfrm>
            <a:off x="6609643" y="37417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22" name="Espaço Reservado para Texto 6">
            <a:extLst>
              <a:ext uri="{FF2B5EF4-FFF2-40B4-BE49-F238E27FC236}">
                <a16:creationId xmlns:a16="http://schemas.microsoft.com/office/drawing/2014/main" id="{E7310526-1BB3-43DD-8A2A-879A97DFE31F}"/>
              </a:ext>
            </a:extLst>
          </p:cNvPr>
          <p:cNvSpPr>
            <a:spLocks noGrp="1"/>
          </p:cNvSpPr>
          <p:nvPr>
            <p:ph type="body" sz="quarter" idx="23" hasCustomPrompt="1"/>
          </p:nvPr>
        </p:nvSpPr>
        <p:spPr>
          <a:xfrm>
            <a:off x="6624232" y="439508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3" name="Espaço Reservado para Texto 6">
            <a:extLst>
              <a:ext uri="{FF2B5EF4-FFF2-40B4-BE49-F238E27FC236}">
                <a16:creationId xmlns:a16="http://schemas.microsoft.com/office/drawing/2014/main" id="{8678D1D3-A61B-44D4-986B-F937FBDE293A}"/>
              </a:ext>
            </a:extLst>
          </p:cNvPr>
          <p:cNvSpPr>
            <a:spLocks noGrp="1"/>
          </p:cNvSpPr>
          <p:nvPr>
            <p:ph type="body" sz="quarter" idx="24" hasCustomPrompt="1"/>
          </p:nvPr>
        </p:nvSpPr>
        <p:spPr>
          <a:xfrm>
            <a:off x="6624232" y="472530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
        <p:nvSpPr>
          <p:cNvPr id="24" name="Espaço Reservado para Texto 6">
            <a:extLst>
              <a:ext uri="{FF2B5EF4-FFF2-40B4-BE49-F238E27FC236}">
                <a16:creationId xmlns:a16="http://schemas.microsoft.com/office/drawing/2014/main" id="{47ED3601-9B62-4C46-9F5D-835223B43950}"/>
              </a:ext>
            </a:extLst>
          </p:cNvPr>
          <p:cNvSpPr>
            <a:spLocks noGrp="1"/>
          </p:cNvSpPr>
          <p:nvPr>
            <p:ph type="body" sz="quarter" idx="25" hasCustomPrompt="1"/>
          </p:nvPr>
        </p:nvSpPr>
        <p:spPr>
          <a:xfrm>
            <a:off x="6624232" y="53786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Seção</a:t>
            </a:r>
          </a:p>
        </p:txBody>
      </p:sp>
      <p:sp>
        <p:nvSpPr>
          <p:cNvPr id="25" name="Espaço Reservado para Texto 6">
            <a:extLst>
              <a:ext uri="{FF2B5EF4-FFF2-40B4-BE49-F238E27FC236}">
                <a16:creationId xmlns:a16="http://schemas.microsoft.com/office/drawing/2014/main" id="{47C46C3F-1640-4BCD-B79B-CE85A97A6629}"/>
              </a:ext>
            </a:extLst>
          </p:cNvPr>
          <p:cNvSpPr>
            <a:spLocks noGrp="1"/>
          </p:cNvSpPr>
          <p:nvPr>
            <p:ph type="body" sz="quarter" idx="26" hasCustomPrompt="1"/>
          </p:nvPr>
        </p:nvSpPr>
        <p:spPr>
          <a:xfrm>
            <a:off x="6624232" y="57088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Inserir Título Seção</a:t>
            </a:r>
          </a:p>
        </p:txBody>
      </p:sp>
    </p:spTree>
    <p:extLst>
      <p:ext uri="{BB962C8B-B14F-4D97-AF65-F5344CB8AC3E}">
        <p14:creationId xmlns:p14="http://schemas.microsoft.com/office/powerpoint/2010/main" val="3385429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sória">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8580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flipV="1">
            <a:off x="3446236" y="742950"/>
            <a:ext cx="8745764" cy="6115050"/>
          </a:xfrm>
          <a:prstGeom prst="rect">
            <a:avLst/>
          </a:prstGeom>
        </p:spPr>
      </p:pic>
      <p:sp>
        <p:nvSpPr>
          <p:cNvPr id="5" name="Rectangle 4">
            <a:extLst>
              <a:ext uri="{FF2B5EF4-FFF2-40B4-BE49-F238E27FC236}">
                <a16:creationId xmlns:a16="http://schemas.microsoft.com/office/drawing/2014/main" id="{F51014C8-09FA-4C8A-8115-08E2F6A06DE5}"/>
              </a:ext>
            </a:extLst>
          </p:cNvPr>
          <p:cNvSpPr/>
          <p:nvPr userDrawn="1"/>
        </p:nvSpPr>
        <p:spPr>
          <a:xfrm>
            <a:off x="-1" y="0"/>
            <a:ext cx="12192001" cy="18578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0" name="Freeform: Shape 29">
            <a:extLst>
              <a:ext uri="{FF2B5EF4-FFF2-40B4-BE49-F238E27FC236}">
                <a16:creationId xmlns:a16="http://schemas.microsoft.com/office/drawing/2014/main" id="{3BC46259-2514-4BE3-8602-B00F70D63306}"/>
              </a:ext>
            </a:extLst>
          </p:cNvPr>
          <p:cNvSpPr/>
          <p:nvPr userDrawn="1"/>
        </p:nvSpPr>
        <p:spPr>
          <a:xfrm rot="5400000">
            <a:off x="868324" y="-868323"/>
            <a:ext cx="1857828" cy="3594477"/>
          </a:xfrm>
          <a:custGeom>
            <a:avLst/>
            <a:gdLst>
              <a:gd name="connsiteX0" fmla="*/ 0 w 1857828"/>
              <a:gd name="connsiteY0" fmla="*/ 3594477 h 3594477"/>
              <a:gd name="connsiteX1" fmla="*/ 0 w 1857828"/>
              <a:gd name="connsiteY1" fmla="*/ 1640121 h 3594477"/>
              <a:gd name="connsiteX2" fmla="*/ 1857828 w 1857828"/>
              <a:gd name="connsiteY2" fmla="*/ 0 h 3594477"/>
              <a:gd name="connsiteX3" fmla="*/ 1857828 w 1857828"/>
              <a:gd name="connsiteY3" fmla="*/ 3594477 h 3594477"/>
            </a:gdLst>
            <a:ahLst/>
            <a:cxnLst>
              <a:cxn ang="0">
                <a:pos x="connsiteX0" y="connsiteY0"/>
              </a:cxn>
              <a:cxn ang="0">
                <a:pos x="connsiteX1" y="connsiteY1"/>
              </a:cxn>
              <a:cxn ang="0">
                <a:pos x="connsiteX2" y="connsiteY2"/>
              </a:cxn>
              <a:cxn ang="0">
                <a:pos x="connsiteX3" y="connsiteY3"/>
              </a:cxn>
            </a:cxnLst>
            <a:rect l="l" t="t" r="r" b="b"/>
            <a:pathLst>
              <a:path w="1857828" h="3594477">
                <a:moveTo>
                  <a:pt x="0" y="3594477"/>
                </a:moveTo>
                <a:lnTo>
                  <a:pt x="0" y="1640121"/>
                </a:lnTo>
                <a:lnTo>
                  <a:pt x="1857828" y="0"/>
                </a:lnTo>
                <a:lnTo>
                  <a:pt x="1857828" y="359447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20" name="Group 19">
            <a:extLst>
              <a:ext uri="{FF2B5EF4-FFF2-40B4-BE49-F238E27FC236}">
                <a16:creationId xmlns:a16="http://schemas.microsoft.com/office/drawing/2014/main" id="{1C1D2048-735F-4EDC-8EC0-A373A0C2FC37}"/>
              </a:ext>
            </a:extLst>
          </p:cNvPr>
          <p:cNvGrpSpPr/>
          <p:nvPr userDrawn="1"/>
        </p:nvGrpSpPr>
        <p:grpSpPr>
          <a:xfrm flipV="1">
            <a:off x="0" y="0"/>
            <a:ext cx="12192000" cy="6858000"/>
            <a:chOff x="0" y="38100"/>
            <a:chExt cx="12192000" cy="6858000"/>
          </a:xfrm>
        </p:grpSpPr>
        <p:cxnSp>
          <p:nvCxnSpPr>
            <p:cNvPr id="21" name="Conector reto 7">
              <a:extLst>
                <a:ext uri="{FF2B5EF4-FFF2-40B4-BE49-F238E27FC236}">
                  <a16:creationId xmlns:a16="http://schemas.microsoft.com/office/drawing/2014/main" id="{529BD05E-169D-41C4-A11B-C085CACA305F}"/>
                </a:ext>
              </a:extLst>
            </p:cNvPr>
            <p:cNvCxnSpPr>
              <a:cxnSpLocks/>
            </p:cNvCxnSpPr>
            <p:nvPr userDrawn="1"/>
          </p:nvCxnSpPr>
          <p:spPr>
            <a:xfrm flipV="1">
              <a:off x="0" y="5038273"/>
              <a:ext cx="12192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Conector reto 2">
              <a:extLst>
                <a:ext uri="{FF2B5EF4-FFF2-40B4-BE49-F238E27FC236}">
                  <a16:creationId xmlns:a16="http://schemas.microsoft.com/office/drawing/2014/main" id="{6FB17CA7-21C5-498C-B4A0-B407EF64DEF0}"/>
                </a:ext>
              </a:extLst>
            </p:cNvPr>
            <p:cNvCxnSpPr>
              <a:cxnSpLocks/>
            </p:cNvCxnSpPr>
            <p:nvPr userDrawn="1"/>
          </p:nvCxnSpPr>
          <p:spPr>
            <a:xfrm flipH="1">
              <a:off x="1943100" y="38100"/>
              <a:ext cx="6052793" cy="685800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53" name="Text Placeholder 40">
            <a:extLst>
              <a:ext uri="{FF2B5EF4-FFF2-40B4-BE49-F238E27FC236}">
                <a16:creationId xmlns:a16="http://schemas.microsoft.com/office/drawing/2014/main" id="{3D6AE3AE-E27B-4EDA-9BAD-FA7785858369}"/>
              </a:ext>
            </a:extLst>
          </p:cNvPr>
          <p:cNvSpPr>
            <a:spLocks noGrp="1"/>
          </p:cNvSpPr>
          <p:nvPr userDrawn="1">
            <p:ph type="body" sz="quarter" idx="11" hasCustomPrompt="1"/>
          </p:nvPr>
        </p:nvSpPr>
        <p:spPr>
          <a:xfrm>
            <a:off x="723898" y="5181710"/>
            <a:ext cx="5689601"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54" name="Text Placeholder 40">
            <a:extLst>
              <a:ext uri="{FF2B5EF4-FFF2-40B4-BE49-F238E27FC236}">
                <a16:creationId xmlns:a16="http://schemas.microsoft.com/office/drawing/2014/main" id="{5CE564BE-B5A0-45EB-B85C-474C61E0D3D6}"/>
              </a:ext>
            </a:extLst>
          </p:cNvPr>
          <p:cNvSpPr>
            <a:spLocks noGrp="1"/>
          </p:cNvSpPr>
          <p:nvPr userDrawn="1">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3"/>
                </a:solidFill>
                <a:latin typeface="+mj-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
        <p:nvSpPr>
          <p:cNvPr id="13" name="Freeform: Shape 12">
            <a:extLst>
              <a:ext uri="{FF2B5EF4-FFF2-40B4-BE49-F238E27FC236}">
                <a16:creationId xmlns:a16="http://schemas.microsoft.com/office/drawing/2014/main" id="{16AEDD1F-5FA7-48D9-BBD7-21475E258055}"/>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694303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300"/>
            <a:ext cx="11518900" cy="2336638"/>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3997319"/>
            <a:ext cx="3685087" cy="2016449"/>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3661518"/>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Conteúdo 14">
            <a:extLst>
              <a:ext uri="{FF2B5EF4-FFF2-40B4-BE49-F238E27FC236}">
                <a16:creationId xmlns:a16="http://schemas.microsoft.com/office/drawing/2014/main" id="{DA54B840-534F-467E-BB75-F45BB972CB20}"/>
              </a:ext>
            </a:extLst>
          </p:cNvPr>
          <p:cNvSpPr>
            <a:spLocks noGrp="1"/>
          </p:cNvSpPr>
          <p:nvPr>
            <p:ph sz="quarter" idx="26" hasCustomPrompt="1"/>
          </p:nvPr>
        </p:nvSpPr>
        <p:spPr>
          <a:xfrm>
            <a:off x="4253456" y="3997319"/>
            <a:ext cx="3685087" cy="2017491"/>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0" name="Espaço Reservado para Conteúdo 14">
            <a:extLst>
              <a:ext uri="{FF2B5EF4-FFF2-40B4-BE49-F238E27FC236}">
                <a16:creationId xmlns:a16="http://schemas.microsoft.com/office/drawing/2014/main" id="{7A60C311-B580-4F1F-AAAE-CDD78FA5F66D}"/>
              </a:ext>
            </a:extLst>
          </p:cNvPr>
          <p:cNvSpPr>
            <a:spLocks noGrp="1"/>
          </p:cNvSpPr>
          <p:nvPr>
            <p:ph sz="quarter" idx="27" hasCustomPrompt="1"/>
          </p:nvPr>
        </p:nvSpPr>
        <p:spPr>
          <a:xfrm>
            <a:off x="4253456" y="366256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59750" y="3991783"/>
            <a:ext cx="3685087" cy="2019217"/>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750" y="365875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Tree>
    <p:extLst>
      <p:ext uri="{BB962C8B-B14F-4D97-AF65-F5344CB8AC3E}">
        <p14:creationId xmlns:p14="http://schemas.microsoft.com/office/powerpoint/2010/main" val="305854067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300"/>
            <a:ext cx="11518900" cy="1673288"/>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3419097"/>
            <a:ext cx="5620183" cy="259467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3040732"/>
            <a:ext cx="1151889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24655" y="3426233"/>
            <a:ext cx="5620183" cy="2584768"/>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Tree>
    <p:extLst>
      <p:ext uri="{BB962C8B-B14F-4D97-AF65-F5344CB8AC3E}">
        <p14:creationId xmlns:p14="http://schemas.microsoft.com/office/powerpoint/2010/main" val="416570787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767313"/>
            <a:ext cx="1151889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Tree>
    <p:extLst>
      <p:ext uri="{BB962C8B-B14F-4D97-AF65-F5344CB8AC3E}">
        <p14:creationId xmlns:p14="http://schemas.microsoft.com/office/powerpoint/2010/main" val="1487388590"/>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299"/>
            <a:ext cx="7675487" cy="4955776"/>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8" name="Espaço Reservado para Conteúdo 14">
            <a:extLst>
              <a:ext uri="{FF2B5EF4-FFF2-40B4-BE49-F238E27FC236}">
                <a16:creationId xmlns:a16="http://schemas.microsoft.com/office/drawing/2014/main" id="{DA54B840-534F-467E-BB75-F45BB972CB20}"/>
              </a:ext>
            </a:extLst>
          </p:cNvPr>
          <p:cNvSpPr>
            <a:spLocks noGrp="1"/>
          </p:cNvSpPr>
          <p:nvPr>
            <p:ph sz="quarter" idx="26" hasCustomPrompt="1"/>
          </p:nvPr>
        </p:nvSpPr>
        <p:spPr>
          <a:xfrm>
            <a:off x="8169814" y="1526295"/>
            <a:ext cx="3685087" cy="2157134"/>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0" name="Espaço Reservado para Conteúdo 14">
            <a:extLst>
              <a:ext uri="{FF2B5EF4-FFF2-40B4-BE49-F238E27FC236}">
                <a16:creationId xmlns:a16="http://schemas.microsoft.com/office/drawing/2014/main" id="{7A60C311-B580-4F1F-AAAE-CDD78FA5F66D}"/>
              </a:ext>
            </a:extLst>
          </p:cNvPr>
          <p:cNvSpPr>
            <a:spLocks noGrp="1"/>
          </p:cNvSpPr>
          <p:nvPr>
            <p:ph sz="quarter" idx="27" hasCustomPrompt="1"/>
          </p:nvPr>
        </p:nvSpPr>
        <p:spPr>
          <a:xfrm>
            <a:off x="8169814" y="1233481"/>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69813" y="4014516"/>
            <a:ext cx="3685087" cy="2172654"/>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750" y="372586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Tree>
    <p:extLst>
      <p:ext uri="{BB962C8B-B14F-4D97-AF65-F5344CB8AC3E}">
        <p14:creationId xmlns:p14="http://schemas.microsoft.com/office/powerpoint/2010/main" val="215411623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300"/>
            <a:ext cx="11518900" cy="1673288"/>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3351985"/>
            <a:ext cx="5620183" cy="2661784"/>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24655" y="3349217"/>
            <a:ext cx="5620183" cy="2661784"/>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1" name="Espaço Reservado para Conteúdo 14">
            <a:extLst>
              <a:ext uri="{FF2B5EF4-FFF2-40B4-BE49-F238E27FC236}">
                <a16:creationId xmlns:a16="http://schemas.microsoft.com/office/drawing/2014/main" id="{B165259F-333C-4356-8095-186141705D5F}"/>
              </a:ext>
            </a:extLst>
          </p:cNvPr>
          <p:cNvSpPr>
            <a:spLocks noGrp="1"/>
          </p:cNvSpPr>
          <p:nvPr>
            <p:ph sz="quarter" idx="25" hasCustomPrompt="1"/>
          </p:nvPr>
        </p:nvSpPr>
        <p:spPr>
          <a:xfrm>
            <a:off x="336000" y="3007176"/>
            <a:ext cx="5620183"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2" name="Espaço Reservado para Conteúdo 14">
            <a:extLst>
              <a:ext uri="{FF2B5EF4-FFF2-40B4-BE49-F238E27FC236}">
                <a16:creationId xmlns:a16="http://schemas.microsoft.com/office/drawing/2014/main" id="{797FD824-D2A9-4123-A0B6-ECAB8397E496}"/>
              </a:ext>
            </a:extLst>
          </p:cNvPr>
          <p:cNvSpPr>
            <a:spLocks noGrp="1"/>
          </p:cNvSpPr>
          <p:nvPr>
            <p:ph sz="quarter" idx="27" hasCustomPrompt="1"/>
          </p:nvPr>
        </p:nvSpPr>
        <p:spPr>
          <a:xfrm>
            <a:off x="6224655" y="3007176"/>
            <a:ext cx="563024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69264319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299"/>
            <a:ext cx="11518900" cy="2567207"/>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4219758"/>
            <a:ext cx="11518899" cy="1986958"/>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1" name="Espaço Reservado para Conteúdo 14">
            <a:extLst>
              <a:ext uri="{FF2B5EF4-FFF2-40B4-BE49-F238E27FC236}">
                <a16:creationId xmlns:a16="http://schemas.microsoft.com/office/drawing/2014/main" id="{B165259F-333C-4356-8095-186141705D5F}"/>
              </a:ext>
            </a:extLst>
          </p:cNvPr>
          <p:cNvSpPr>
            <a:spLocks noGrp="1"/>
          </p:cNvSpPr>
          <p:nvPr>
            <p:ph sz="quarter" idx="25" hasCustomPrompt="1"/>
          </p:nvPr>
        </p:nvSpPr>
        <p:spPr>
          <a:xfrm>
            <a:off x="336000" y="3888021"/>
            <a:ext cx="1151889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102685193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Divisória">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8580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flipV="1">
            <a:off x="3446236" y="742950"/>
            <a:ext cx="8745764" cy="6115050"/>
          </a:xfrm>
          <a:prstGeom prst="rect">
            <a:avLst/>
          </a:prstGeom>
        </p:spPr>
      </p:pic>
      <p:sp>
        <p:nvSpPr>
          <p:cNvPr id="5" name="Rectangle 4">
            <a:extLst>
              <a:ext uri="{FF2B5EF4-FFF2-40B4-BE49-F238E27FC236}">
                <a16:creationId xmlns:a16="http://schemas.microsoft.com/office/drawing/2014/main" id="{F51014C8-09FA-4C8A-8115-08E2F6A06DE5}"/>
              </a:ext>
            </a:extLst>
          </p:cNvPr>
          <p:cNvSpPr/>
          <p:nvPr userDrawn="1"/>
        </p:nvSpPr>
        <p:spPr>
          <a:xfrm>
            <a:off x="-1" y="0"/>
            <a:ext cx="12192001" cy="18578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0" name="Freeform: Shape 29">
            <a:extLst>
              <a:ext uri="{FF2B5EF4-FFF2-40B4-BE49-F238E27FC236}">
                <a16:creationId xmlns:a16="http://schemas.microsoft.com/office/drawing/2014/main" id="{3BC46259-2514-4BE3-8602-B00F70D63306}"/>
              </a:ext>
            </a:extLst>
          </p:cNvPr>
          <p:cNvSpPr/>
          <p:nvPr userDrawn="1"/>
        </p:nvSpPr>
        <p:spPr>
          <a:xfrm rot="5400000">
            <a:off x="868324" y="-868323"/>
            <a:ext cx="1857828" cy="3594477"/>
          </a:xfrm>
          <a:custGeom>
            <a:avLst/>
            <a:gdLst>
              <a:gd name="connsiteX0" fmla="*/ 0 w 1857828"/>
              <a:gd name="connsiteY0" fmla="*/ 3594477 h 3594477"/>
              <a:gd name="connsiteX1" fmla="*/ 0 w 1857828"/>
              <a:gd name="connsiteY1" fmla="*/ 1640121 h 3594477"/>
              <a:gd name="connsiteX2" fmla="*/ 1857828 w 1857828"/>
              <a:gd name="connsiteY2" fmla="*/ 0 h 3594477"/>
              <a:gd name="connsiteX3" fmla="*/ 1857828 w 1857828"/>
              <a:gd name="connsiteY3" fmla="*/ 3594477 h 3594477"/>
            </a:gdLst>
            <a:ahLst/>
            <a:cxnLst>
              <a:cxn ang="0">
                <a:pos x="connsiteX0" y="connsiteY0"/>
              </a:cxn>
              <a:cxn ang="0">
                <a:pos x="connsiteX1" y="connsiteY1"/>
              </a:cxn>
              <a:cxn ang="0">
                <a:pos x="connsiteX2" y="connsiteY2"/>
              </a:cxn>
              <a:cxn ang="0">
                <a:pos x="connsiteX3" y="connsiteY3"/>
              </a:cxn>
            </a:cxnLst>
            <a:rect l="l" t="t" r="r" b="b"/>
            <a:pathLst>
              <a:path w="1857828" h="3594477">
                <a:moveTo>
                  <a:pt x="0" y="3594477"/>
                </a:moveTo>
                <a:lnTo>
                  <a:pt x="0" y="1640121"/>
                </a:lnTo>
                <a:lnTo>
                  <a:pt x="1857828" y="0"/>
                </a:lnTo>
                <a:lnTo>
                  <a:pt x="1857828" y="359447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20" name="Group 19">
            <a:extLst>
              <a:ext uri="{FF2B5EF4-FFF2-40B4-BE49-F238E27FC236}">
                <a16:creationId xmlns:a16="http://schemas.microsoft.com/office/drawing/2014/main" id="{1C1D2048-735F-4EDC-8EC0-A373A0C2FC37}"/>
              </a:ext>
            </a:extLst>
          </p:cNvPr>
          <p:cNvGrpSpPr/>
          <p:nvPr userDrawn="1"/>
        </p:nvGrpSpPr>
        <p:grpSpPr>
          <a:xfrm flipV="1">
            <a:off x="0" y="0"/>
            <a:ext cx="12192000" cy="6858000"/>
            <a:chOff x="0" y="38100"/>
            <a:chExt cx="12192000" cy="6858000"/>
          </a:xfrm>
        </p:grpSpPr>
        <p:cxnSp>
          <p:nvCxnSpPr>
            <p:cNvPr id="21" name="Conector reto 7">
              <a:extLst>
                <a:ext uri="{FF2B5EF4-FFF2-40B4-BE49-F238E27FC236}">
                  <a16:creationId xmlns:a16="http://schemas.microsoft.com/office/drawing/2014/main" id="{529BD05E-169D-41C4-A11B-C085CACA305F}"/>
                </a:ext>
              </a:extLst>
            </p:cNvPr>
            <p:cNvCxnSpPr>
              <a:cxnSpLocks/>
            </p:cNvCxnSpPr>
            <p:nvPr userDrawn="1"/>
          </p:nvCxnSpPr>
          <p:spPr>
            <a:xfrm flipV="1">
              <a:off x="0" y="5038273"/>
              <a:ext cx="12192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Conector reto 2">
              <a:extLst>
                <a:ext uri="{FF2B5EF4-FFF2-40B4-BE49-F238E27FC236}">
                  <a16:creationId xmlns:a16="http://schemas.microsoft.com/office/drawing/2014/main" id="{6FB17CA7-21C5-498C-B4A0-B407EF64DEF0}"/>
                </a:ext>
              </a:extLst>
            </p:cNvPr>
            <p:cNvCxnSpPr>
              <a:cxnSpLocks/>
            </p:cNvCxnSpPr>
            <p:nvPr userDrawn="1"/>
          </p:nvCxnSpPr>
          <p:spPr>
            <a:xfrm flipH="1">
              <a:off x="1943100" y="38100"/>
              <a:ext cx="6052793" cy="685800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53" name="Text Placeholder 40">
            <a:extLst>
              <a:ext uri="{FF2B5EF4-FFF2-40B4-BE49-F238E27FC236}">
                <a16:creationId xmlns:a16="http://schemas.microsoft.com/office/drawing/2014/main" id="{3D6AE3AE-E27B-4EDA-9BAD-FA7785858369}"/>
              </a:ext>
            </a:extLst>
          </p:cNvPr>
          <p:cNvSpPr>
            <a:spLocks noGrp="1"/>
          </p:cNvSpPr>
          <p:nvPr userDrawn="1">
            <p:ph type="body" sz="quarter" idx="11" hasCustomPrompt="1"/>
          </p:nvPr>
        </p:nvSpPr>
        <p:spPr>
          <a:xfrm>
            <a:off x="723898" y="5181710"/>
            <a:ext cx="5689601"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54" name="Text Placeholder 40">
            <a:extLst>
              <a:ext uri="{FF2B5EF4-FFF2-40B4-BE49-F238E27FC236}">
                <a16:creationId xmlns:a16="http://schemas.microsoft.com/office/drawing/2014/main" id="{5CE564BE-B5A0-45EB-B85C-474C61E0D3D6}"/>
              </a:ext>
            </a:extLst>
          </p:cNvPr>
          <p:cNvSpPr>
            <a:spLocks noGrp="1"/>
          </p:cNvSpPr>
          <p:nvPr userDrawn="1">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3"/>
                </a:solidFill>
                <a:latin typeface="+mj-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
        <p:nvSpPr>
          <p:cNvPr id="13" name="Freeform: Shape 12">
            <a:extLst>
              <a:ext uri="{FF2B5EF4-FFF2-40B4-BE49-F238E27FC236}">
                <a16:creationId xmlns:a16="http://schemas.microsoft.com/office/drawing/2014/main" id="{16AEDD1F-5FA7-48D9-BBD7-21475E258055}"/>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770867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235300"/>
            <a:ext cx="11518900" cy="1407232"/>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461394" y="4714613"/>
            <a:ext cx="5494789" cy="1299155"/>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24655" y="4711845"/>
            <a:ext cx="5494789" cy="1299155"/>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1" name="Espaço Reservado para Conteúdo 14">
            <a:extLst>
              <a:ext uri="{FF2B5EF4-FFF2-40B4-BE49-F238E27FC236}">
                <a16:creationId xmlns:a16="http://schemas.microsoft.com/office/drawing/2014/main" id="{B165259F-333C-4356-8095-186141705D5F}"/>
              </a:ext>
            </a:extLst>
          </p:cNvPr>
          <p:cNvSpPr>
            <a:spLocks noGrp="1"/>
          </p:cNvSpPr>
          <p:nvPr>
            <p:ph sz="quarter" idx="25" hasCustomPrompt="1"/>
          </p:nvPr>
        </p:nvSpPr>
        <p:spPr>
          <a:xfrm>
            <a:off x="461394" y="4391361"/>
            <a:ext cx="549478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2" name="Espaço Reservado para Conteúdo 14">
            <a:extLst>
              <a:ext uri="{FF2B5EF4-FFF2-40B4-BE49-F238E27FC236}">
                <a16:creationId xmlns:a16="http://schemas.microsoft.com/office/drawing/2014/main" id="{797FD824-D2A9-4123-A0B6-ECAB8397E496}"/>
              </a:ext>
            </a:extLst>
          </p:cNvPr>
          <p:cNvSpPr>
            <a:spLocks noGrp="1"/>
          </p:cNvSpPr>
          <p:nvPr>
            <p:ph sz="quarter" idx="27" hasCustomPrompt="1"/>
          </p:nvPr>
        </p:nvSpPr>
        <p:spPr>
          <a:xfrm>
            <a:off x="6224654" y="4391361"/>
            <a:ext cx="549478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3" name="Espaço Reservado para Conteúdo 14">
            <a:extLst>
              <a:ext uri="{FF2B5EF4-FFF2-40B4-BE49-F238E27FC236}">
                <a16:creationId xmlns:a16="http://schemas.microsoft.com/office/drawing/2014/main" id="{41266B3E-9D00-4E0F-8379-63427E9CDAEE}"/>
              </a:ext>
            </a:extLst>
          </p:cNvPr>
          <p:cNvSpPr>
            <a:spLocks noGrp="1"/>
          </p:cNvSpPr>
          <p:nvPr>
            <p:ph sz="quarter" idx="29"/>
          </p:nvPr>
        </p:nvSpPr>
        <p:spPr>
          <a:xfrm>
            <a:off x="335999" y="2703130"/>
            <a:ext cx="11518900" cy="1611200"/>
          </a:xfrm>
          <a:prstGeom prst="rect">
            <a:avLst/>
          </a:prstGeom>
          <a:solidFill>
            <a:schemeClr val="bg1">
              <a:lumMod val="95000"/>
            </a:schemeClr>
          </a:solidFill>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Tree>
    <p:extLst>
      <p:ext uri="{BB962C8B-B14F-4D97-AF65-F5344CB8AC3E}">
        <p14:creationId xmlns:p14="http://schemas.microsoft.com/office/powerpoint/2010/main" val="310677073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7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360110" y="4609835"/>
            <a:ext cx="5494789" cy="1625131"/>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1" name="Espaço Reservado para Conteúdo 14">
            <a:extLst>
              <a:ext uri="{FF2B5EF4-FFF2-40B4-BE49-F238E27FC236}">
                <a16:creationId xmlns:a16="http://schemas.microsoft.com/office/drawing/2014/main" id="{B165259F-333C-4356-8095-186141705D5F}"/>
              </a:ext>
            </a:extLst>
          </p:cNvPr>
          <p:cNvSpPr>
            <a:spLocks noGrp="1"/>
          </p:cNvSpPr>
          <p:nvPr>
            <p:ph sz="quarter" idx="25" hasCustomPrompt="1"/>
          </p:nvPr>
        </p:nvSpPr>
        <p:spPr>
          <a:xfrm>
            <a:off x="335999" y="813373"/>
            <a:ext cx="115189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2" name="Espaço Reservado para Conteúdo 14">
            <a:extLst>
              <a:ext uri="{FF2B5EF4-FFF2-40B4-BE49-F238E27FC236}">
                <a16:creationId xmlns:a16="http://schemas.microsoft.com/office/drawing/2014/main" id="{797FD824-D2A9-4123-A0B6-ECAB8397E496}"/>
              </a:ext>
            </a:extLst>
          </p:cNvPr>
          <p:cNvSpPr>
            <a:spLocks noGrp="1"/>
          </p:cNvSpPr>
          <p:nvPr>
            <p:ph sz="quarter" idx="27" hasCustomPrompt="1"/>
          </p:nvPr>
        </p:nvSpPr>
        <p:spPr>
          <a:xfrm>
            <a:off x="324164" y="4320461"/>
            <a:ext cx="549478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6" name="Espaço Reservado para Conteúdo 14">
            <a:extLst>
              <a:ext uri="{FF2B5EF4-FFF2-40B4-BE49-F238E27FC236}">
                <a16:creationId xmlns:a16="http://schemas.microsoft.com/office/drawing/2014/main" id="{7B0106B2-8939-49B5-B277-28C3F15DC29C}"/>
              </a:ext>
            </a:extLst>
          </p:cNvPr>
          <p:cNvSpPr>
            <a:spLocks noGrp="1"/>
          </p:cNvSpPr>
          <p:nvPr>
            <p:ph sz="quarter" idx="29" hasCustomPrompt="1"/>
          </p:nvPr>
        </p:nvSpPr>
        <p:spPr>
          <a:xfrm>
            <a:off x="324164" y="2056730"/>
            <a:ext cx="115189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ACB8FC63-8E9B-46EC-9C1E-23865728060B}"/>
              </a:ext>
            </a:extLst>
          </p:cNvPr>
          <p:cNvSpPr>
            <a:spLocks noGrp="1"/>
          </p:cNvSpPr>
          <p:nvPr>
            <p:ph sz="quarter" idx="30" hasCustomPrompt="1"/>
          </p:nvPr>
        </p:nvSpPr>
        <p:spPr>
          <a:xfrm>
            <a:off x="6348275" y="4320460"/>
            <a:ext cx="5494789"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Tree>
    <p:extLst>
      <p:ext uri="{BB962C8B-B14F-4D97-AF65-F5344CB8AC3E}">
        <p14:creationId xmlns:p14="http://schemas.microsoft.com/office/powerpoint/2010/main" val="190882685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6" name="Espaço Reservado para Conteúdo 14">
            <a:extLst>
              <a:ext uri="{FF2B5EF4-FFF2-40B4-BE49-F238E27FC236}">
                <a16:creationId xmlns:a16="http://schemas.microsoft.com/office/drawing/2014/main" id="{7B0106B2-8939-49B5-B277-28C3F15DC29C}"/>
              </a:ext>
            </a:extLst>
          </p:cNvPr>
          <p:cNvSpPr>
            <a:spLocks noGrp="1"/>
          </p:cNvSpPr>
          <p:nvPr>
            <p:ph sz="quarter" idx="29" hasCustomPrompt="1"/>
          </p:nvPr>
        </p:nvSpPr>
        <p:spPr>
          <a:xfrm>
            <a:off x="324164" y="1729559"/>
            <a:ext cx="11518900"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3" name="Espaço Reservado para Conteúdo 14">
            <a:extLst>
              <a:ext uri="{FF2B5EF4-FFF2-40B4-BE49-F238E27FC236}">
                <a16:creationId xmlns:a16="http://schemas.microsoft.com/office/drawing/2014/main" id="{287489FE-2426-4E3A-8277-E0317AD4AAED}"/>
              </a:ext>
            </a:extLst>
          </p:cNvPr>
          <p:cNvSpPr>
            <a:spLocks noGrp="1"/>
          </p:cNvSpPr>
          <p:nvPr>
            <p:ph sz="quarter" idx="20"/>
          </p:nvPr>
        </p:nvSpPr>
        <p:spPr>
          <a:xfrm>
            <a:off x="335999" y="1243689"/>
            <a:ext cx="11518900" cy="431268"/>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Tree>
    <p:extLst>
      <p:ext uri="{BB962C8B-B14F-4D97-AF65-F5344CB8AC3E}">
        <p14:creationId xmlns:p14="http://schemas.microsoft.com/office/powerpoint/2010/main" val="343953111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Divisória">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8580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flipV="1">
            <a:off x="3446236" y="742950"/>
            <a:ext cx="8745764" cy="6115050"/>
          </a:xfrm>
          <a:prstGeom prst="rect">
            <a:avLst/>
          </a:prstGeom>
        </p:spPr>
      </p:pic>
      <p:sp>
        <p:nvSpPr>
          <p:cNvPr id="5" name="Rectangle 4">
            <a:extLst>
              <a:ext uri="{FF2B5EF4-FFF2-40B4-BE49-F238E27FC236}">
                <a16:creationId xmlns:a16="http://schemas.microsoft.com/office/drawing/2014/main" id="{F51014C8-09FA-4C8A-8115-08E2F6A06DE5}"/>
              </a:ext>
            </a:extLst>
          </p:cNvPr>
          <p:cNvSpPr/>
          <p:nvPr userDrawn="1"/>
        </p:nvSpPr>
        <p:spPr>
          <a:xfrm>
            <a:off x="-1" y="0"/>
            <a:ext cx="12192001" cy="18578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0" name="Freeform: Shape 29">
            <a:extLst>
              <a:ext uri="{FF2B5EF4-FFF2-40B4-BE49-F238E27FC236}">
                <a16:creationId xmlns:a16="http://schemas.microsoft.com/office/drawing/2014/main" id="{3BC46259-2514-4BE3-8602-B00F70D63306}"/>
              </a:ext>
            </a:extLst>
          </p:cNvPr>
          <p:cNvSpPr/>
          <p:nvPr userDrawn="1"/>
        </p:nvSpPr>
        <p:spPr>
          <a:xfrm rot="5400000">
            <a:off x="868324" y="-868323"/>
            <a:ext cx="1857828" cy="3594477"/>
          </a:xfrm>
          <a:custGeom>
            <a:avLst/>
            <a:gdLst>
              <a:gd name="connsiteX0" fmla="*/ 0 w 1857828"/>
              <a:gd name="connsiteY0" fmla="*/ 3594477 h 3594477"/>
              <a:gd name="connsiteX1" fmla="*/ 0 w 1857828"/>
              <a:gd name="connsiteY1" fmla="*/ 1640121 h 3594477"/>
              <a:gd name="connsiteX2" fmla="*/ 1857828 w 1857828"/>
              <a:gd name="connsiteY2" fmla="*/ 0 h 3594477"/>
              <a:gd name="connsiteX3" fmla="*/ 1857828 w 1857828"/>
              <a:gd name="connsiteY3" fmla="*/ 3594477 h 3594477"/>
            </a:gdLst>
            <a:ahLst/>
            <a:cxnLst>
              <a:cxn ang="0">
                <a:pos x="connsiteX0" y="connsiteY0"/>
              </a:cxn>
              <a:cxn ang="0">
                <a:pos x="connsiteX1" y="connsiteY1"/>
              </a:cxn>
              <a:cxn ang="0">
                <a:pos x="connsiteX2" y="connsiteY2"/>
              </a:cxn>
              <a:cxn ang="0">
                <a:pos x="connsiteX3" y="connsiteY3"/>
              </a:cxn>
            </a:cxnLst>
            <a:rect l="l" t="t" r="r" b="b"/>
            <a:pathLst>
              <a:path w="1857828" h="3594477">
                <a:moveTo>
                  <a:pt x="0" y="3594477"/>
                </a:moveTo>
                <a:lnTo>
                  <a:pt x="0" y="1640121"/>
                </a:lnTo>
                <a:lnTo>
                  <a:pt x="1857828" y="0"/>
                </a:lnTo>
                <a:lnTo>
                  <a:pt x="1857828" y="359447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20" name="Group 19">
            <a:extLst>
              <a:ext uri="{FF2B5EF4-FFF2-40B4-BE49-F238E27FC236}">
                <a16:creationId xmlns:a16="http://schemas.microsoft.com/office/drawing/2014/main" id="{1C1D2048-735F-4EDC-8EC0-A373A0C2FC37}"/>
              </a:ext>
            </a:extLst>
          </p:cNvPr>
          <p:cNvGrpSpPr/>
          <p:nvPr userDrawn="1"/>
        </p:nvGrpSpPr>
        <p:grpSpPr>
          <a:xfrm flipV="1">
            <a:off x="0" y="0"/>
            <a:ext cx="12192000" cy="6858000"/>
            <a:chOff x="0" y="38100"/>
            <a:chExt cx="12192000" cy="6858000"/>
          </a:xfrm>
        </p:grpSpPr>
        <p:cxnSp>
          <p:nvCxnSpPr>
            <p:cNvPr id="21" name="Conector reto 7">
              <a:extLst>
                <a:ext uri="{FF2B5EF4-FFF2-40B4-BE49-F238E27FC236}">
                  <a16:creationId xmlns:a16="http://schemas.microsoft.com/office/drawing/2014/main" id="{529BD05E-169D-41C4-A11B-C085CACA305F}"/>
                </a:ext>
              </a:extLst>
            </p:cNvPr>
            <p:cNvCxnSpPr>
              <a:cxnSpLocks/>
            </p:cNvCxnSpPr>
            <p:nvPr userDrawn="1"/>
          </p:nvCxnSpPr>
          <p:spPr>
            <a:xfrm flipV="1">
              <a:off x="0" y="5038273"/>
              <a:ext cx="12192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Conector reto 2">
              <a:extLst>
                <a:ext uri="{FF2B5EF4-FFF2-40B4-BE49-F238E27FC236}">
                  <a16:creationId xmlns:a16="http://schemas.microsoft.com/office/drawing/2014/main" id="{6FB17CA7-21C5-498C-B4A0-B407EF64DEF0}"/>
                </a:ext>
              </a:extLst>
            </p:cNvPr>
            <p:cNvCxnSpPr>
              <a:cxnSpLocks/>
            </p:cNvCxnSpPr>
            <p:nvPr userDrawn="1"/>
          </p:nvCxnSpPr>
          <p:spPr>
            <a:xfrm flipH="1">
              <a:off x="1943100" y="38100"/>
              <a:ext cx="6052793" cy="685800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sp>
        <p:nvSpPr>
          <p:cNvPr id="53" name="Text Placeholder 40">
            <a:extLst>
              <a:ext uri="{FF2B5EF4-FFF2-40B4-BE49-F238E27FC236}">
                <a16:creationId xmlns:a16="http://schemas.microsoft.com/office/drawing/2014/main" id="{3D6AE3AE-E27B-4EDA-9BAD-FA7785858369}"/>
              </a:ext>
            </a:extLst>
          </p:cNvPr>
          <p:cNvSpPr>
            <a:spLocks noGrp="1"/>
          </p:cNvSpPr>
          <p:nvPr userDrawn="1">
            <p:ph type="body" sz="quarter" idx="11" hasCustomPrompt="1"/>
          </p:nvPr>
        </p:nvSpPr>
        <p:spPr>
          <a:xfrm>
            <a:off x="723898" y="5181710"/>
            <a:ext cx="5689601"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dirty="0" err="1"/>
              <a:t>Edit</a:t>
            </a:r>
            <a:endParaRPr lang="pt-BR" noProof="0" dirty="0"/>
          </a:p>
        </p:txBody>
      </p:sp>
      <p:sp>
        <p:nvSpPr>
          <p:cNvPr id="54" name="Text Placeholder 40">
            <a:extLst>
              <a:ext uri="{FF2B5EF4-FFF2-40B4-BE49-F238E27FC236}">
                <a16:creationId xmlns:a16="http://schemas.microsoft.com/office/drawing/2014/main" id="{5CE564BE-B5A0-45EB-B85C-474C61E0D3D6}"/>
              </a:ext>
            </a:extLst>
          </p:cNvPr>
          <p:cNvSpPr>
            <a:spLocks noGrp="1"/>
          </p:cNvSpPr>
          <p:nvPr userDrawn="1">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3"/>
                </a:solidFill>
                <a:latin typeface="+mj-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dirty="0" err="1"/>
              <a:t>Section</a:t>
            </a:r>
            <a:endParaRPr lang="pt-BR" noProof="0" dirty="0"/>
          </a:p>
        </p:txBody>
      </p:sp>
      <p:sp>
        <p:nvSpPr>
          <p:cNvPr id="13" name="Freeform: Shape 12">
            <a:extLst>
              <a:ext uri="{FF2B5EF4-FFF2-40B4-BE49-F238E27FC236}">
                <a16:creationId xmlns:a16="http://schemas.microsoft.com/office/drawing/2014/main" id="{16AEDD1F-5FA7-48D9-BBD7-21475E258055}"/>
              </a:ext>
            </a:extLst>
          </p:cNvPr>
          <p:cNvSpPr/>
          <p:nvPr userDrawn="1"/>
        </p:nvSpPr>
        <p:spPr>
          <a:xfrm>
            <a:off x="11212853" y="680977"/>
            <a:ext cx="549724" cy="49587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000000"/>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579427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9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335999" y="1814141"/>
            <a:ext cx="11518900" cy="2536334"/>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
        <p:nvSpPr>
          <p:cNvPr id="13" name="Espaço Reservado para Conteúdo 14">
            <a:extLst>
              <a:ext uri="{FF2B5EF4-FFF2-40B4-BE49-F238E27FC236}">
                <a16:creationId xmlns:a16="http://schemas.microsoft.com/office/drawing/2014/main" id="{41266B3E-9D00-4E0F-8379-63427E9CDAEE}"/>
              </a:ext>
            </a:extLst>
          </p:cNvPr>
          <p:cNvSpPr>
            <a:spLocks noGrp="1"/>
          </p:cNvSpPr>
          <p:nvPr>
            <p:ph sz="quarter" idx="29"/>
          </p:nvPr>
        </p:nvSpPr>
        <p:spPr>
          <a:xfrm>
            <a:off x="335999" y="1251833"/>
            <a:ext cx="11518900" cy="499191"/>
          </a:xfrm>
          <a:prstGeom prst="rect">
            <a:avLst/>
          </a:prstGeom>
          <a:solidFill>
            <a:schemeClr val="bg1">
              <a:lumMod val="95000"/>
            </a:schemeClr>
          </a:solidFill>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
        <p:nvSpPr>
          <p:cNvPr id="14" name="Espaço Reservado para Conteúdo 14">
            <a:extLst>
              <a:ext uri="{FF2B5EF4-FFF2-40B4-BE49-F238E27FC236}">
                <a16:creationId xmlns:a16="http://schemas.microsoft.com/office/drawing/2014/main" id="{C5F4F10D-AEEB-4BA9-B1DF-A2BD4A0C492A}"/>
              </a:ext>
            </a:extLst>
          </p:cNvPr>
          <p:cNvSpPr>
            <a:spLocks noGrp="1"/>
          </p:cNvSpPr>
          <p:nvPr>
            <p:ph sz="quarter" idx="30"/>
          </p:nvPr>
        </p:nvSpPr>
        <p:spPr>
          <a:xfrm>
            <a:off x="335999" y="4413592"/>
            <a:ext cx="11518900" cy="804361"/>
          </a:xfrm>
          <a:prstGeom prst="rect">
            <a:avLst/>
          </a:prstGeom>
          <a:solidFill>
            <a:schemeClr val="accent3">
              <a:lumMod val="20000"/>
              <a:lumOff val="80000"/>
            </a:schemeClr>
          </a:solidFill>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endParaRPr lang="pt-BR" dirty="0"/>
          </a:p>
        </p:txBody>
      </p:sp>
    </p:spTree>
    <p:extLst>
      <p:ext uri="{BB962C8B-B14F-4D97-AF65-F5344CB8AC3E}">
        <p14:creationId xmlns:p14="http://schemas.microsoft.com/office/powerpoint/2010/main" val="172140386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1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978CA0DD-0E52-42AB-830E-E80120F9F528}"/>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0BEFAF7E-5F4E-42A9-9992-51D70001595D}"/>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1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pPr/>
              <a:t>2 de julho de 2026</a:t>
            </a:fld>
            <a:endParaRPr lang="en-US" dirty="0"/>
          </a:p>
        </p:txBody>
      </p:sp>
      <p:sp>
        <p:nvSpPr>
          <p:cNvPr id="39" name="Freeform: Shape 38">
            <a:extLst>
              <a:ext uri="{FF2B5EF4-FFF2-40B4-BE49-F238E27FC236}">
                <a16:creationId xmlns:a16="http://schemas.microsoft.com/office/drawing/2014/main" id="{FE23C6CE-B8D0-426A-AA37-BAC01D3E84D0}"/>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89183502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sp>
        <p:nvSpPr>
          <p:cNvPr id="39" name="Espaço Reservado para Conteúdo 14">
            <a:extLst>
              <a:ext uri="{FF2B5EF4-FFF2-40B4-BE49-F238E27FC236}">
                <a16:creationId xmlns:a16="http://schemas.microsoft.com/office/drawing/2014/main" id="{C0EA6322-6266-436C-A990-C821307D02B4}"/>
              </a:ext>
            </a:extLst>
          </p:cNvPr>
          <p:cNvSpPr>
            <a:spLocks noGrp="1"/>
          </p:cNvSpPr>
          <p:nvPr>
            <p:ph sz="quarter" idx="40" hasCustomPrompt="1"/>
          </p:nvPr>
        </p:nvSpPr>
        <p:spPr>
          <a:xfrm>
            <a:off x="336000" y="5029925"/>
            <a:ext cx="558061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0" name="Espaço Reservado para Conteúdo 14">
            <a:extLst>
              <a:ext uri="{FF2B5EF4-FFF2-40B4-BE49-F238E27FC236}">
                <a16:creationId xmlns:a16="http://schemas.microsoft.com/office/drawing/2014/main" id="{82BD9F9B-7759-4691-A404-423155B6D916}"/>
              </a:ext>
            </a:extLst>
          </p:cNvPr>
          <p:cNvSpPr>
            <a:spLocks noGrp="1"/>
          </p:cNvSpPr>
          <p:nvPr>
            <p:ph sz="quarter" idx="41" hasCustomPrompt="1"/>
          </p:nvPr>
        </p:nvSpPr>
        <p:spPr>
          <a:xfrm>
            <a:off x="336000" y="473531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1" name="Espaço Reservado para Conteúdo 14">
            <a:extLst>
              <a:ext uri="{FF2B5EF4-FFF2-40B4-BE49-F238E27FC236}">
                <a16:creationId xmlns:a16="http://schemas.microsoft.com/office/drawing/2014/main" id="{6B621610-3105-40FB-B7DC-05D590673186}"/>
              </a:ext>
            </a:extLst>
          </p:cNvPr>
          <p:cNvSpPr>
            <a:spLocks noGrp="1"/>
          </p:cNvSpPr>
          <p:nvPr>
            <p:ph sz="quarter" idx="42" hasCustomPrompt="1"/>
          </p:nvPr>
        </p:nvSpPr>
        <p:spPr>
          <a:xfrm>
            <a:off x="6285399" y="5029925"/>
            <a:ext cx="556950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2" name="Espaço Reservado para Conteúdo 14">
            <a:extLst>
              <a:ext uri="{FF2B5EF4-FFF2-40B4-BE49-F238E27FC236}">
                <a16:creationId xmlns:a16="http://schemas.microsoft.com/office/drawing/2014/main" id="{054B1884-B7BC-4FA4-849B-DB11207875CC}"/>
              </a:ext>
            </a:extLst>
          </p:cNvPr>
          <p:cNvSpPr>
            <a:spLocks noGrp="1"/>
          </p:cNvSpPr>
          <p:nvPr>
            <p:ph sz="quarter" idx="43" hasCustomPrompt="1"/>
          </p:nvPr>
        </p:nvSpPr>
        <p:spPr>
          <a:xfrm>
            <a:off x="6285399" y="473531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4" name="Text Placeholder 21">
            <a:extLst>
              <a:ext uri="{FF2B5EF4-FFF2-40B4-BE49-F238E27FC236}">
                <a16:creationId xmlns:a16="http://schemas.microsoft.com/office/drawing/2014/main" id="{7869B08B-9B05-4D38-B4CA-C2F1D7979BA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50" name="Date Placeholder 1">
            <a:extLst>
              <a:ext uri="{FF2B5EF4-FFF2-40B4-BE49-F238E27FC236}">
                <a16:creationId xmlns:a16="http://schemas.microsoft.com/office/drawing/2014/main" id="{BDC93EBC-9BE5-4C8E-9414-F42BAD4A9222}"/>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t>2 de julho de 2026</a:t>
            </a:fld>
            <a:endParaRPr lang="en-US" dirty="0"/>
          </a:p>
        </p:txBody>
      </p:sp>
      <p:sp>
        <p:nvSpPr>
          <p:cNvPr id="43" name="Freeform: Shape 42">
            <a:extLst>
              <a:ext uri="{FF2B5EF4-FFF2-40B4-BE49-F238E27FC236}">
                <a16:creationId xmlns:a16="http://schemas.microsoft.com/office/drawing/2014/main" id="{969C1A72-26FC-45FB-93EF-511CAA77CA27}"/>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95795544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95F3E463-B817-4B2E-93BD-2A1152C6F7E6}"/>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82577943-F62A-4C91-832C-4ED1B4C0498E}"/>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t>2 de julho de 2026</a:t>
            </a:fld>
            <a:endParaRPr lang="en-US" dirty="0"/>
          </a:p>
        </p:txBody>
      </p:sp>
      <p:sp>
        <p:nvSpPr>
          <p:cNvPr id="39" name="Freeform: Shape 38">
            <a:extLst>
              <a:ext uri="{FF2B5EF4-FFF2-40B4-BE49-F238E27FC236}">
                <a16:creationId xmlns:a16="http://schemas.microsoft.com/office/drawing/2014/main" id="{B8D3B3BB-8B99-46A8-BF9C-2025B42E4C8F}"/>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85548734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50D9BA1D-B6BB-4DBB-81B7-1B0E548BA3D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D3706B77-8E0E-4CB3-9E64-46F131F4F69E}"/>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t>2 de julho de 2026</a:t>
            </a:fld>
            <a:endParaRPr lang="en-US" dirty="0"/>
          </a:p>
        </p:txBody>
      </p:sp>
      <p:sp>
        <p:nvSpPr>
          <p:cNvPr id="28" name="Freeform: Shape 27">
            <a:extLst>
              <a:ext uri="{FF2B5EF4-FFF2-40B4-BE49-F238E27FC236}">
                <a16:creationId xmlns:a16="http://schemas.microsoft.com/office/drawing/2014/main" id="{07023540-B693-4180-8404-3191DA6A28A0}"/>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395312445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err="1"/>
              <a:t>email</a:t>
            </a:r>
            <a:endParaRPr lang="pt-BR" dirty="0"/>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dirty="0"/>
              <a:t>Sector / </a:t>
            </a:r>
            <a:r>
              <a:rPr lang="pt-BR" dirty="0" err="1"/>
              <a:t>Segment</a:t>
            </a:r>
            <a:endParaRPr lang="pt-BR" dirty="0"/>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0" name="Text Placeholder 21">
            <a:extLst>
              <a:ext uri="{FF2B5EF4-FFF2-40B4-BE49-F238E27FC236}">
                <a16:creationId xmlns:a16="http://schemas.microsoft.com/office/drawing/2014/main" id="{B4946D23-AB3A-411B-8B2F-43A2479B969C}"/>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1" name="Date Placeholder 1">
            <a:extLst>
              <a:ext uri="{FF2B5EF4-FFF2-40B4-BE49-F238E27FC236}">
                <a16:creationId xmlns:a16="http://schemas.microsoft.com/office/drawing/2014/main" id="{4D1961CB-AE6D-47CE-8F6B-C8BA879B2112}"/>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t>2 de julho de 2026</a:t>
            </a:fld>
            <a:endParaRPr lang="en-US" dirty="0"/>
          </a:p>
        </p:txBody>
      </p:sp>
      <p:sp>
        <p:nvSpPr>
          <p:cNvPr id="28" name="Freeform: Shape 27">
            <a:extLst>
              <a:ext uri="{FF2B5EF4-FFF2-40B4-BE49-F238E27FC236}">
                <a16:creationId xmlns:a16="http://schemas.microsoft.com/office/drawing/2014/main" id="{C5D1D84B-3FC3-499D-9713-4B883236AB6B}"/>
              </a:ext>
            </a:extLst>
          </p:cNvPr>
          <p:cNvSpPr/>
          <p:nvPr userDrawn="1"/>
        </p:nvSpPr>
        <p:spPr>
          <a:xfrm>
            <a:off x="11358608" y="832910"/>
            <a:ext cx="499749" cy="450795"/>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Tree>
    <p:extLst>
      <p:ext uri="{BB962C8B-B14F-4D97-AF65-F5344CB8AC3E}">
        <p14:creationId xmlns:p14="http://schemas.microsoft.com/office/powerpoint/2010/main" val="172581926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4EB3D6F6-B254-4AE2-9BAC-DE45A3E95D6B}"/>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0C7596C4-260D-4D9D-8C63-2C3D53BDA319}"/>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1" name="Espaço Reservado para Conteúdo 14">
            <a:extLst>
              <a:ext uri="{FF2B5EF4-FFF2-40B4-BE49-F238E27FC236}">
                <a16:creationId xmlns:a16="http://schemas.microsoft.com/office/drawing/2014/main" id="{542F0146-D120-4806-B00C-859B8103EA5B}"/>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2" name="Espaço Reservado para Conteúdo 14">
            <a:extLst>
              <a:ext uri="{FF2B5EF4-FFF2-40B4-BE49-F238E27FC236}">
                <a16:creationId xmlns:a16="http://schemas.microsoft.com/office/drawing/2014/main" id="{94B8FBD9-D820-4661-8AD5-6437DDFB63D5}"/>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6" name="Text Placeholder 21">
            <a:extLst>
              <a:ext uri="{FF2B5EF4-FFF2-40B4-BE49-F238E27FC236}">
                <a16:creationId xmlns:a16="http://schemas.microsoft.com/office/drawing/2014/main" id="{E4891640-76E7-4FFE-B311-BCBAC3A210DF}"/>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2" name="Date Placeholder 1">
            <a:extLst>
              <a:ext uri="{FF2B5EF4-FFF2-40B4-BE49-F238E27FC236}">
                <a16:creationId xmlns:a16="http://schemas.microsoft.com/office/drawing/2014/main" id="{37F33249-415A-4B31-84C5-24B0A78BF730}"/>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E546736A-F3E9-4525-A2B9-3429C623DAE3}" type="datetime4">
              <a:rPr lang="pt-BR" smtClean="0"/>
              <a:pPr/>
              <a:t>2 de julho de 2026</a:t>
            </a:fld>
            <a:endParaRPr lang="en-US" dirty="0"/>
          </a:p>
        </p:txBody>
      </p:sp>
    </p:spTree>
    <p:extLst>
      <p:ext uri="{BB962C8B-B14F-4D97-AF65-F5344CB8AC3E}">
        <p14:creationId xmlns:p14="http://schemas.microsoft.com/office/powerpoint/2010/main" val="209968719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Espaços v2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4773157"/>
            <a:ext cx="5554334" cy="124029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447854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7"/>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3113849"/>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8955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7919C1BB-AAC0-4B5F-9616-70B2766A3DB9}" type="datetime4">
              <a:rPr lang="pt-BR" smtClean="0"/>
              <a:pPr/>
              <a:t>2 de julho de 2026</a:t>
            </a:fld>
            <a:endParaRPr lang="en-US" dirty="0"/>
          </a:p>
        </p:txBody>
      </p:sp>
    </p:spTree>
    <p:extLst>
      <p:ext uri="{BB962C8B-B14F-4D97-AF65-F5344CB8AC3E}">
        <p14:creationId xmlns:p14="http://schemas.microsoft.com/office/powerpoint/2010/main" val="256932748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3928608"/>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363399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8"/>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2675700"/>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45738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0C2FCCDC-076E-4A42-845A-E67318B1D278}"/>
              </a:ext>
            </a:extLst>
          </p:cNvPr>
          <p:cNvSpPr>
            <a:spLocks noGrp="1"/>
          </p:cNvSpPr>
          <p:nvPr>
            <p:ph sz="quarter" idx="32" hasCustomPrompt="1"/>
          </p:nvPr>
        </p:nvSpPr>
        <p:spPr>
          <a:xfrm>
            <a:off x="6285399" y="5173736"/>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18" name="Espaço Reservado para Conteúdo 14">
            <a:extLst>
              <a:ext uri="{FF2B5EF4-FFF2-40B4-BE49-F238E27FC236}">
                <a16:creationId xmlns:a16="http://schemas.microsoft.com/office/drawing/2014/main" id="{01812817-84B2-41E1-889C-6C8B3C1EBAF7}"/>
              </a:ext>
            </a:extLst>
          </p:cNvPr>
          <p:cNvSpPr>
            <a:spLocks noGrp="1"/>
          </p:cNvSpPr>
          <p:nvPr>
            <p:ph sz="quarter" idx="33" hasCustomPrompt="1"/>
          </p:nvPr>
        </p:nvSpPr>
        <p:spPr>
          <a:xfrm>
            <a:off x="6285399" y="4879120"/>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2" name="Text Placeholder 21">
            <a:extLst>
              <a:ext uri="{FF2B5EF4-FFF2-40B4-BE49-F238E27FC236}">
                <a16:creationId xmlns:a16="http://schemas.microsoft.com/office/drawing/2014/main" id="{FD619CB5-FB9F-4412-88C4-3DC6B7F28D54}"/>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23" name="Date Placeholder 1">
            <a:extLst>
              <a:ext uri="{FF2B5EF4-FFF2-40B4-BE49-F238E27FC236}">
                <a16:creationId xmlns:a16="http://schemas.microsoft.com/office/drawing/2014/main" id="{09212698-B9AE-4393-8193-8D705521B4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B709002E-9D42-4A32-B9EE-0434FA9D032B}" type="datetime4">
              <a:rPr lang="pt-BR" smtClean="0"/>
              <a:pPr/>
              <a:t>2 de julho de 2026</a:t>
            </a:fld>
            <a:endParaRPr lang="en-US" dirty="0"/>
          </a:p>
        </p:txBody>
      </p:sp>
    </p:spTree>
    <p:extLst>
      <p:ext uri="{BB962C8B-B14F-4D97-AF65-F5344CB8AC3E}">
        <p14:creationId xmlns:p14="http://schemas.microsoft.com/office/powerpoint/2010/main" val="368868736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Espaços">
    <p:bg>
      <p:bgPr>
        <a:solidFill>
          <a:schemeClr val="bg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20EFC50C-CF20-4A9E-9070-8B13D6DC6EC4}"/>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37EB7F31-8C2C-4707-A76B-08BF52594FDA}"/>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C6E66E64-F90D-438A-A747-B0A8AAB58C93}"/>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18FDABAD-D2F2-43EF-AFCF-594A03685887}"/>
              </a:ext>
            </a:extLst>
          </p:cNvPr>
          <p:cNvSpPr>
            <a:spLocks noGrp="1"/>
          </p:cNvSpPr>
          <p:nvPr>
            <p:ph sz="quarter" idx="19" hasCustomPrompt="1"/>
          </p:nvPr>
        </p:nvSpPr>
        <p:spPr>
          <a:xfrm>
            <a:off x="336000" y="4021545"/>
            <a:ext cx="558061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0" name="Espaço Reservado para Conteúdo 14">
            <a:extLst>
              <a:ext uri="{FF2B5EF4-FFF2-40B4-BE49-F238E27FC236}">
                <a16:creationId xmlns:a16="http://schemas.microsoft.com/office/drawing/2014/main" id="{395E7687-06E2-4AAC-8061-A04DEC10E0BC}"/>
              </a:ext>
            </a:extLst>
          </p:cNvPr>
          <p:cNvSpPr>
            <a:spLocks noGrp="1"/>
          </p:cNvSpPr>
          <p:nvPr>
            <p:ph sz="quarter" idx="24" hasCustomPrompt="1"/>
          </p:nvPr>
        </p:nvSpPr>
        <p:spPr>
          <a:xfrm>
            <a:off x="336000" y="372693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5" name="Espaço Reservado para Conteúdo 14">
            <a:extLst>
              <a:ext uri="{FF2B5EF4-FFF2-40B4-BE49-F238E27FC236}">
                <a16:creationId xmlns:a16="http://schemas.microsoft.com/office/drawing/2014/main" id="{849C498A-8A23-4EDC-98EB-0B38012C6E89}"/>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6" name="Espaço Reservado para Conteúdo 14">
            <a:extLst>
              <a:ext uri="{FF2B5EF4-FFF2-40B4-BE49-F238E27FC236}">
                <a16:creationId xmlns:a16="http://schemas.microsoft.com/office/drawing/2014/main" id="{79462F29-8C77-4F68-AB43-51D0B412419F}"/>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7" name="Espaço Reservado para Conteúdo 14">
            <a:extLst>
              <a:ext uri="{FF2B5EF4-FFF2-40B4-BE49-F238E27FC236}">
                <a16:creationId xmlns:a16="http://schemas.microsoft.com/office/drawing/2014/main" id="{93C1ADF0-2FAD-4E82-A6D1-675AFEF6FDD3}"/>
              </a:ext>
            </a:extLst>
          </p:cNvPr>
          <p:cNvSpPr>
            <a:spLocks noGrp="1"/>
          </p:cNvSpPr>
          <p:nvPr>
            <p:ph sz="quarter" idx="20" hasCustomPrompt="1"/>
          </p:nvPr>
        </p:nvSpPr>
        <p:spPr>
          <a:xfrm>
            <a:off x="336000" y="1566345"/>
            <a:ext cx="5568696"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862ADD9-13D6-4DCB-949E-1BA2FF8BDC3E}"/>
              </a:ext>
            </a:extLst>
          </p:cNvPr>
          <p:cNvSpPr>
            <a:spLocks noGrp="1"/>
          </p:cNvSpPr>
          <p:nvPr>
            <p:ph sz="quarter" idx="21" hasCustomPrompt="1"/>
          </p:nvPr>
        </p:nvSpPr>
        <p:spPr>
          <a:xfrm>
            <a:off x="336000" y="1272613"/>
            <a:ext cx="55686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23" name="Text Placeholder 21">
            <a:extLst>
              <a:ext uri="{FF2B5EF4-FFF2-40B4-BE49-F238E27FC236}">
                <a16:creationId xmlns:a16="http://schemas.microsoft.com/office/drawing/2014/main" id="{3D1FDCC7-450A-4BD8-92BA-1B910E041328}"/>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16" name="Date Placeholder 1">
            <a:extLst>
              <a:ext uri="{FF2B5EF4-FFF2-40B4-BE49-F238E27FC236}">
                <a16:creationId xmlns:a16="http://schemas.microsoft.com/office/drawing/2014/main" id="{E79C9D0E-B67F-4BE5-B86D-4B4460161F75}"/>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C5584092-D3E3-4F4F-9A2F-E189F9574485}" type="datetime4">
              <a:rPr lang="pt-BR" smtClean="0"/>
              <a:pPr/>
              <a:t>2 de julho de 2026</a:t>
            </a:fld>
            <a:endParaRPr lang="en-US" dirty="0"/>
          </a:p>
        </p:txBody>
      </p:sp>
    </p:spTree>
    <p:extLst>
      <p:ext uri="{BB962C8B-B14F-4D97-AF65-F5344CB8AC3E}">
        <p14:creationId xmlns:p14="http://schemas.microsoft.com/office/powerpoint/2010/main" val="365885598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5979A1D4-24AB-4344-9491-5AB9581795C1}"/>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14" name="Espaço Reservado para Conteúdo 14">
            <a:extLst>
              <a:ext uri="{FF2B5EF4-FFF2-40B4-BE49-F238E27FC236}">
                <a16:creationId xmlns:a16="http://schemas.microsoft.com/office/drawing/2014/main" id="{698860CB-58BC-4587-B847-18D9D52B2E38}"/>
              </a:ext>
            </a:extLst>
          </p:cNvPr>
          <p:cNvSpPr>
            <a:spLocks noGrp="1"/>
          </p:cNvSpPr>
          <p:nvPr>
            <p:ph sz="quarter" idx="22" hasCustomPrompt="1"/>
          </p:nvPr>
        </p:nvSpPr>
        <p:spPr>
          <a:xfrm>
            <a:off x="425045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3EBD63A4-8A7C-4B80-804E-39B51566D461}"/>
              </a:ext>
            </a:extLst>
          </p:cNvPr>
          <p:cNvSpPr>
            <a:spLocks noGrp="1"/>
          </p:cNvSpPr>
          <p:nvPr>
            <p:ph sz="quarter" idx="23" hasCustomPrompt="1"/>
          </p:nvPr>
        </p:nvSpPr>
        <p:spPr>
          <a:xfrm>
            <a:off x="425045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7" name="Espaço Reservado para Conteúdo 14">
            <a:extLst>
              <a:ext uri="{FF2B5EF4-FFF2-40B4-BE49-F238E27FC236}">
                <a16:creationId xmlns:a16="http://schemas.microsoft.com/office/drawing/2014/main" id="{D780CF17-95A6-4F5F-A671-5B7FB8AE3C59}"/>
              </a:ext>
            </a:extLst>
          </p:cNvPr>
          <p:cNvSpPr>
            <a:spLocks noGrp="1"/>
          </p:cNvSpPr>
          <p:nvPr>
            <p:ph sz="quarter" idx="20" hasCustomPrompt="1"/>
          </p:nvPr>
        </p:nvSpPr>
        <p:spPr>
          <a:xfrm>
            <a:off x="33600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A3350709-C7AD-47A1-81A9-D40865B5484C}"/>
              </a:ext>
            </a:extLst>
          </p:cNvPr>
          <p:cNvSpPr>
            <a:spLocks noGrp="1"/>
          </p:cNvSpPr>
          <p:nvPr>
            <p:ph sz="quarter" idx="21" hasCustomPrompt="1"/>
          </p:nvPr>
        </p:nvSpPr>
        <p:spPr>
          <a:xfrm>
            <a:off x="33600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9" name="Espaço Reservado para Conteúdo 14">
            <a:extLst>
              <a:ext uri="{FF2B5EF4-FFF2-40B4-BE49-F238E27FC236}">
                <a16:creationId xmlns:a16="http://schemas.microsoft.com/office/drawing/2014/main" id="{1974B691-9807-45F6-B550-EA048DB6CF79}"/>
              </a:ext>
            </a:extLst>
          </p:cNvPr>
          <p:cNvSpPr>
            <a:spLocks noGrp="1"/>
          </p:cNvSpPr>
          <p:nvPr>
            <p:ph sz="quarter" idx="24" hasCustomPrompt="1"/>
          </p:nvPr>
        </p:nvSpPr>
        <p:spPr>
          <a:xfrm>
            <a:off x="8164901" y="1566345"/>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13F61226-5694-458C-8D7D-13836B879565}"/>
              </a:ext>
            </a:extLst>
          </p:cNvPr>
          <p:cNvSpPr>
            <a:spLocks noGrp="1"/>
          </p:cNvSpPr>
          <p:nvPr>
            <p:ph sz="quarter" idx="25" hasCustomPrompt="1"/>
          </p:nvPr>
        </p:nvSpPr>
        <p:spPr>
          <a:xfrm>
            <a:off x="8164901" y="1226446"/>
            <a:ext cx="3690000"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2" name="Date Placeholder 1">
            <a:extLst>
              <a:ext uri="{FF2B5EF4-FFF2-40B4-BE49-F238E27FC236}">
                <a16:creationId xmlns:a16="http://schemas.microsoft.com/office/drawing/2014/main" id="{7941F35C-F445-4252-8D03-D3D0C4F9FDA4}"/>
              </a:ext>
            </a:extLst>
          </p:cNvPr>
          <p:cNvSpPr>
            <a:spLocks noGrp="1"/>
          </p:cNvSpPr>
          <p:nvPr>
            <p:ph type="dt" sz="half" idx="2"/>
          </p:nvPr>
        </p:nvSpPr>
        <p:spPr>
          <a:xfrm>
            <a:off x="10039350" y="358585"/>
            <a:ext cx="1816651"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1F0476EF-799B-4D75-A6FB-110E86E09938}" type="datetime4">
              <a:rPr lang="en-US" smtClean="0"/>
              <a:t>July 2, 2026</a:t>
            </a:fld>
            <a:endParaRPr lang="en-US" dirty="0"/>
          </a:p>
        </p:txBody>
      </p:sp>
      <p:sp>
        <p:nvSpPr>
          <p:cNvPr id="13" name="Espaço Reservado para Conteúdo 14">
            <a:extLst>
              <a:ext uri="{FF2B5EF4-FFF2-40B4-BE49-F238E27FC236}">
                <a16:creationId xmlns:a16="http://schemas.microsoft.com/office/drawing/2014/main" id="{4DEA969C-4C8A-4133-A685-0F2BC4B2AA45}"/>
              </a:ext>
            </a:extLst>
          </p:cNvPr>
          <p:cNvSpPr>
            <a:spLocks noGrp="1"/>
          </p:cNvSpPr>
          <p:nvPr>
            <p:ph sz="quarter" idx="26" hasCustomPrompt="1"/>
          </p:nvPr>
        </p:nvSpPr>
        <p:spPr>
          <a:xfrm>
            <a:off x="425100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1" name="Espaço Reservado para Conteúdo 14">
            <a:extLst>
              <a:ext uri="{FF2B5EF4-FFF2-40B4-BE49-F238E27FC236}">
                <a16:creationId xmlns:a16="http://schemas.microsoft.com/office/drawing/2014/main" id="{473F7F0F-9A4E-484B-8B0C-83627E895D46}"/>
              </a:ext>
            </a:extLst>
          </p:cNvPr>
          <p:cNvSpPr>
            <a:spLocks noGrp="1"/>
          </p:cNvSpPr>
          <p:nvPr>
            <p:ph sz="quarter" idx="27" hasCustomPrompt="1"/>
          </p:nvPr>
        </p:nvSpPr>
        <p:spPr>
          <a:xfrm>
            <a:off x="33655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BD3E7B11-6C10-4695-BE41-FE570B00F0B1}"/>
              </a:ext>
            </a:extLst>
          </p:cNvPr>
          <p:cNvSpPr>
            <a:spLocks noGrp="1"/>
          </p:cNvSpPr>
          <p:nvPr>
            <p:ph sz="quarter" idx="28" hasCustomPrompt="1"/>
          </p:nvPr>
        </p:nvSpPr>
        <p:spPr>
          <a:xfrm>
            <a:off x="8165450" y="3875256"/>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3" name="Text Placeholder 21">
            <a:extLst>
              <a:ext uri="{FF2B5EF4-FFF2-40B4-BE49-F238E27FC236}">
                <a16:creationId xmlns:a16="http://schemas.microsoft.com/office/drawing/2014/main" id="{352B89BB-543D-44EA-B737-A6CDE774FA54}"/>
              </a:ext>
            </a:extLst>
          </p:cNvPr>
          <p:cNvSpPr>
            <a:spLocks noGrp="1"/>
          </p:cNvSpPr>
          <p:nvPr>
            <p:ph type="body" sz="quarter" idx="18" hasCustomPrompt="1"/>
          </p:nvPr>
        </p:nvSpPr>
        <p:spPr>
          <a:xfrm>
            <a:off x="788194" y="6309245"/>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Tree>
    <p:extLst>
      <p:ext uri="{BB962C8B-B14F-4D97-AF65-F5344CB8AC3E}">
        <p14:creationId xmlns:p14="http://schemas.microsoft.com/office/powerpoint/2010/main" val="228342516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CEFC0C6-D107-4EA3-9780-23B251AF2F3E}"/>
              </a:ext>
            </a:extLst>
          </p:cNvPr>
          <p:cNvSpPr txBox="1"/>
          <p:nvPr userDrawn="1"/>
        </p:nvSpPr>
        <p:spPr>
          <a:xfrm>
            <a:off x="336551" y="188913"/>
            <a:ext cx="8386759" cy="520827"/>
          </a:xfrm>
          <a:prstGeom prst="rect">
            <a:avLst/>
          </a:prstGeom>
        </p:spPr>
        <p:txBody>
          <a:bodyPr vert="horz" lIns="0" tIns="0" rIns="0" bIns="0" rtlCol="0" anchor="ctr">
            <a:noAutofit/>
          </a:bodyPr>
          <a:lstStyle>
            <a:lvl1pPr lvl="0" indent="0" defTabSz="685808">
              <a:lnSpc>
                <a:spcPct val="100000"/>
              </a:lnSpc>
              <a:spcBef>
                <a:spcPts val="0"/>
              </a:spcBef>
              <a:buFont typeface="Arial" panose="020B0604020202020204" pitchFamily="34" charset="0"/>
              <a:buNone/>
              <a:defRPr sz="2400" b="0">
                <a:solidFill>
                  <a:schemeClr val="accent1"/>
                </a:solidFill>
                <a:latin typeface="Roboto" panose="02000000000000000000" pitchFamily="2" charset="0"/>
                <a:ea typeface="Roboto" panose="02000000000000000000" pitchFamily="2" charset="0"/>
                <a:cs typeface="Roboto"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lvl="0"/>
            <a:r>
              <a:rPr lang="en-US" dirty="0"/>
              <a:t>Disclaimer</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 name="Date Placeholder 1">
            <a:extLst>
              <a:ext uri="{FF2B5EF4-FFF2-40B4-BE49-F238E27FC236}">
                <a16:creationId xmlns:a16="http://schemas.microsoft.com/office/drawing/2014/main" id="{E7AC5038-4092-4E06-8157-2DD3980D2687}"/>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F5313D7D-9234-4CFB-98B0-26A7EFAE68B7}" type="datetime4">
              <a:rPr lang="pt-BR" smtClean="0"/>
              <a:pPr/>
              <a:t>2 de julho de 2026</a:t>
            </a:fld>
            <a:endParaRPr lang="en-US" dirty="0"/>
          </a:p>
        </p:txBody>
      </p:sp>
      <p:sp>
        <p:nvSpPr>
          <p:cNvPr id="2" name="TextBox 1">
            <a:extLst>
              <a:ext uri="{FF2B5EF4-FFF2-40B4-BE49-F238E27FC236}">
                <a16:creationId xmlns:a16="http://schemas.microsoft.com/office/drawing/2014/main" id="{1B8609C5-9D99-40C7-AC60-E07E7D5093B1}"/>
              </a:ext>
            </a:extLst>
          </p:cNvPr>
          <p:cNvSpPr txBox="1"/>
          <p:nvPr userDrawn="1"/>
        </p:nvSpPr>
        <p:spPr>
          <a:xfrm>
            <a:off x="336001" y="876188"/>
            <a:ext cx="11519449" cy="5016758"/>
          </a:xfrm>
          <a:prstGeom prst="rect">
            <a:avLst/>
          </a:prstGeom>
        </p:spPr>
        <p:txBody>
          <a:bodyPr vert="horz" lIns="0" tIns="45720" rIns="91440" bIns="45720" rtlCol="0" anchor="t">
            <a:spAutoFit/>
          </a:bodyPr>
          <a:lstStyle>
            <a:lvl1pPr lvl="0" indent="0" defTabSz="685808">
              <a:lnSpc>
                <a:spcPct val="100000"/>
              </a:lnSpc>
              <a:spcBef>
                <a:spcPts val="0"/>
              </a:spcBef>
              <a:buFont typeface="Arial" panose="020B0604020202020204" pitchFamily="34" charset="0"/>
              <a:buNone/>
              <a:defRPr sz="1000" b="0">
                <a:solidFill>
                  <a:schemeClr val="accent4"/>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marL="0" lvl="0" indent="0" algn="just">
              <a:lnSpc>
                <a:spcPts val="800"/>
              </a:lnSpc>
              <a:buNone/>
            </a:pPr>
            <a:r>
              <a:rPr lang="pt-BR" sz="800" dirty="0">
                <a:solidFill>
                  <a:schemeClr val="accent6"/>
                </a:solidFill>
              </a:rPr>
              <a:t>1) Este relatório de análise foi elaborado pela XP Investimentos CCTVM S.A. (“XP Investimentos ou XP”) de acordo com todas as exigências previstas na Resolução CVM nº 20/2021, tem como objetivo fornecer informações que possam auxiliar o investidor a tomar sua própria decisão de investimento, não constituindo qualquer tipo de oferta ou solicitação de compra e/ou venda de qualquer produto. As informações contidas neste relatório são consideradas válidas na data de sua divulgação e foram obtidas de fontes públicas. A XP Investimentos não se responsabiliza por qualquer decisão tomada pelo cliente com base no presente relatório..</a:t>
            </a:r>
          </a:p>
          <a:p>
            <a:pPr marL="0" lvl="0" indent="0" algn="just">
              <a:lnSpc>
                <a:spcPts val="800"/>
              </a:lnSpc>
              <a:buNone/>
            </a:pPr>
            <a:endParaRPr lang="pt-BR" sz="1000" dirty="0">
              <a:solidFill>
                <a:schemeClr val="accent6"/>
              </a:solidFill>
            </a:endParaRPr>
          </a:p>
          <a:p>
            <a:pPr marL="0" lvl="0" indent="0" algn="just">
              <a:lnSpc>
                <a:spcPts val="800"/>
              </a:lnSpc>
              <a:buNone/>
            </a:pPr>
            <a:r>
              <a:rPr lang="pt-BR" sz="800" dirty="0">
                <a:solidFill>
                  <a:schemeClr val="accent6"/>
                </a:solidFill>
              </a:rPr>
              <a:t>2) Este relatório foi elaborado considerando a classificação de risco dos produtos de modo a gerar resultados de alocação para cada perfil de investidor.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3) O(s) signatário(s) deste relatório declara(m) que as recomendações refletem única e exclusivamente suas análises e opiniões pessoais, que foram produzidas de forma independente, inclusive em relação à XP Investimentos e que estão sujeitas a modificações sem aviso prévio em decorrência de alterações nas condições de mercado, e que sua(s) remuneração(es) é(são) indiretamente influenciada por receitas provenientes dos negócios e operações financeiras realizadas pela XP Investimentos.</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4) O analista responsável pelo conteúdo deste relatório e pelo cumprimento da Resolução CVM nº 20/2021 está indicado acima, sendo que, caso constem a indicação de mais um analista no relatório, o responsável será o primeiro analista credenciado a ser mencionado no relatório.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5) Os analistas da XP Investimentos estão obrigados ao cumprimento de todas as regras previstas no Código de Conduta da APIMEC para o Analista de Valores Mobiliários e na Política de Conduta dos Analistas de Valores Mobiliários da XP Investimentos.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6) O atendimento de nossos clientes é realizado por empregados da XP Investimentos ou por agentes autônomos de investimento que desempenham suas atividades por meio da XP, em conformidade com a Resolução CVM nº 16/2021, os quais encontram-se registrados na Associação Nacional das Corretoras e Distribuidoras de Títulos e Valores Mobiliários – ANCORD. O agente autônomo de investimento não pode realizar consultoria, administração ou gestão de patrimônio de clientes, devendo atuar como intermediário e solicitar autorização prévia do cliente para a realização de qualquer operação no mercado de capitais.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7) Os produtos apresentados neste relatório podem não ser adequados para todos os tipos de cliente. Antes de qualquer decisão, os clientes deverão realizar o processo de </a:t>
            </a:r>
            <a:r>
              <a:rPr lang="pt-BR" sz="800" dirty="0" err="1">
                <a:solidFill>
                  <a:schemeClr val="accent6"/>
                </a:solidFill>
              </a:rPr>
              <a:t>suitability</a:t>
            </a:r>
            <a:r>
              <a:rPr lang="pt-BR" sz="800" dirty="0">
                <a:solidFill>
                  <a:schemeClr val="accent6"/>
                </a:solidFill>
              </a:rPr>
              <a:t> e confirmar se os produtos apresentados são indicados para o seu perfil de investidor. Este material não sugere qualquer alteração de carteira, mas somente orientação sobre produtos adequados a determinado perfil de investidor.</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8) A rentabilidade de produtos financeiros pode apresentar variações e seu preço ou valor pode aumentar ou diminuir num curto espaço de tempo. Os desempenhos anteriores não são necessariamente indicativos de resultados futuros. A rentabilidade divulgada não é líquida de impostos. As informações presentes neste material são baseadas em simulações e os resultados reais poderão ser significativamente diferentes.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9) Este relatório é destinado à circulação exclusiva para a rede de relacionamento da XP Investimentos, incluindo agentes autônomos da XP e clientes da XP, podendo também ser divulgado no site da XP. Fica proibida sua reprodução ou redistribuição para qualquer pessoa, no todo ou em parte, qualquer que seja o propósito, sem o prévio consentimento expresso da XP Investimentos.</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10) SAC. 0800 772 0202. A Ouvidoria da XP Investimentos tem a missão de servir de canal de contato sempre que os clientes que não se sentirem satisfeitos com as soluções dadas pela empresa aos seus problemas. O contato pode ser realizado por meio do telefone: 0800-722-3730.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11) O custo da operação e a política de cobrança estão definidos nas tabelas de custos operacionais disponibilizadas no site da XP Investimentos: www.xpi.com.br.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12) A XP Investimentos se exime de qualquer responsabilidade por quaisquer prejuízos, diretos ou indiretos, que venham a decorrer da utilização deste relatório ou seu conteúdo.</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13) A Avaliação Técnica e a Avaliação de Fundamentos seguem diferentes metodologias de análise. A Análise Técnica é executada seguindo conceitos como tendência, suporte, resistência, </a:t>
            </a:r>
            <a:r>
              <a:rPr lang="pt-BR" sz="800" dirty="0" err="1">
                <a:solidFill>
                  <a:schemeClr val="accent6"/>
                </a:solidFill>
              </a:rPr>
              <a:t>candles</a:t>
            </a:r>
            <a:r>
              <a:rPr lang="pt-BR" sz="800" dirty="0">
                <a:solidFill>
                  <a:schemeClr val="accent6"/>
                </a:solidFill>
              </a:rPr>
              <a:t>, volumes, médias móveis entre outros. Já a Análise Fundamentalista utiliza como informação os resultados divulgados pelas companhias emissoras e suas projeções. Desta forma, as opiniões dos Analistas Fundamentalistas, que buscam os melhores retornos dadas as condições de mercado, o cenário macroeconômico e os eventos específicos da empresa e do setor, podem divergir das opiniões dos Analistas Técnicos, que visam identificar os movimentos mais prováveis dos preços dos ativos, com utilização de “</a:t>
            </a:r>
            <a:r>
              <a:rPr lang="pt-BR" sz="800" dirty="0" err="1">
                <a:solidFill>
                  <a:schemeClr val="accent6"/>
                </a:solidFill>
              </a:rPr>
              <a:t>stops</a:t>
            </a:r>
            <a:r>
              <a:rPr lang="pt-BR" sz="800" dirty="0">
                <a:solidFill>
                  <a:schemeClr val="accent6"/>
                </a:solidFill>
              </a:rPr>
              <a:t>” para limitar as possíveis perdas.</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14) Para fins de verificação da adequação do perfil do investidor aos serviços e produtos de investimento oferecidos pela XP Investimentos, utilizamos a metodologia de adequação dos produtos por portfólio, nos termos das Regras e Procedimentos ANBIMA de </a:t>
            </a:r>
            <a:r>
              <a:rPr lang="pt-BR" sz="800" dirty="0" err="1">
                <a:solidFill>
                  <a:schemeClr val="accent6"/>
                </a:solidFill>
              </a:rPr>
              <a:t>Suitability</a:t>
            </a:r>
            <a:r>
              <a:rPr lang="pt-BR" sz="800" dirty="0">
                <a:solidFill>
                  <a:schemeClr val="accent6"/>
                </a:solidFill>
              </a:rPr>
              <a:t> nº 01 e do Código ANBIMA de Regulação e Melhores Práticas para Distribuição de Produtos de Investimento. Essa metodologia consiste em atribuir uma pontuação máxima de risco para cada perfil de investidor (conservador, moderado e agressivo), bem como uma pontuação de risco para cada um dos produtos oferecidos pela XP Investimentos, de modo que todos os clientes possam ter acesso a todos os produtos, desde que dentro das quantidades e limites da pontuação de risco definidas para o seu perfil. Antes de aplicar nos produtos e/ou contratar os serviços objeto deste material, é importante que você verifique se a sua pontuação de risco atual comporta a aplicação nos produtos e/ou a contratação dos serviços em questão, bem como se há limitações de volume, concentração e/ou quantidade para a aplicação desejada. Você pode consultar essas informações diretamente no momento da transmissão da sua ordem ou, ainda, consultando o risco geral da sua carteira na tela de carteira (Visão Risco). Caso a sua pontuação de risco atual não comporte a aplicação/contratação pretendida, ou caso existam limitações em relação à quantidade e/ou volume financeiro para a referida aplicação/contratação, isto significa que, com base na composição atual da sua carteira, esta aplicação/contratação não está adequada ao seu perfil. Em caso de dúvidas sobre o processo de adequação dos produtos oferecidos pela XP Investimentos ao seu perfil de investidor, consulte o FAQ. A duração recomendada para o investimento é de curto prazo e o patrimônio do cliente não está garantido neste tipo de produto. As condições de mercado, mudanças climáticas e o cenário macroeconômico podem afetar o desempenho do investimento. </a:t>
            </a:r>
          </a:p>
          <a:p>
            <a:pPr marL="0" lvl="0" indent="0" algn="just">
              <a:lnSpc>
                <a:spcPts val="800"/>
              </a:lnSpc>
              <a:buNone/>
            </a:pPr>
            <a:endParaRPr lang="pt-BR" sz="800" dirty="0">
              <a:solidFill>
                <a:schemeClr val="accent6"/>
              </a:solidFill>
            </a:endParaRPr>
          </a:p>
          <a:p>
            <a:pPr marL="0" lvl="0" indent="0" algn="just">
              <a:lnSpc>
                <a:spcPts val="800"/>
              </a:lnSpc>
              <a:buNone/>
            </a:pPr>
            <a:r>
              <a:rPr lang="pt-BR" sz="800" dirty="0">
                <a:solidFill>
                  <a:schemeClr val="accent6"/>
                </a:solidFill>
              </a:rPr>
              <a:t>15) ESTA INSTITUIÇÃO É ADERENTE À RESOLUÇÃO CVM Nº 16/2021.</a:t>
            </a:r>
          </a:p>
        </p:txBody>
      </p:sp>
    </p:spTree>
    <p:extLst>
      <p:ext uri="{BB962C8B-B14F-4D97-AF65-F5344CB8AC3E}">
        <p14:creationId xmlns:p14="http://schemas.microsoft.com/office/powerpoint/2010/main" val="368176068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Disclaimer">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CEFC0C6-D107-4EA3-9780-23B251AF2F3E}"/>
              </a:ext>
            </a:extLst>
          </p:cNvPr>
          <p:cNvSpPr txBox="1"/>
          <p:nvPr userDrawn="1"/>
        </p:nvSpPr>
        <p:spPr>
          <a:xfrm>
            <a:off x="336551" y="188913"/>
            <a:ext cx="8386759" cy="520827"/>
          </a:xfrm>
          <a:prstGeom prst="rect">
            <a:avLst/>
          </a:prstGeom>
        </p:spPr>
        <p:txBody>
          <a:bodyPr vert="horz" lIns="0" tIns="0" rIns="0" bIns="0" rtlCol="0" anchor="ctr">
            <a:noAutofit/>
          </a:bodyPr>
          <a:lstStyle>
            <a:lvl1pPr lvl="0" indent="0" defTabSz="685808">
              <a:lnSpc>
                <a:spcPct val="100000"/>
              </a:lnSpc>
              <a:spcBef>
                <a:spcPts val="0"/>
              </a:spcBef>
              <a:buFont typeface="Arial" panose="020B0604020202020204" pitchFamily="34" charset="0"/>
              <a:buNone/>
              <a:defRPr sz="2400" b="0">
                <a:solidFill>
                  <a:schemeClr val="accent1"/>
                </a:solidFill>
                <a:latin typeface="Roboto" panose="02000000000000000000" pitchFamily="2" charset="0"/>
                <a:ea typeface="Roboto" panose="02000000000000000000" pitchFamily="2" charset="0"/>
                <a:cs typeface="Roboto"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lvl="0"/>
            <a:r>
              <a:rPr lang="en-US" dirty="0"/>
              <a:t>Disclaimer</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7" name="Date Placeholder 1">
            <a:extLst>
              <a:ext uri="{FF2B5EF4-FFF2-40B4-BE49-F238E27FC236}">
                <a16:creationId xmlns:a16="http://schemas.microsoft.com/office/drawing/2014/main" id="{E7AC5038-4092-4E06-8157-2DD3980D2687}"/>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F5313D7D-9234-4CFB-98B0-26A7EFAE68B7}" type="datetime4">
              <a:rPr lang="pt-BR" smtClean="0"/>
              <a:pPr/>
              <a:t>2 de julho de 2026</a:t>
            </a:fld>
            <a:endParaRPr lang="en-US" dirty="0"/>
          </a:p>
        </p:txBody>
      </p:sp>
      <p:sp>
        <p:nvSpPr>
          <p:cNvPr id="2" name="TextBox 1">
            <a:extLst>
              <a:ext uri="{FF2B5EF4-FFF2-40B4-BE49-F238E27FC236}">
                <a16:creationId xmlns:a16="http://schemas.microsoft.com/office/drawing/2014/main" id="{1B8609C5-9D99-40C7-AC60-E07E7D5093B1}"/>
              </a:ext>
            </a:extLst>
          </p:cNvPr>
          <p:cNvSpPr txBox="1"/>
          <p:nvPr userDrawn="1"/>
        </p:nvSpPr>
        <p:spPr>
          <a:xfrm>
            <a:off x="336001" y="775520"/>
            <a:ext cx="11519449" cy="5340565"/>
          </a:xfrm>
          <a:prstGeom prst="rect">
            <a:avLst/>
          </a:prstGeom>
        </p:spPr>
        <p:txBody>
          <a:bodyPr vert="horz" lIns="0" tIns="45720" rIns="91440" bIns="45720" rtlCol="0" anchor="t">
            <a:spAutoFit/>
          </a:bodyPr>
          <a:lstStyle>
            <a:lvl1pPr lvl="0" indent="0" defTabSz="685808">
              <a:lnSpc>
                <a:spcPct val="100000"/>
              </a:lnSpc>
              <a:spcBef>
                <a:spcPts val="0"/>
              </a:spcBef>
              <a:buFont typeface="Arial" panose="020B0604020202020204" pitchFamily="34" charset="0"/>
              <a:buNone/>
              <a:defRPr sz="1000" b="0">
                <a:solidFill>
                  <a:schemeClr val="accent4"/>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marL="0" lvl="0" indent="0" algn="just">
              <a:lnSpc>
                <a:spcPts val="1000"/>
              </a:lnSpc>
              <a:buNone/>
            </a:pPr>
            <a:r>
              <a:rPr lang="pt-BR" sz="700" dirty="0">
                <a:solidFill>
                  <a:schemeClr val="accent6"/>
                </a:solidFill>
              </a:rPr>
              <a:t>1) Este relatório de análise foi elaborado pela XP Investimentos CCTVM S.A. (“XP Investimentos ou XP”) de acordo com todas as exigências previstas na Resolução CVM 20/2021, tem como objetivo fornecer informações que possam auxiliar o investidor a tomar sua própria decisão de investimento, não constituindo qualquer tipo de oferta ou solicitação de compra e/ou venda de qualquer produto. As informações contidas neste relatório são consideradas válidas na data de sua divulgação e foram obtidas de fontes públicas. A XP Investimentos não se responsabiliza por qualquer decisão tomada pelo cliente com base no presente relatório. </a:t>
            </a:r>
          </a:p>
          <a:p>
            <a:pPr marL="0" lvl="0" indent="0" algn="just">
              <a:lnSpc>
                <a:spcPts val="1000"/>
              </a:lnSpc>
              <a:buNone/>
            </a:pPr>
            <a:r>
              <a:rPr lang="pt-BR" sz="700" dirty="0">
                <a:solidFill>
                  <a:schemeClr val="accent6"/>
                </a:solidFill>
              </a:rPr>
              <a:t>2) Este relatório foi elaborado considerando a classificação de risco dos produtos de modo a gerar resultados de alocação para cada perfil de investidor. </a:t>
            </a:r>
          </a:p>
          <a:p>
            <a:pPr marL="0" lvl="0" indent="0" algn="just">
              <a:lnSpc>
                <a:spcPts val="1000"/>
              </a:lnSpc>
              <a:buNone/>
            </a:pPr>
            <a:r>
              <a:rPr lang="pt-BR" sz="700" dirty="0">
                <a:solidFill>
                  <a:schemeClr val="accent6"/>
                </a:solidFill>
              </a:rPr>
              <a:t>3) O(</a:t>
            </a:r>
            <a:r>
              <a:rPr lang="pt-BR" sz="700" dirty="0" err="1">
                <a:solidFill>
                  <a:schemeClr val="accent6"/>
                </a:solidFill>
              </a:rPr>
              <a:t>s</a:t>
            </a:r>
            <a:r>
              <a:rPr lang="pt-BR" sz="700" dirty="0">
                <a:solidFill>
                  <a:schemeClr val="accent6"/>
                </a:solidFill>
              </a:rPr>
              <a:t>) signatário(</a:t>
            </a:r>
            <a:r>
              <a:rPr lang="pt-BR" sz="700" dirty="0" err="1">
                <a:solidFill>
                  <a:schemeClr val="accent6"/>
                </a:solidFill>
              </a:rPr>
              <a:t>s</a:t>
            </a:r>
            <a:r>
              <a:rPr lang="pt-BR" sz="700" dirty="0">
                <a:solidFill>
                  <a:schemeClr val="accent6"/>
                </a:solidFill>
              </a:rPr>
              <a:t>) deste relatório declara(m) que as recomendações refletem única e exclusivamente suas análises e opiniões pessoais, que foram produzidas de forma independente, inclusive em relação à XP Investimentos e que estão sujeitas a modificações sem aviso prévio em decorrência de alterações nas condições de mercado, e que sua(</a:t>
            </a:r>
            <a:r>
              <a:rPr lang="pt-BR" sz="700" dirty="0" err="1">
                <a:solidFill>
                  <a:schemeClr val="accent6"/>
                </a:solidFill>
              </a:rPr>
              <a:t>s</a:t>
            </a:r>
            <a:r>
              <a:rPr lang="pt-BR" sz="700" dirty="0">
                <a:solidFill>
                  <a:schemeClr val="accent6"/>
                </a:solidFill>
              </a:rPr>
              <a:t>) remuneração(es) é(são) indiretamente influenciada por receitas provenientes dos negócios e operações financeiras realizadas pela XP Investimentos. </a:t>
            </a:r>
          </a:p>
          <a:p>
            <a:pPr marL="0" lvl="0" indent="0" algn="just">
              <a:lnSpc>
                <a:spcPts val="1000"/>
              </a:lnSpc>
              <a:buNone/>
            </a:pPr>
            <a:r>
              <a:rPr lang="pt-BR" sz="700" dirty="0">
                <a:solidFill>
                  <a:schemeClr val="accent6"/>
                </a:solidFill>
              </a:rPr>
              <a:t>4) O analista responsável pelo conteúdo deste relatório e pelo cumprimento da Resolução CVM nº 20/2021 está indicado acima, sendo que, caso constem a indicação de mais um analista no relatório, o responsável será o primeiro analista credenciado a ser mencionado no relatório.  </a:t>
            </a:r>
          </a:p>
          <a:p>
            <a:pPr marL="0" lvl="0" indent="0" algn="just">
              <a:lnSpc>
                <a:spcPts val="1000"/>
              </a:lnSpc>
              <a:buNone/>
            </a:pPr>
            <a:r>
              <a:rPr lang="pt-BR" sz="700" dirty="0">
                <a:solidFill>
                  <a:schemeClr val="accent6"/>
                </a:solidFill>
              </a:rPr>
              <a:t>5) Os analistas da XP Investimentos estão obrigados ao cumprimento de todas as regras previstas no Código de Conduta da APIMEC para o Analista de Valores Mobiliários e na Política de Conduta dos Analistas de Valores Mobiliários da XP Investimentos.  </a:t>
            </a:r>
          </a:p>
          <a:p>
            <a:pPr marL="0" lvl="0" indent="0" algn="just">
              <a:lnSpc>
                <a:spcPts val="1000"/>
              </a:lnSpc>
              <a:buNone/>
            </a:pPr>
            <a:r>
              <a:rPr lang="pt-BR" sz="700" dirty="0">
                <a:solidFill>
                  <a:schemeClr val="accent6"/>
                </a:solidFill>
              </a:rPr>
              <a:t>6) O atendimento de nossos clientes é realizado por empregados da XP Investimentos ou por agentes autônomos de investimento que desempenham suas atividades por meio da XP, em conformidade com a Resolução CVM nº 16/2021, os quais encontram-se registrados na Associação Nacional das Corretoras e Distribuidoras de Títulos e Valores Mobiliários – ANCORD. O agente autônomo de investimento não pode realizar consultoria, administração ou gestão de patrimônio de clientes, devendo atuar como intermediário e solicitar autorização prévia do cliente para a realização de qualquer operação no mercado de capitais. </a:t>
            </a:r>
          </a:p>
          <a:p>
            <a:pPr marL="0" lvl="0" indent="0" algn="just">
              <a:lnSpc>
                <a:spcPts val="1000"/>
              </a:lnSpc>
              <a:buNone/>
            </a:pPr>
            <a:r>
              <a:rPr lang="pt-BR" sz="700" dirty="0">
                <a:solidFill>
                  <a:schemeClr val="accent6"/>
                </a:solidFill>
              </a:rPr>
              <a:t>7) Para fins de verificação da adequação do perfil do investidor aos serviços e produtos de investimento oferecidos pela XP Investimentos, utilizamos a metodologia de adequação dos produtos por portfólio, nos termos das Regras e Procedimentos ANBIMA de </a:t>
            </a:r>
            <a:r>
              <a:rPr lang="pt-BR" sz="700" dirty="0" err="1">
                <a:solidFill>
                  <a:schemeClr val="accent6"/>
                </a:solidFill>
              </a:rPr>
              <a:t>Suitability</a:t>
            </a:r>
            <a:r>
              <a:rPr lang="pt-BR" sz="700" dirty="0">
                <a:solidFill>
                  <a:schemeClr val="accent6"/>
                </a:solidFill>
              </a:rPr>
              <a:t> nº 01 e do Código ANBIMA de Regulação e Melhores Práticas para Distribuição de Produtos de Investimento. Essa metodologia consiste em atribuir uma pontuação máxima de risco para cada perfil de investidor (conservador, moderado e agressivo), bem como uma pontuação de risco para cada um dos produtos oferecidos pela XP Investimentos, de modo que todos os clientes possam ter acesso a todos os produtos, desde que dentro das quantidades e limites da pontuação de risco definidas para o seu perfil. Antes de aplicar nos produtos e/ou contratar os serviços objeto deste material, é importante que você verifique se a sua pontuação de risco atual comporta a aplicação nos produtos e/ou a contratação dos serviços em questão, bem como se há limitações de volume, concentração e/ou quantidade para a aplicação desejada. Você pode consultar essas informações diretamente no momento da transmissão da sua ordem ou, ainda, consultando o risco geral da sua carteira na tela de carteira (Visão Risco). Caso a sua pontuação de risco atual não comporte a aplicação/contratação pretendida, ou caso existam limitações em relação à quantidade e/ou volume financeiro para a referida aplicação/contratação, isto significa que, com base na composição atual da sua carteira, esta aplicação/contratação não está adequada ao seu perfil. Em caso de dúvidas sobre o processo de adequação dos produtos oferecidos pela XP Investimentos ao seu perfil de investidor, consulte o FAQ. As condições de mercado, mudanças climáticas e o cenário macroeconômico podem afetar o desempenho do investimento.</a:t>
            </a:r>
          </a:p>
          <a:p>
            <a:pPr marL="0" lvl="0" indent="0" algn="just">
              <a:lnSpc>
                <a:spcPts val="1000"/>
              </a:lnSpc>
              <a:buNone/>
            </a:pPr>
            <a:r>
              <a:rPr lang="pt-BR" sz="700" dirty="0">
                <a:solidFill>
                  <a:schemeClr val="accent6"/>
                </a:solidFill>
              </a:rPr>
              <a:t>8) A rentabilidade de produtos financeiros pode apresentar variações e seu preço ou valor pode aumentar ou diminuir num curto espaço de tempo. Os desempenhos anteriores não são necessariamente indicativos de resultados futuros. A rentabilidade divulgada não é líquida de impostos. As informações presentes neste material são baseadas em simulações e os resultados reais poderão ser significativamente diferentes. </a:t>
            </a:r>
          </a:p>
          <a:p>
            <a:pPr marL="0" lvl="0" indent="0" algn="just">
              <a:lnSpc>
                <a:spcPts val="1000"/>
              </a:lnSpc>
              <a:buNone/>
            </a:pPr>
            <a:r>
              <a:rPr lang="pt-BR" sz="700" dirty="0">
                <a:solidFill>
                  <a:schemeClr val="accent6"/>
                </a:solidFill>
              </a:rPr>
              <a:t>9) Este relatório é destinado à circulação exclusiva para a rede de relacionamento da XP Investimentos, incluindo agentes autônomos da XP e clientes da XP, podendo também ser divulgado no site da XP. Fica proibida sua reprodução ou redistribuição para qualquer pessoa, no todo ou em parte, qualquer que seja o propósito, sem o prévio consentimento expresso da XP Investimentos. </a:t>
            </a:r>
          </a:p>
          <a:p>
            <a:pPr marL="0" lvl="0" indent="0" algn="just">
              <a:lnSpc>
                <a:spcPts val="1000"/>
              </a:lnSpc>
              <a:buNone/>
            </a:pPr>
            <a:r>
              <a:rPr lang="pt-BR" sz="700" dirty="0">
                <a:solidFill>
                  <a:schemeClr val="accent6"/>
                </a:solidFill>
              </a:rPr>
              <a:t>10)SAC. 0800 77 20202. A Ouvidoria da XP Investimentos tem a missão de servir de canal de contato sempre que os clientes que não se sentirem satisfeitos com as soluções dadas pela empresa aos seus problemas. O contato pode ser realizado por meio do telefone: 0800 722 3710. </a:t>
            </a:r>
          </a:p>
          <a:p>
            <a:pPr marL="0" lvl="0" indent="0" algn="just">
              <a:lnSpc>
                <a:spcPts val="1000"/>
              </a:lnSpc>
              <a:buNone/>
            </a:pPr>
            <a:r>
              <a:rPr lang="pt-BR" sz="700" dirty="0">
                <a:solidFill>
                  <a:schemeClr val="accent6"/>
                </a:solidFill>
              </a:rPr>
              <a:t>11)O custo da operação e a política de cobrança estão definidos nas tabelas de custos operacionais disponibilizadas no site da XP Investimentos: </a:t>
            </a:r>
            <a:r>
              <a:rPr lang="pt-BR" sz="700" dirty="0" err="1">
                <a:solidFill>
                  <a:schemeClr val="accent6"/>
                </a:solidFill>
              </a:rPr>
              <a:t>www.xpi.com.br</a:t>
            </a:r>
            <a:r>
              <a:rPr lang="pt-BR" sz="700" dirty="0">
                <a:solidFill>
                  <a:schemeClr val="accent6"/>
                </a:solidFill>
              </a:rPr>
              <a:t>. </a:t>
            </a:r>
          </a:p>
          <a:p>
            <a:pPr marL="0" lvl="0" indent="0" algn="just">
              <a:lnSpc>
                <a:spcPts val="1000"/>
              </a:lnSpc>
              <a:buNone/>
            </a:pPr>
            <a:r>
              <a:rPr lang="pt-BR" sz="700" dirty="0">
                <a:solidFill>
                  <a:schemeClr val="accent6"/>
                </a:solidFill>
              </a:rPr>
              <a:t>12)A XP Investimentos se exime de qualquer responsabilidade por quaisquer prejuízos, diretos ou indiretos, que venham a decorrer da utilização deste relatório ou seu conteúdo. </a:t>
            </a:r>
          </a:p>
          <a:p>
            <a:pPr marL="0" lvl="0" indent="0" algn="just">
              <a:lnSpc>
                <a:spcPts val="1000"/>
              </a:lnSpc>
              <a:buNone/>
            </a:pPr>
            <a:r>
              <a:rPr lang="pt-BR" sz="700" dirty="0">
                <a:solidFill>
                  <a:schemeClr val="accent6"/>
                </a:solidFill>
              </a:rPr>
              <a:t>13) A Avaliação Técnica e a Avaliação de Fundamentos seguem diferentes metodologias de análise. A Análise Técnica é executada seguindo conceitos como tendência, suporte, resistência, </a:t>
            </a:r>
            <a:r>
              <a:rPr lang="pt-BR" sz="700" dirty="0" err="1">
                <a:solidFill>
                  <a:schemeClr val="accent6"/>
                </a:solidFill>
              </a:rPr>
              <a:t>candles</a:t>
            </a:r>
            <a:r>
              <a:rPr lang="pt-BR" sz="700" dirty="0">
                <a:solidFill>
                  <a:schemeClr val="accent6"/>
                </a:solidFill>
              </a:rPr>
              <a:t>, volumes, médias móveis entre outros. Já a Análise Fundamentalista utiliza como informação os resultados divulgados pelas companhias emissoras e suas projeções. Desta forma, as opiniões dos Analistas Fundamentalistas, que buscam os melhores retornos dadas as condições de mercado, o cenário macroeconômico e os eventos específicos da empresa e do setor, podem divergir das opiniões dos Analistas Técnicos, que visam identificar os movimentos mais prováveis dos preços dos ativos, com utilização de “</a:t>
            </a:r>
            <a:r>
              <a:rPr lang="pt-BR" sz="700" dirty="0" err="1">
                <a:solidFill>
                  <a:schemeClr val="accent6"/>
                </a:solidFill>
              </a:rPr>
              <a:t>stops</a:t>
            </a:r>
            <a:r>
              <a:rPr lang="pt-BR" sz="700" dirty="0">
                <a:solidFill>
                  <a:schemeClr val="accent6"/>
                </a:solidFill>
              </a:rPr>
              <a:t>” para limitar as possíveis perdas.  </a:t>
            </a:r>
          </a:p>
          <a:p>
            <a:pPr marL="0" lvl="0" indent="0" algn="just">
              <a:lnSpc>
                <a:spcPts val="1000"/>
              </a:lnSpc>
              <a:buNone/>
            </a:pPr>
            <a:r>
              <a:rPr lang="pt-BR" sz="700" dirty="0">
                <a:solidFill>
                  <a:schemeClr val="accent6"/>
                </a:solidFill>
              </a:rPr>
              <a:t>14) Ação é uma fração do capital de uma empresa que é negociada no mercado. É um título de renda variável, ou seja, um investimento no qual a rentabilidade não é preestabelecida, varia conforme as cotações de mercado. O investimento em ações é um investimento de alto risco e os desempenhos anteriores não são necessariamente indicativos de resultados futuros e nenhuma declaração ou garantia, de forma expressa ou implícita, é feita neste material em relação a desempenhos. As condições de mercado, o cenário macroeconômico, os eventos específicos da empresa e do setor podem afetar o desempenho do investimento, podendo resultar até mesmo em significativas perdas patrimoniais. A duração recomendada para o investimento é de médio-longo prazo. Não há quaisquer garantias sobre o patrimônio do cliente neste tipo de produto </a:t>
            </a:r>
          </a:p>
          <a:p>
            <a:pPr marL="0" lvl="0" indent="0" algn="just">
              <a:lnSpc>
                <a:spcPts val="1000"/>
              </a:lnSpc>
              <a:buNone/>
            </a:pPr>
            <a:r>
              <a:rPr lang="pt-BR" sz="700" dirty="0">
                <a:solidFill>
                  <a:schemeClr val="accent6"/>
                </a:solidFill>
              </a:rPr>
              <a:t>15)O investimento em opções é preferencialmente indicado para investidores de perfil agressivo, de acordo com a política de </a:t>
            </a:r>
            <a:r>
              <a:rPr lang="pt-BR" sz="700" dirty="0" err="1">
                <a:solidFill>
                  <a:schemeClr val="accent6"/>
                </a:solidFill>
              </a:rPr>
              <a:t>suitability</a:t>
            </a:r>
            <a:r>
              <a:rPr lang="pt-BR" sz="700" dirty="0">
                <a:solidFill>
                  <a:schemeClr val="accent6"/>
                </a:solidFill>
              </a:rPr>
              <a:t> praticada pela XP Investimentos. No mercado de opções, são negociados direitos de compra ou venda de um bem por preço fixado em data futura, devendo o adquirente do direito negociado pagar um prêmio ao vendedor tal como num acordo seguro. As operações com esses derivativos são consideradas de risco muito alto por apresentarem altas relações de risco e retorno e algumas posições apresentarem a possibilidade de perdas superiores ao capital investido. A duração recomendada para o investimento é de curto prazo e o patrimônio do cliente não está garantido neste tipo de produto.  </a:t>
            </a:r>
          </a:p>
          <a:p>
            <a:pPr marL="0" lvl="0" indent="0" algn="just">
              <a:lnSpc>
                <a:spcPts val="1000"/>
              </a:lnSpc>
              <a:buNone/>
            </a:pPr>
            <a:r>
              <a:rPr lang="pt-BR" sz="700" dirty="0">
                <a:solidFill>
                  <a:schemeClr val="accent6"/>
                </a:solidFill>
              </a:rPr>
              <a:t>16)O investimento em termos são contratos para compra ou a venda de uma determinada quantidade de ações, a um preço fixado, para liquidação em prazo determinado. O prazo do contrato a Termo é livremente escolhido pelos investidores, obedecendo o prazo mínimo de 16 dias e máximo de 999 dias corridos. O preço será o valor da ação adicionado de uma parcela correspondente aos juros – que são fixados livremente em mercado, em função do prazo do contrato. Toda transação a termo requer um depósito de garantia. Essas garantias são prestadas em duas formas: cobertura ou margem. </a:t>
            </a:r>
          </a:p>
          <a:p>
            <a:pPr marL="0" lvl="0" indent="0" algn="just">
              <a:lnSpc>
                <a:spcPts val="1000"/>
              </a:lnSpc>
              <a:buNone/>
            </a:pPr>
            <a:r>
              <a:rPr lang="pt-BR" sz="700" dirty="0">
                <a:solidFill>
                  <a:schemeClr val="accent6"/>
                </a:solidFill>
              </a:rPr>
              <a:t>17)O investimento em Mercados Futuros embute riscos de perdas patrimoniais significativos. Commodity é um objeto ou determinante de preço de um contrato futuro ou outro instrumento derivativo, podendo consubstanciar um índice, uma taxa, um valor mobiliário ou produto físico. É um investimento de risco muito alto, que contempla a possibilidade de oscilação de preço devido à utilização de alavancagem financeira. A duração recomendada para o investimento é de curto prazo e o patrimônio do cliente não está garantido neste tipo de produto. As condições de mercado, mudanças climáticas e o cenário macroeconômico podem afetar o desempenho do investimento. </a:t>
            </a:r>
          </a:p>
          <a:p>
            <a:pPr marL="0" lvl="0" indent="0" algn="just">
              <a:lnSpc>
                <a:spcPts val="1000"/>
              </a:lnSpc>
              <a:buNone/>
            </a:pPr>
            <a:r>
              <a:rPr lang="pt-BR" sz="700" dirty="0">
                <a:solidFill>
                  <a:schemeClr val="accent6"/>
                </a:solidFill>
              </a:rPr>
              <a:t>18)ESTA INSTITUIÇÃO É ADERENTE AO CÓDIGO ANBIMA DE REGULAÇÃO E MELHORES PRÁTICAS PARA ATIVIDADE DE DISTRIBUIÇÃO DE PRODUTOS DE INVESTIMENTO NO VAREJO. </a:t>
            </a:r>
          </a:p>
        </p:txBody>
      </p:sp>
    </p:spTree>
    <p:extLst>
      <p:ext uri="{BB962C8B-B14F-4D97-AF65-F5344CB8AC3E}">
        <p14:creationId xmlns:p14="http://schemas.microsoft.com/office/powerpoint/2010/main" val="427146259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echamento">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555320AD-2789-47B9-98B2-D6704CDC0DB4}"/>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28" name="Picture 27" descr="A picture containing dark, night sky&#10;&#10;Description automatically generated">
            <a:extLst>
              <a:ext uri="{FF2B5EF4-FFF2-40B4-BE49-F238E27FC236}">
                <a16:creationId xmlns:a16="http://schemas.microsoft.com/office/drawing/2014/main" id="{937A3FB1-8371-4550-879B-08570ED755BD}"/>
              </a:ext>
            </a:extLst>
          </p:cNvPr>
          <p:cNvPicPr>
            <a:picLocks noChangeAspect="1"/>
          </p:cNvPicPr>
          <p:nvPr userDrawn="1"/>
        </p:nvPicPr>
        <p:blipFill>
          <a:blip r:embed="rId2">
            <a:alphaModFix amt="81000"/>
          </a:blip>
          <a:stretch>
            <a:fillRect/>
          </a:stretch>
        </p:blipFill>
        <p:spPr>
          <a:xfrm>
            <a:off x="3446236" y="0"/>
            <a:ext cx="8745764" cy="6115050"/>
          </a:xfrm>
          <a:prstGeom prst="rect">
            <a:avLst/>
          </a:prstGeom>
        </p:spPr>
      </p:pic>
      <p:grpSp>
        <p:nvGrpSpPr>
          <p:cNvPr id="5" name="Group 4">
            <a:extLst>
              <a:ext uri="{FF2B5EF4-FFF2-40B4-BE49-F238E27FC236}">
                <a16:creationId xmlns:a16="http://schemas.microsoft.com/office/drawing/2014/main" id="{8344B5D1-A9AC-4599-84FD-4AA7F9C73C30}"/>
              </a:ext>
            </a:extLst>
          </p:cNvPr>
          <p:cNvGrpSpPr/>
          <p:nvPr userDrawn="1"/>
        </p:nvGrpSpPr>
        <p:grpSpPr>
          <a:xfrm>
            <a:off x="-1002" y="0"/>
            <a:ext cx="12193002" cy="6136211"/>
            <a:chOff x="-1486" y="-3020401"/>
            <a:chExt cx="18086753" cy="9102281"/>
          </a:xfrm>
        </p:grpSpPr>
        <p:cxnSp>
          <p:nvCxnSpPr>
            <p:cNvPr id="18" name="Straight Connector 17">
              <a:extLst>
                <a:ext uri="{FF2B5EF4-FFF2-40B4-BE49-F238E27FC236}">
                  <a16:creationId xmlns:a16="http://schemas.microsoft.com/office/drawing/2014/main" id="{43215B28-AC92-4E00-8FC2-571ACFB81F79}"/>
                </a:ext>
              </a:extLst>
            </p:cNvPr>
            <p:cNvCxnSpPr>
              <a:cxnSpLocks/>
            </p:cNvCxnSpPr>
            <p:nvPr userDrawn="1"/>
          </p:nvCxnSpPr>
          <p:spPr>
            <a:xfrm flipV="1">
              <a:off x="0" y="4522839"/>
              <a:ext cx="18085267"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4E47EB6-6FF8-40F8-BCAB-9714324D34FA}"/>
                </a:ext>
              </a:extLst>
            </p:cNvPr>
            <p:cNvCxnSpPr>
              <a:cxnSpLocks/>
            </p:cNvCxnSpPr>
            <p:nvPr userDrawn="1"/>
          </p:nvCxnSpPr>
          <p:spPr>
            <a:xfrm flipV="1">
              <a:off x="-1486" y="-3020401"/>
              <a:ext cx="8051753" cy="9102281"/>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sp>
        <p:nvSpPr>
          <p:cNvPr id="30" name="Freeform: Shape 29">
            <a:extLst>
              <a:ext uri="{FF2B5EF4-FFF2-40B4-BE49-F238E27FC236}">
                <a16:creationId xmlns:a16="http://schemas.microsoft.com/office/drawing/2014/main" id="{4632403F-4B9F-429E-9B25-0ECDFD42CF19}"/>
              </a:ext>
            </a:extLst>
          </p:cNvPr>
          <p:cNvSpPr/>
          <p:nvPr userDrawn="1"/>
        </p:nvSpPr>
        <p:spPr>
          <a:xfrm>
            <a:off x="5762123" y="3127829"/>
            <a:ext cx="667754" cy="602342"/>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pic>
        <p:nvPicPr>
          <p:cNvPr id="17" name="Graphic 16">
            <a:extLst>
              <a:ext uri="{FF2B5EF4-FFF2-40B4-BE49-F238E27FC236}">
                <a16:creationId xmlns:a16="http://schemas.microsoft.com/office/drawing/2014/main" id="{120D6684-9CB4-432C-84B7-4ABC08AE7CC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53750" y="6376921"/>
            <a:ext cx="924497" cy="213562"/>
          </a:xfrm>
          <a:prstGeom prst="rect">
            <a:avLst/>
          </a:prstGeom>
        </p:spPr>
      </p:pic>
    </p:spTree>
    <p:extLst>
      <p:ext uri="{BB962C8B-B14F-4D97-AF65-F5344CB8AC3E}">
        <p14:creationId xmlns:p14="http://schemas.microsoft.com/office/powerpoint/2010/main" val="42466231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0_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dirty="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dirty="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2023865"/>
            <a:ext cx="11518900" cy="2599105"/>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228251"/>
            <a:ext cx="11518900" cy="727550"/>
          </a:xfrm>
          <a:prstGeom prst="rect">
            <a:avLst/>
          </a:prstGeom>
          <a:solidFill>
            <a:schemeClr val="bg1">
              <a:lumMod val="95000"/>
            </a:schemeClr>
          </a:solidFill>
        </p:spPr>
        <p:txBody>
          <a:bodyPr vert="horz" lIns="36000" tIns="36000" rIns="36000" bIns="36000" rtlCol="0" anchor="t">
            <a:noAutofit/>
          </a:bodyPr>
          <a:lstStyle>
            <a:lvl1pPr algn="just">
              <a:lnSpc>
                <a:spcPct val="125000"/>
              </a:lnSpc>
              <a:spcBef>
                <a:spcPts val="600"/>
              </a:spcBef>
              <a:defRPr lang="pt-BR" sz="1000" b="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48" name="Espaço Reservado para Conteúdo 14">
            <a:extLst>
              <a:ext uri="{FF2B5EF4-FFF2-40B4-BE49-F238E27FC236}">
                <a16:creationId xmlns:a16="http://schemas.microsoft.com/office/drawing/2014/main" id="{DA54B840-534F-467E-BB75-F45BB972CB20}"/>
              </a:ext>
            </a:extLst>
          </p:cNvPr>
          <p:cNvSpPr>
            <a:spLocks noGrp="1"/>
          </p:cNvSpPr>
          <p:nvPr>
            <p:ph sz="quarter" idx="26"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0" name="Espaço Reservado para Conteúdo 14">
            <a:extLst>
              <a:ext uri="{FF2B5EF4-FFF2-40B4-BE49-F238E27FC236}">
                <a16:creationId xmlns:a16="http://schemas.microsoft.com/office/drawing/2014/main" id="{7A60C311-B580-4F1F-AAAE-CDD78FA5F66D}"/>
              </a:ext>
            </a:extLst>
          </p:cNvPr>
          <p:cNvSpPr>
            <a:spLocks noGrp="1"/>
          </p:cNvSpPr>
          <p:nvPr>
            <p:ph sz="quarter" idx="27"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dirty="0"/>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dirty="0"/>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dirty="0"/>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2 de julho de 2026</a:t>
            </a:fld>
            <a:endParaRPr lang="en-US" dirty="0"/>
          </a:p>
        </p:txBody>
      </p:sp>
    </p:spTree>
    <p:extLst>
      <p:ext uri="{BB962C8B-B14F-4D97-AF65-F5344CB8AC3E}">
        <p14:creationId xmlns:p14="http://schemas.microsoft.com/office/powerpoint/2010/main" val="410335345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01297E8A-BBDE-4293-90C7-131F45678E37}"/>
              </a:ext>
            </a:extLst>
          </p:cNvPr>
          <p:cNvGrpSpPr/>
          <p:nvPr userDrawn="1"/>
        </p:nvGrpSpPr>
        <p:grpSpPr>
          <a:xfrm>
            <a:off x="-954966" y="0"/>
            <a:ext cx="850185" cy="1861222"/>
            <a:chOff x="-954966" y="304355"/>
            <a:chExt cx="850185" cy="1861222"/>
          </a:xfrm>
        </p:grpSpPr>
        <p:sp>
          <p:nvSpPr>
            <p:cNvPr id="37" name="Retângulo 13">
              <a:extLst>
                <a:ext uri="{FF2B5EF4-FFF2-40B4-BE49-F238E27FC236}">
                  <a16:creationId xmlns:a16="http://schemas.microsoft.com/office/drawing/2014/main" id="{3AA95D09-E6E1-455E-A12A-0B7004FA5266}"/>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126 126 126</a:t>
              </a:r>
            </a:p>
          </p:txBody>
        </p:sp>
        <p:sp>
          <p:nvSpPr>
            <p:cNvPr id="38" name="Retângulo 14">
              <a:extLst>
                <a:ext uri="{FF2B5EF4-FFF2-40B4-BE49-F238E27FC236}">
                  <a16:creationId xmlns:a16="http://schemas.microsoft.com/office/drawing/2014/main" id="{F11F0483-491A-4BB4-9426-359C3667CEA5}"/>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255 188 0</a:t>
              </a:r>
            </a:p>
          </p:txBody>
        </p:sp>
        <p:sp>
          <p:nvSpPr>
            <p:cNvPr id="39" name="Retângulo 16">
              <a:extLst>
                <a:ext uri="{FF2B5EF4-FFF2-40B4-BE49-F238E27FC236}">
                  <a16:creationId xmlns:a16="http://schemas.microsoft.com/office/drawing/2014/main" id="{F132B67C-337F-4AD9-BDCC-DFFD7252F949}"/>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0 210 197</a:t>
              </a:r>
            </a:p>
          </p:txBody>
        </p:sp>
        <p:sp>
          <p:nvSpPr>
            <p:cNvPr id="40" name="Retângulo 18">
              <a:extLst>
                <a:ext uri="{FF2B5EF4-FFF2-40B4-BE49-F238E27FC236}">
                  <a16:creationId xmlns:a16="http://schemas.microsoft.com/office/drawing/2014/main" id="{FC03D85E-9A50-4C52-BEE1-98C62D9BC256}"/>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0 0 0</a:t>
              </a:r>
            </a:p>
          </p:txBody>
        </p:sp>
        <p:sp>
          <p:nvSpPr>
            <p:cNvPr id="41" name="Retângulo 19">
              <a:extLst>
                <a:ext uri="{FF2B5EF4-FFF2-40B4-BE49-F238E27FC236}">
                  <a16:creationId xmlns:a16="http://schemas.microsoft.com/office/drawing/2014/main" id="{311565C6-9EB7-4E68-9DA3-88F7E38F2249}"/>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50 52 54</a:t>
              </a:r>
            </a:p>
          </p:txBody>
        </p:sp>
        <p:sp>
          <p:nvSpPr>
            <p:cNvPr id="42" name="Retângulo 25">
              <a:extLst>
                <a:ext uri="{FF2B5EF4-FFF2-40B4-BE49-F238E27FC236}">
                  <a16:creationId xmlns:a16="http://schemas.microsoft.com/office/drawing/2014/main" id="{4098D990-3A3F-4006-8DF9-51A190E5F76D}"/>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900" b="1" dirty="0">
                  <a:latin typeface="Roboto" panose="02000000000000000000" pitchFamily="2" charset="0"/>
                  <a:ea typeface="Roboto" panose="02000000000000000000" pitchFamily="2" charset="0"/>
                  <a:cs typeface="Roboto" panose="02000000000000000000" pitchFamily="2" charset="0"/>
                </a:rPr>
                <a:t>64 64 64</a:t>
              </a:r>
            </a:p>
          </p:txBody>
        </p:sp>
      </p:grpSp>
      <p:sp>
        <p:nvSpPr>
          <p:cNvPr id="10" name="CaixaDeTexto 9">
            <a:extLst>
              <a:ext uri="{FF2B5EF4-FFF2-40B4-BE49-F238E27FC236}">
                <a16:creationId xmlns:a16="http://schemas.microsoft.com/office/drawing/2014/main" id="{814DD45A-D6F2-46EA-AA62-68E98F5F4987}"/>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8" name="Conector reto 7">
            <a:extLst>
              <a:ext uri="{FF2B5EF4-FFF2-40B4-BE49-F238E27FC236}">
                <a16:creationId xmlns:a16="http://schemas.microsoft.com/office/drawing/2014/main" id="{33FAAD83-C482-4B7E-8CB8-CB3E60BE9194}"/>
              </a:ext>
            </a:extLst>
          </p:cNvPr>
          <p:cNvCxnSpPr/>
          <p:nvPr userDrawn="1"/>
        </p:nvCxnSpPr>
        <p:spPr>
          <a:xfrm>
            <a:off x="0" y="6858000"/>
            <a:ext cx="12192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1D7C2553-B825-4B03-AF3B-B56FF4A570D3}"/>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dirty="0">
                <a:latin typeface="Roboto" panose="02000000000000000000" pitchFamily="2" charset="0"/>
                <a:ea typeface="Roboto" panose="02000000000000000000" pitchFamily="2" charset="0"/>
                <a:cs typeface="Roboto" panose="02000000000000000000" pitchFamily="2" charset="0"/>
              </a:rPr>
              <a:t>EQUITY RESEARCH</a:t>
            </a:r>
          </a:p>
        </p:txBody>
      </p:sp>
      <p:cxnSp>
        <p:nvCxnSpPr>
          <p:cNvPr id="33" name="Conector Reto 170">
            <a:extLst>
              <a:ext uri="{FF2B5EF4-FFF2-40B4-BE49-F238E27FC236}">
                <a16:creationId xmlns:a16="http://schemas.microsoft.com/office/drawing/2014/main" id="{F2D51BA9-75B3-4424-AA8F-E379994343EA}"/>
              </a:ext>
            </a:extLst>
          </p:cNvPr>
          <p:cNvCxnSpPr>
            <a:cxnSpLocks/>
          </p:cNvCxnSpPr>
          <p:nvPr userDrawn="1"/>
        </p:nvCxnSpPr>
        <p:spPr>
          <a:xfrm flipV="1">
            <a:off x="691991" y="6297167"/>
            <a:ext cx="0" cy="36504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2" name="Date Placeholder 1">
            <a:extLst>
              <a:ext uri="{FF2B5EF4-FFF2-40B4-BE49-F238E27FC236}">
                <a16:creationId xmlns:a16="http://schemas.microsoft.com/office/drawing/2014/main" id="{4B83431C-0473-4242-B64D-3953534562FB}"/>
              </a:ext>
            </a:extLst>
          </p:cNvPr>
          <p:cNvSpPr>
            <a:spLocks noGrp="1"/>
          </p:cNvSpPr>
          <p:nvPr userDrawn="1">
            <p:ph type="dt" sz="half" idx="2"/>
          </p:nvPr>
        </p:nvSpPr>
        <p:spPr>
          <a:xfrm>
            <a:off x="8709026" y="345645"/>
            <a:ext cx="3146424" cy="210546"/>
          </a:xfrm>
          <a:prstGeom prst="rect">
            <a:avLst/>
          </a:prstGeom>
        </p:spPr>
        <p:txBody>
          <a:bodyPr vert="horz" lIns="91440" tIns="45720" rIns="91440" bIns="45720" rtlCol="0" anchor="ctr"/>
          <a:lstStyle>
            <a:lvl1pPr algn="r">
              <a:defRPr sz="1100">
                <a:solidFill>
                  <a:schemeClr val="tx2"/>
                </a:solidFill>
                <a:latin typeface="+mn-lt"/>
                <a:ea typeface="Roboto Slab" pitchFamily="2" charset="0"/>
                <a:cs typeface="Roboto" panose="02000000000000000000" pitchFamily="2" charset="0"/>
              </a:defRPr>
            </a:lvl1pPr>
          </a:lstStyle>
          <a:p>
            <a:fld id="{5A4CF137-961F-40CC-9272-458A69979960}" type="datetime4">
              <a:rPr lang="pt-BR" smtClean="0"/>
              <a:pPr/>
              <a:t>2 de julho de 2026</a:t>
            </a:fld>
            <a:endParaRPr lang="en-US" dirty="0"/>
          </a:p>
        </p:txBody>
      </p:sp>
      <p:sp>
        <p:nvSpPr>
          <p:cNvPr id="15" name="Freeform: Shape 14">
            <a:extLst>
              <a:ext uri="{FF2B5EF4-FFF2-40B4-BE49-F238E27FC236}">
                <a16:creationId xmlns:a16="http://schemas.microsoft.com/office/drawing/2014/main" id="{2600E467-0AF0-45B5-9014-4BA6F4A1BFAB}"/>
              </a:ext>
            </a:extLst>
          </p:cNvPr>
          <p:cNvSpPr/>
          <p:nvPr userDrawn="1"/>
        </p:nvSpPr>
        <p:spPr>
          <a:xfrm>
            <a:off x="336550" y="635770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tx1"/>
          </a:solidFill>
          <a:ln w="6350" cap="flat">
            <a:noFill/>
            <a:prstDash val="solid"/>
            <a:miter/>
          </a:ln>
        </p:spPr>
        <p:txBody>
          <a:bodyPr rtlCol="0" anchor="ctr"/>
          <a:lstStyle/>
          <a:p>
            <a:endParaRPr lang="en-US"/>
          </a:p>
        </p:txBody>
      </p:sp>
      <p:sp>
        <p:nvSpPr>
          <p:cNvPr id="16" name="Espaço Reservado para Texto 6">
            <a:extLst>
              <a:ext uri="{FF2B5EF4-FFF2-40B4-BE49-F238E27FC236}">
                <a16:creationId xmlns:a16="http://schemas.microsoft.com/office/drawing/2014/main" id="{3A52104E-97DC-4B15-AED8-B82C6576670F}"/>
              </a:ext>
            </a:extLst>
          </p:cNvPr>
          <p:cNvSpPr txBox="1">
            <a:spLocks/>
          </p:cNvSpPr>
          <p:nvPr userDrawn="1"/>
        </p:nvSpPr>
        <p:spPr>
          <a:xfrm>
            <a:off x="8723310" y="567647"/>
            <a:ext cx="3132139" cy="142093"/>
          </a:xfrm>
          <a:prstGeom prst="rect">
            <a:avLst/>
          </a:prstGeom>
        </p:spPr>
        <p:txBody>
          <a:bodyPr vert="horz" lIns="0" tIns="0" rIns="0" bIns="0" rtlCol="0" anchor="t">
            <a:noAutofit/>
          </a:bodyPr>
          <a:lstStyle>
            <a:lvl1pPr marL="0" indent="0" algn="r" defTabSz="685808" rtl="0" eaLnBrk="1" latinLnBrk="0" hangingPunct="1">
              <a:lnSpc>
                <a:spcPct val="90000"/>
              </a:lnSpc>
              <a:spcBef>
                <a:spcPts val="751"/>
              </a:spcBef>
              <a:buFont typeface="Arial" panose="020B0604020202020204" pitchFamily="34" charset="0"/>
              <a:buNone/>
              <a:defRPr lang="pt-BR" sz="1200" b="0" kern="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sz="1100" dirty="0" err="1"/>
              <a:t>Estratégia</a:t>
            </a:r>
            <a:r>
              <a:rPr lang="en-US" sz="1100" dirty="0"/>
              <a:t> | </a:t>
            </a:r>
            <a:r>
              <a:rPr lang="en-US" sz="1100" dirty="0" err="1"/>
              <a:t>Carteira</a:t>
            </a:r>
            <a:r>
              <a:rPr lang="en-US" sz="1100" dirty="0"/>
              <a:t> XP</a:t>
            </a:r>
          </a:p>
        </p:txBody>
      </p:sp>
    </p:spTree>
    <p:extLst>
      <p:ext uri="{BB962C8B-B14F-4D97-AF65-F5344CB8AC3E}">
        <p14:creationId xmlns:p14="http://schemas.microsoft.com/office/powerpoint/2010/main" val="1777323005"/>
      </p:ext>
    </p:extLst>
  </p:cSld>
  <p:clrMap bg1="lt1" tx1="dk1" bg2="lt2" tx2="dk2" accent1="accent1" accent2="accent2" accent3="accent3" accent4="accent4" accent5="accent5" accent6="accent6" hlink="hlink" folHlink="folHlink"/>
  <p:sldLayoutIdLst>
    <p:sldLayoutId id="2147483940" r:id="rId1"/>
    <p:sldLayoutId id="2147483918" r:id="rId2"/>
    <p:sldLayoutId id="2147483920" r:id="rId3"/>
    <p:sldLayoutId id="2147483941" r:id="rId4"/>
    <p:sldLayoutId id="2147483953" r:id="rId5"/>
    <p:sldLayoutId id="2147483954" r:id="rId6"/>
    <p:sldLayoutId id="2147483955" r:id="rId7"/>
    <p:sldLayoutId id="2147483956" r:id="rId8"/>
    <p:sldLayoutId id="2147483957" r:id="rId9"/>
    <p:sldLayoutId id="2147483958" r:id="rId10"/>
    <p:sldLayoutId id="2147483959" r:id="rId11"/>
    <p:sldLayoutId id="2147483960" r:id="rId12"/>
    <p:sldLayoutId id="2147483961" r:id="rId13"/>
    <p:sldLayoutId id="2147483962" r:id="rId14"/>
    <p:sldLayoutId id="2147483963" r:id="rId15"/>
    <p:sldLayoutId id="2147483947" r:id="rId16"/>
    <p:sldLayoutId id="2147483948" r:id="rId17"/>
    <p:sldLayoutId id="2147483949" r:id="rId18"/>
    <p:sldLayoutId id="2147483950" r:id="rId19"/>
    <p:sldLayoutId id="2147483951" r:id="rId20"/>
    <p:sldLayoutId id="2147483944" r:id="rId21"/>
    <p:sldLayoutId id="2147483942" r:id="rId22"/>
    <p:sldLayoutId id="2147483943" r:id="rId23"/>
    <p:sldLayoutId id="2147483893" r:id="rId24"/>
    <p:sldLayoutId id="2147483952" r:id="rId25"/>
    <p:sldLayoutId id="2147483946" r:id="rId26"/>
    <p:sldLayoutId id="2147483965" r:id="rId27"/>
    <p:sldLayoutId id="2147483916" r:id="rId28"/>
    <p:sldLayoutId id="2147483964" r:id="rId29"/>
  </p:sldLayoutIdLst>
  <p:hf sldNum="0" hdr="0" ftr="0"/>
  <p:txStyles>
    <p:titleStyle>
      <a:lvl1pPr algn="l" defTabSz="685808" rtl="0" eaLnBrk="1" latinLnBrk="0" hangingPunct="1">
        <a:lnSpc>
          <a:spcPct val="90000"/>
        </a:lnSpc>
        <a:spcBef>
          <a:spcPct val="0"/>
        </a:spcBef>
        <a:buNone/>
        <a:defRPr sz="2251" b="0" kern="1200">
          <a:solidFill>
            <a:schemeClr val="tx1"/>
          </a:solidFill>
          <a:latin typeface="+mj-lt"/>
          <a:ea typeface="+mj-ea"/>
          <a:cs typeface="+mj-cs"/>
        </a:defRPr>
      </a:lvl1pPr>
    </p:titleStyle>
    <p:bodyStyle>
      <a:lvl1pPr marL="0" indent="0" algn="l" defTabSz="685808" rtl="0" eaLnBrk="1" latinLnBrk="0" hangingPunct="1">
        <a:lnSpc>
          <a:spcPct val="90000"/>
        </a:lnSpc>
        <a:spcBef>
          <a:spcPts val="751"/>
        </a:spcBef>
        <a:buFont typeface="Arial" panose="020B0604020202020204" pitchFamily="34" charset="0"/>
        <a:buNone/>
        <a:defRPr sz="1200" kern="1200">
          <a:solidFill>
            <a:schemeClr val="tx2"/>
          </a:solidFill>
          <a:latin typeface="+mn-lt"/>
          <a:ea typeface="+mn-ea"/>
          <a:cs typeface="+mn-cs"/>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pt-BR"/>
      </a:defPPr>
      <a:lvl1pPr marL="0" algn="l" defTabSz="685808" rtl="0" eaLnBrk="1" latinLnBrk="0" hangingPunct="1">
        <a:defRPr sz="1351" kern="1200">
          <a:solidFill>
            <a:schemeClr val="tx1"/>
          </a:solidFill>
          <a:latin typeface="+mn-lt"/>
          <a:ea typeface="+mn-ea"/>
          <a:cs typeface="+mn-cs"/>
        </a:defRPr>
      </a:lvl1pPr>
      <a:lvl2pPr marL="342905" algn="l" defTabSz="685808" rtl="0" eaLnBrk="1" latinLnBrk="0" hangingPunct="1">
        <a:defRPr sz="1351" kern="1200">
          <a:solidFill>
            <a:schemeClr val="tx1"/>
          </a:solidFill>
          <a:latin typeface="+mn-lt"/>
          <a:ea typeface="+mn-ea"/>
          <a:cs typeface="+mn-cs"/>
        </a:defRPr>
      </a:lvl2pPr>
      <a:lvl3pPr marL="685808" algn="l" defTabSz="685808" rtl="0" eaLnBrk="1" latinLnBrk="0" hangingPunct="1">
        <a:defRPr sz="1351" kern="1200">
          <a:solidFill>
            <a:schemeClr val="tx1"/>
          </a:solidFill>
          <a:latin typeface="+mn-lt"/>
          <a:ea typeface="+mn-ea"/>
          <a:cs typeface="+mn-cs"/>
        </a:defRPr>
      </a:lvl3pPr>
      <a:lvl4pPr marL="1028713" algn="l" defTabSz="685808" rtl="0" eaLnBrk="1" latinLnBrk="0" hangingPunct="1">
        <a:defRPr sz="1351" kern="1200">
          <a:solidFill>
            <a:schemeClr val="tx1"/>
          </a:solidFill>
          <a:latin typeface="+mn-lt"/>
          <a:ea typeface="+mn-ea"/>
          <a:cs typeface="+mn-cs"/>
        </a:defRPr>
      </a:lvl4pPr>
      <a:lvl5pPr marL="1371617" algn="l" defTabSz="685808" rtl="0" eaLnBrk="1" latinLnBrk="0" hangingPunct="1">
        <a:defRPr sz="1351" kern="1200">
          <a:solidFill>
            <a:schemeClr val="tx1"/>
          </a:solidFill>
          <a:latin typeface="+mn-lt"/>
          <a:ea typeface="+mn-ea"/>
          <a:cs typeface="+mn-cs"/>
        </a:defRPr>
      </a:lvl5pPr>
      <a:lvl6pPr marL="1714522" algn="l" defTabSz="685808" rtl="0" eaLnBrk="1" latinLnBrk="0" hangingPunct="1">
        <a:defRPr sz="1351" kern="1200">
          <a:solidFill>
            <a:schemeClr val="tx1"/>
          </a:solidFill>
          <a:latin typeface="+mn-lt"/>
          <a:ea typeface="+mn-ea"/>
          <a:cs typeface="+mn-cs"/>
        </a:defRPr>
      </a:lvl6pPr>
      <a:lvl7pPr marL="2057426" algn="l" defTabSz="685808" rtl="0" eaLnBrk="1" latinLnBrk="0" hangingPunct="1">
        <a:defRPr sz="1351" kern="1200">
          <a:solidFill>
            <a:schemeClr val="tx1"/>
          </a:solidFill>
          <a:latin typeface="+mn-lt"/>
          <a:ea typeface="+mn-ea"/>
          <a:cs typeface="+mn-cs"/>
        </a:defRPr>
      </a:lvl7pPr>
      <a:lvl8pPr marL="2400330" algn="l" defTabSz="685808" rtl="0" eaLnBrk="1" latinLnBrk="0" hangingPunct="1">
        <a:defRPr sz="1351" kern="1200">
          <a:solidFill>
            <a:schemeClr val="tx1"/>
          </a:solidFill>
          <a:latin typeface="+mn-lt"/>
          <a:ea typeface="+mn-ea"/>
          <a:cs typeface="+mn-cs"/>
        </a:defRPr>
      </a:lvl8pPr>
      <a:lvl9pPr marL="2743235" algn="l" defTabSz="685808" rtl="0" eaLnBrk="1" latinLnBrk="0" hangingPunct="1">
        <a:defRPr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93">
          <p15:clr>
            <a:srgbClr val="F26B43"/>
          </p15:clr>
        </p15:guide>
        <p15:guide id="2" pos="212">
          <p15:clr>
            <a:srgbClr val="F26B43"/>
          </p15:clr>
        </p15:guide>
        <p15:guide id="3" pos="7468">
          <p15:clr>
            <a:srgbClr val="F26B43"/>
          </p15:clr>
        </p15:guide>
        <p15:guide id="4" orient="horz" pos="2273" userDrawn="1">
          <p15:clr>
            <a:srgbClr val="F26B43"/>
          </p15:clr>
        </p15:guide>
        <p15:guide id="5" orient="horz" pos="73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hyperlink" Target="https://conteudos.xpi.com.br/acoes/petr4" TargetMode="External"/><Relationship Id="rId4" Type="http://schemas.openxmlformats.org/officeDocument/2006/relationships/hyperlink" Target="https://conteudos.xpi.com.br/acoes/CXSE3" TargetMode="External"/><Relationship Id="rId5" Type="http://schemas.openxmlformats.org/officeDocument/2006/relationships/hyperlink" Target="https://conteudos.xpi.com.br/acoes/VALE3" TargetMode="External"/><Relationship Id="rId6" Type="http://schemas.openxmlformats.org/officeDocument/2006/relationships/hyperlink" Target="https://conteudos.xpi.com.br/acoes/VIVT3" TargetMode="External"/><Relationship Id="rId7" Type="http://schemas.openxmlformats.org/officeDocument/2006/relationships/hyperlink" Target="https://conteudos.xpi.com.br/acoes/ALOS3" TargetMode="External"/><Relationship Id="rId8" Type="http://schemas.openxmlformats.org/officeDocument/2006/relationships/hyperlink" Target="https://conteudos.xpi.com.br/acoes/CSMG3" TargetMode="External"/><Relationship Id="rId9" Type="http://schemas.openxmlformats.org/officeDocument/2006/relationships/hyperlink" Target="https://conteudos.xpi.com.br/acoes/AXIA3" TargetMode="External"/><Relationship Id="rId10" Type="http://schemas.openxmlformats.org/officeDocument/2006/relationships/hyperlink" Target="https://conteudos.xpi.com.br/acoes/CPLE3" TargetMode="External"/><Relationship Id="rId11" Type="http://schemas.openxmlformats.org/officeDocument/2006/relationships/hyperlink" Target="https://conteudos.xpi.com.br/acoes/ITUB4" TargetMode="External"/><Relationship Id="rId12" Type="http://schemas.openxmlformats.org/officeDocument/2006/relationships/hyperlink" Target="https://conteudos.xpi.com.br/acoes/B3SA3" TargetMode="External"/><Relationship Id="rId13" Type="http://schemas.openxmlformats.org/officeDocument/2006/relationships/hyperlink" Target="https://conteudos.xpi.com.br/acoes/PETR4" TargetMode="External"/><Relationship Id="rId14" Type="http://schemas.openxmlformats.org/officeDocument/2006/relationships/hyperlink" Target="https://conteudos.xpi.com.br/acoes/PRIO3"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DB8F3800-DC2C-41BC-BE62-931306F18A56}"/>
              </a:ext>
            </a:extLst>
          </p:cNvPr>
          <p:cNvSpPr>
            <a:spLocks noGrp="1"/>
          </p:cNvSpPr>
          <p:nvPr>
            <p:ph type="body" sz="quarter" idx="16"/>
          </p:nvPr>
        </p:nvSpPr>
        <p:spPr/>
        <p:txBody>
          <a:bodyPr/>
          <a:lstStyle/>
          <a:p>
            <a:r>
              <a:rPr lang="en-US" sz="2400" b="1" dirty="0" err="1">
                <a:solidFill>
                  <a:srgbClr val="FFC709"/>
                </a:solidFill>
                <a:latin typeface="Roboto Light" panose="02000000000000000000" pitchFamily="2" charset="0"/>
                <a:ea typeface="Roboto Light" panose="02000000000000000000" pitchFamily="2" charset="0"/>
                <a:cs typeface="Roboto Light" panose="02000000000000000000" pitchFamily="2" charset="0"/>
              </a:rPr>
              <a:t>Carteira</a:t>
            </a:r>
            <a:r>
              <a:rPr lang="en-US" sz="2400" b="1" dirty="0">
                <a:solidFill>
                  <a:srgbClr val="FFC709"/>
                </a:solidFill>
                <a:latin typeface="Roboto Light" panose="02000000000000000000" pitchFamily="2" charset="0"/>
                <a:ea typeface="Roboto Light" panose="02000000000000000000" pitchFamily="2" charset="0"/>
                <a:cs typeface="Roboto Light" panose="02000000000000000000" pitchFamily="2" charset="0"/>
              </a:rPr>
              <a:t> Top </a:t>
            </a:r>
            <a:r>
              <a:rPr lang="en-US" b="1" dirty="0" err="1">
                <a:solidFill>
                  <a:srgbClr val="FFC709"/>
                </a:solidFill>
                <a:latin typeface="Roboto Light" panose="02000000000000000000" pitchFamily="2" charset="0"/>
                <a:ea typeface="Roboto Light" panose="02000000000000000000" pitchFamily="2" charset="0"/>
                <a:cs typeface="Roboto Light" panose="02000000000000000000" pitchFamily="2" charset="0"/>
              </a:rPr>
              <a:t>Dividendos</a:t>
            </a:r>
            <a:r>
              <a:rPr lang="en-US" b="1" dirty="0">
                <a:solidFill>
                  <a:srgbClr val="FFC709"/>
                </a:solidFill>
                <a:latin typeface="Roboto Light" panose="02000000000000000000" pitchFamily="2" charset="0"/>
                <a:ea typeface="Roboto Light" panose="02000000000000000000" pitchFamily="2" charset="0"/>
                <a:cs typeface="Roboto Light" panose="02000000000000000000" pitchFamily="2" charset="0"/>
              </a:rPr>
              <a:t> </a:t>
            </a:r>
            <a:r>
              <a:rPr lang="en-US" sz="2400" b="1" dirty="0">
                <a:solidFill>
                  <a:srgbClr val="FFC709"/>
                </a:solidFill>
                <a:latin typeface="Roboto Light" panose="02000000000000000000" pitchFamily="2" charset="0"/>
                <a:ea typeface="Roboto Light" panose="02000000000000000000" pitchFamily="2" charset="0"/>
                <a:cs typeface="Roboto Light" panose="02000000000000000000" pitchFamily="2" charset="0"/>
              </a:rPr>
              <a:t>XP</a:t>
            </a:r>
          </a:p>
        </p:txBody>
      </p:sp>
      <p:sp>
        <p:nvSpPr>
          <p:cNvPr id="4" name="Espaço Reservado para Conteúdo 3">
            <a:extLst>
              <a:ext uri="{FF2B5EF4-FFF2-40B4-BE49-F238E27FC236}">
                <a16:creationId xmlns:a16="http://schemas.microsoft.com/office/drawing/2014/main" id="{FB13B94D-26FF-4F8C-ADFA-72C7DAAF4D95}"/>
              </a:ext>
            </a:extLst>
          </p:cNvPr>
          <p:cNvSpPr>
            <a:spLocks noGrp="1"/>
          </p:cNvSpPr>
          <p:nvPr>
            <p:ph sz="quarter" idx="20"/>
          </p:nvPr>
        </p:nvSpPr>
        <p:spPr>
          <a:xfrm>
            <a:off x="328207" y="1648419"/>
            <a:ext cx="9468000" cy="847760"/>
          </a:xfrm>
        </p:spPr>
        <p:txBody>
          <a:bodyPr anchor="ctr"/>
          <a:lstStyle/>
          <a:p>
            <a:pPr defTabSz="914400">
              <a:lnSpc>
                <a:spcPct val="100000"/>
              </a:lnSpc>
              <a:defRPr/>
            </a:pPr>
            <a:r>
              <a:rPr lang="pt-BR" sz="900" b="1" dirty="0"/>
              <a:t xml:space="preserve">Estamos aumentando o peso de PETR4 de 10% para 12,5%, </a:t>
            </a:r>
            <a:r>
              <a:rPr lang="pt-BR" sz="900" dirty="0"/>
              <a:t xml:space="preserve">principalmente para elevar nossa exposição a Óleo &amp; Gás e reduzir a subalocação do portfólio frente ao Ibovespa. A Petrobras segue entre nossas principais preferências no setor e, em nossa visão, oferece uma das melhores relações entre risco e retorno no ambiente atual. </a:t>
            </a:r>
            <a:r>
              <a:rPr lang="pt-BR" sz="900" b="1" dirty="0"/>
              <a:t xml:space="preserve">Estamos aumentando ALOS3 de 7,5% para 10%, </a:t>
            </a:r>
            <a:r>
              <a:rPr lang="pt-BR" sz="900" dirty="0"/>
              <a:t xml:space="preserve">apoiados pelo múltiplo atrativo e pela maior visibilidade de retorno ao acionista. A companhia oferece retorno em dividendos de 13,1% em 2026E, o maior entre as operadoras de shopping da nossa cobertura, e negocia a 7,2x EV/EBITDA em 2027E. </a:t>
            </a:r>
            <a:r>
              <a:rPr lang="pt-BR" sz="900" b="1" dirty="0"/>
              <a:t>Estamos reduzindo o peso de ITUB4 de 15,0% para 10,0%.</a:t>
            </a:r>
            <a:r>
              <a:rPr lang="pt-BR" sz="900" dirty="0"/>
              <a:t xml:space="preserve"> Seguimos vendo o Itaú como um dos bancos mais bem posicionados para sustentar retornos acima dos pares e do próprio custo de capital. No entanto, diante de um cenário macroeconômico e de crédito mais desafiador, optamos por reduzir marginalmente a exposição ao papel.</a:t>
            </a:r>
            <a:endParaRPr lang="pt-BR" sz="900" b="1" dirty="0"/>
          </a:p>
        </p:txBody>
      </p:sp>
      <p:sp>
        <p:nvSpPr>
          <p:cNvPr id="5" name="Espaço Reservado para Data 4">
            <a:extLst>
              <a:ext uri="{FF2B5EF4-FFF2-40B4-BE49-F238E27FC236}">
                <a16:creationId xmlns:a16="http://schemas.microsoft.com/office/drawing/2014/main" id="{A351857F-E6D9-4751-A8F0-9CAA7E1C3ED9}"/>
              </a:ext>
            </a:extLst>
          </p:cNvPr>
          <p:cNvSpPr>
            <a:spLocks noGrp="1"/>
          </p:cNvSpPr>
          <p:nvPr>
            <p:ph type="dt" sz="half" idx="2"/>
          </p:nvPr>
        </p:nvSpPr>
        <p:spPr/>
        <p:txBody>
          <a:bodyPr/>
          <a:lstStyle/>
          <a:p>
            <a:fld id="{DEF07EAB-FF36-413A-9F9A-0AF5F3187EB1}" type="datetime4">
              <a:rPr lang="pt-BR" smtClean="0"/>
              <a:t>1 de setembro de 2026</a:t>
            </a:fld>
            <a:endParaRPr lang="en-US" dirty="0"/>
          </a:p>
        </p:txBody>
      </p:sp>
      <p:sp>
        <p:nvSpPr>
          <p:cNvPr id="6" name="Espaço Reservado para Texto 5">
            <a:extLst>
              <a:ext uri="{FF2B5EF4-FFF2-40B4-BE49-F238E27FC236}">
                <a16:creationId xmlns:a16="http://schemas.microsoft.com/office/drawing/2014/main" id="{538E29F0-599A-46C7-B1CE-B3B94B246029}"/>
              </a:ext>
            </a:extLst>
          </p:cNvPr>
          <p:cNvSpPr>
            <a:spLocks noGrp="1"/>
          </p:cNvSpPr>
          <p:nvPr>
            <p:ph type="body" sz="quarter" idx="24"/>
          </p:nvPr>
        </p:nvSpPr>
        <p:spPr>
          <a:xfrm>
            <a:off x="335997" y="1114386"/>
            <a:ext cx="11518900" cy="561332"/>
          </a:xfrm>
        </p:spPr>
        <p:txBody>
          <a:bodyPr/>
          <a:lstStyle/>
          <a:p>
            <a:r>
              <a:rPr lang="pt-BR" dirty="0"/>
              <a:t>Setembro 2026</a:t>
            </a:r>
          </a:p>
        </p:txBody>
      </p:sp>
      <p:sp>
        <p:nvSpPr>
          <p:cNvPr id="15" name="Espaço Reservado para Texto 14">
            <a:extLst>
              <a:ext uri="{FF2B5EF4-FFF2-40B4-BE49-F238E27FC236}">
                <a16:creationId xmlns:a16="http://schemas.microsoft.com/office/drawing/2014/main" id="{3C2B731F-7D27-44F7-A394-6B6577B20B40}"/>
              </a:ext>
            </a:extLst>
          </p:cNvPr>
          <p:cNvSpPr>
            <a:spLocks noGrp="1"/>
          </p:cNvSpPr>
          <p:nvPr>
            <p:ph type="body" sz="quarter" idx="17"/>
          </p:nvPr>
        </p:nvSpPr>
        <p:spPr/>
        <p:txBody>
          <a:bodyPr/>
          <a:lstStyle/>
          <a:p>
            <a:r>
              <a:rPr lang="pt-BR" sz="1800" dirty="0"/>
              <a:t>Aumentando PETR4 e ALOS3; reduzindo ITUB4</a:t>
            </a:r>
          </a:p>
        </p:txBody>
      </p:sp>
      <p:sp>
        <p:nvSpPr>
          <p:cNvPr id="16" name="Espaço Reservado para Texto 15">
            <a:extLst>
              <a:ext uri="{FF2B5EF4-FFF2-40B4-BE49-F238E27FC236}">
                <a16:creationId xmlns:a16="http://schemas.microsoft.com/office/drawing/2014/main" id="{07E0A3AD-562A-481D-87E7-55826769C801}"/>
              </a:ext>
            </a:extLst>
          </p:cNvPr>
          <p:cNvSpPr>
            <a:spLocks noGrp="1"/>
          </p:cNvSpPr>
          <p:nvPr>
            <p:ph type="body" sz="quarter" idx="19"/>
          </p:nvPr>
        </p:nvSpPr>
        <p:spPr/>
        <p:txBody>
          <a:bodyPr/>
          <a:lstStyle/>
          <a:p>
            <a:r>
              <a:rPr lang="en-US" sz="1100" dirty="0" err="1">
                <a:solidFill>
                  <a:schemeClr val="bg1"/>
                </a:solidFill>
                <a:latin typeface="Roboto Light" panose="02000000000000000000" pitchFamily="2" charset="0"/>
                <a:ea typeface="Roboto Light" panose="02000000000000000000" pitchFamily="2" charset="0"/>
                <a:cs typeface="Roboto" panose="02000000000000000000" pitchFamily="2" charset="0"/>
              </a:rPr>
              <a:t>Carteira</a:t>
            </a:r>
            <a:r>
              <a:rPr lang="en-US" sz="1100" dirty="0">
                <a:solidFill>
                  <a:schemeClr val="bg1"/>
                </a:solidFill>
                <a:latin typeface="Roboto Light" panose="02000000000000000000" pitchFamily="2" charset="0"/>
                <a:ea typeface="Roboto Light" panose="02000000000000000000" pitchFamily="2" charset="0"/>
                <a:cs typeface="Roboto" panose="02000000000000000000" pitchFamily="2" charset="0"/>
              </a:rPr>
              <a:t> Top </a:t>
            </a:r>
            <a:r>
              <a:rPr lang="en-US" sz="1100" dirty="0" err="1">
                <a:solidFill>
                  <a:schemeClr val="bg1"/>
                </a:solidFill>
                <a:latin typeface="Roboto Light" panose="02000000000000000000" pitchFamily="2" charset="0"/>
                <a:ea typeface="Roboto Light" panose="02000000000000000000" pitchFamily="2" charset="0"/>
                <a:cs typeface="Roboto" panose="02000000000000000000" pitchFamily="2" charset="0"/>
              </a:rPr>
              <a:t>Dividendos</a:t>
            </a:r>
            <a:r>
              <a:rPr lang="en-US" sz="1100" dirty="0">
                <a:solidFill>
                  <a:schemeClr val="bg1"/>
                </a:solidFill>
                <a:latin typeface="Roboto Light" panose="02000000000000000000" pitchFamily="2" charset="0"/>
                <a:ea typeface="Roboto Light" panose="02000000000000000000" pitchFamily="2" charset="0"/>
                <a:cs typeface="Roboto" panose="02000000000000000000" pitchFamily="2" charset="0"/>
              </a:rPr>
              <a:t> XP</a:t>
            </a:r>
            <a:endParaRPr lang="pt-BR" dirty="0"/>
          </a:p>
        </p:txBody>
      </p:sp>
      <p:sp>
        <p:nvSpPr>
          <p:cNvPr id="17" name="Espaço Reservado para Texto 16">
            <a:extLst>
              <a:ext uri="{FF2B5EF4-FFF2-40B4-BE49-F238E27FC236}">
                <a16:creationId xmlns:a16="http://schemas.microsoft.com/office/drawing/2014/main" id="{49730D53-63A4-4B5A-8DC4-10E3ECEA54FF}"/>
              </a:ext>
            </a:extLst>
          </p:cNvPr>
          <p:cNvSpPr>
            <a:spLocks noGrp="1"/>
          </p:cNvSpPr>
          <p:nvPr>
            <p:ph type="body" sz="quarter" idx="18"/>
          </p:nvPr>
        </p:nvSpPr>
        <p:spPr/>
        <p:txBody>
          <a:bodyPr/>
          <a:lstStyle/>
          <a:p>
            <a:r>
              <a:rPr lang="pt-BR" dirty="0"/>
              <a:t>Fonte: </a:t>
            </a:r>
            <a:r>
              <a:rPr lang="pt-BR" dirty="0" err="1"/>
              <a:t>Economatica</a:t>
            </a:r>
            <a:r>
              <a:rPr lang="pt-BR" dirty="0"/>
              <a:t> e XP </a:t>
            </a:r>
            <a:r>
              <a:rPr lang="pt-BR" dirty="0" err="1"/>
              <a:t>Research</a:t>
            </a:r>
            <a:r>
              <a:rPr lang="pt-BR" dirty="0"/>
              <a:t>. Retornos da carteira incluem dividendos. Dados até 31/08/2026. /  Sempre consulte seu assessor de investimentos</a:t>
            </a:r>
          </a:p>
        </p:txBody>
      </p:sp>
      <p:sp>
        <p:nvSpPr>
          <p:cNvPr id="18" name="Espaço Reservado para Conteúdo 17">
            <a:extLst>
              <a:ext uri="{FF2B5EF4-FFF2-40B4-BE49-F238E27FC236}">
                <a16:creationId xmlns:a16="http://schemas.microsoft.com/office/drawing/2014/main" id="{9181D4BA-DC19-4262-A9DC-127EB1BABEEB}"/>
              </a:ext>
            </a:extLst>
          </p:cNvPr>
          <p:cNvSpPr>
            <a:spLocks noGrp="1"/>
          </p:cNvSpPr>
          <p:nvPr>
            <p:ph sz="quarter" idx="42"/>
          </p:nvPr>
        </p:nvSpPr>
        <p:spPr>
          <a:xfrm>
            <a:off x="335998" y="2496179"/>
            <a:ext cx="9540000" cy="1540513"/>
          </a:xfrm>
        </p:spPr>
        <p:txBody>
          <a:bodyPr/>
          <a:lstStyle/>
          <a:p>
            <a:pPr algn="just">
              <a:lnSpc>
                <a:spcPct val="125000"/>
              </a:lnSpc>
              <a:spcBef>
                <a:spcPts val="600"/>
              </a:spcBef>
            </a:pPr>
            <a:r>
              <a:rPr lang="pt-BR" sz="1000" b="1" dirty="0">
                <a:latin typeface="Roboto Light" panose="02000000000000000000" pitchFamily="2" charset="0"/>
                <a:ea typeface="Roboto Light" panose="02000000000000000000" pitchFamily="2" charset="0"/>
              </a:rPr>
              <a:t>Nesta carteira, recomendamos papéis de empresas que oferecem perspectiva de distribuição contínua de lucro aos acionistas e qualidade de gestão</a:t>
            </a:r>
            <a:r>
              <a:rPr lang="pt-BR" sz="1000" dirty="0">
                <a:latin typeface="Roboto Light" panose="02000000000000000000" pitchFamily="2" charset="0"/>
                <a:ea typeface="Roboto Light" panose="02000000000000000000" pitchFamily="2" charset="0"/>
              </a:rPr>
              <a:t>. Os investimentos em ações com foco em dividendos podem ser interessantes para quem busca uma posição mais defensiva para a carteira ou quer receber um pagamento recorrente investindo em ações em estágio mais maduro. </a:t>
            </a:r>
          </a:p>
          <a:p>
            <a:pPr algn="just">
              <a:lnSpc>
                <a:spcPct val="125000"/>
              </a:lnSpc>
              <a:spcBef>
                <a:spcPts val="600"/>
              </a:spcBef>
            </a:pPr>
            <a:r>
              <a:rPr lang="pt-BR" sz="1000" b="1" dirty="0">
                <a:latin typeface="Roboto Light" panose="02000000000000000000" pitchFamily="2" charset="0"/>
                <a:ea typeface="Roboto Light" panose="02000000000000000000" pitchFamily="2" charset="0"/>
              </a:rPr>
              <a:t>Que tipos de empresas buscamos? </a:t>
            </a:r>
            <a:r>
              <a:rPr lang="pt-BR" sz="1000" dirty="0">
                <a:latin typeface="Roboto Light" panose="02000000000000000000" pitchFamily="2" charset="0"/>
                <a:ea typeface="Roboto Light" panose="02000000000000000000" pitchFamily="2" charset="0"/>
              </a:rPr>
              <a:t>As principais características dos papéis que compõem a carteira são: 1) perspectiva de pagamento consistente de dividendos; 2) </a:t>
            </a:r>
            <a:r>
              <a:rPr lang="pt-BR" sz="1000" i="1" dirty="0" err="1">
                <a:latin typeface="Roboto Light" panose="02000000000000000000" pitchFamily="2" charset="0"/>
                <a:ea typeface="Roboto Light" panose="02000000000000000000" pitchFamily="2" charset="0"/>
              </a:rPr>
              <a:t>dividend</a:t>
            </a:r>
            <a:r>
              <a:rPr lang="pt-BR" sz="1000" i="1" dirty="0">
                <a:latin typeface="Roboto Light" panose="02000000000000000000" pitchFamily="2" charset="0"/>
                <a:ea typeface="Roboto Light" panose="02000000000000000000" pitchFamily="2" charset="0"/>
              </a:rPr>
              <a:t> </a:t>
            </a:r>
            <a:r>
              <a:rPr lang="pt-BR" sz="1000" i="1" dirty="0" err="1">
                <a:latin typeface="Roboto Light" panose="02000000000000000000" pitchFamily="2" charset="0"/>
                <a:ea typeface="Roboto Light" panose="02000000000000000000" pitchFamily="2" charset="0"/>
              </a:rPr>
              <a:t>yield</a:t>
            </a:r>
            <a:r>
              <a:rPr lang="pt-BR" sz="1000" i="1" dirty="0">
                <a:latin typeface="Roboto Light" panose="02000000000000000000" pitchFamily="2" charset="0"/>
                <a:ea typeface="Roboto Light" panose="02000000000000000000" pitchFamily="2" charset="0"/>
              </a:rPr>
              <a:t> </a:t>
            </a:r>
            <a:r>
              <a:rPr lang="pt-BR" sz="1000" dirty="0">
                <a:latin typeface="Roboto Light" panose="02000000000000000000" pitchFamily="2" charset="0"/>
                <a:ea typeface="Roboto Light" panose="02000000000000000000" pitchFamily="2" charset="0"/>
              </a:rPr>
              <a:t>atrativo, ou seja, que paguem um atrativo rendimento sobre o valor investido na compra das ações; 3) gestão de qualidade e sólido modelo de negócios; e 4) natureza mais defensiva. </a:t>
            </a:r>
          </a:p>
          <a:p>
            <a:pPr algn="just">
              <a:lnSpc>
                <a:spcPct val="125000"/>
              </a:lnSpc>
              <a:spcBef>
                <a:spcPts val="600"/>
              </a:spcBef>
            </a:pPr>
            <a:r>
              <a:rPr lang="pt-BR" sz="1000" b="1" dirty="0">
                <a:latin typeface="Roboto Light" panose="02000000000000000000" pitchFamily="2" charset="0"/>
                <a:ea typeface="Roboto Light" panose="02000000000000000000" pitchFamily="2" charset="0"/>
              </a:rPr>
              <a:t xml:space="preserve">Desempenho. </a:t>
            </a:r>
            <a:r>
              <a:rPr lang="pt-BR" sz="1000" dirty="0">
                <a:latin typeface="Roboto Light" panose="02000000000000000000" pitchFamily="2" charset="0"/>
                <a:ea typeface="Roboto Light" panose="02000000000000000000" pitchFamily="2" charset="0"/>
              </a:rPr>
              <a:t>Em agosto, a carteira teve retorno de -0,9%, vs. -0,3% do Ibovespa. Desde o início da carteira, ela subiu 332,8% vs. 143,8% do índice.</a:t>
            </a:r>
            <a:endParaRPr lang="pt-BR" dirty="0"/>
          </a:p>
        </p:txBody>
      </p:sp>
      <p:cxnSp>
        <p:nvCxnSpPr>
          <p:cNvPr id="25" name="Straight Connector 24">
            <a:extLst>
              <a:ext uri="{FF2B5EF4-FFF2-40B4-BE49-F238E27FC236}">
                <a16:creationId xmlns:a16="http://schemas.microsoft.com/office/drawing/2014/main" id="{A998183D-86CA-4665-9E6C-99F562E3167F}"/>
              </a:ext>
            </a:extLst>
          </p:cNvPr>
          <p:cNvCxnSpPr>
            <a:cxnSpLocks/>
          </p:cNvCxnSpPr>
          <p:nvPr/>
        </p:nvCxnSpPr>
        <p:spPr>
          <a:xfrm>
            <a:off x="9897108" y="1512325"/>
            <a:ext cx="0" cy="4788294"/>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Content Placeholder 1">
            <a:extLst>
              <a:ext uri="{FF2B5EF4-FFF2-40B4-BE49-F238E27FC236}">
                <a16:creationId xmlns:a16="http://schemas.microsoft.com/office/drawing/2014/main" id="{5E30EA56-FE1A-43A3-8879-92E308006E1E}"/>
              </a:ext>
            </a:extLst>
          </p:cNvPr>
          <p:cNvSpPr>
            <a:spLocks noGrp="1"/>
          </p:cNvSpPr>
          <p:nvPr>
            <p:ph sz="quarter" idx="22"/>
          </p:nvPr>
        </p:nvSpPr>
        <p:spPr>
          <a:xfrm>
            <a:off x="10008081" y="1598719"/>
            <a:ext cx="1914195" cy="299657"/>
          </a:xfrm>
        </p:spPr>
        <p:txBody>
          <a:bodyPr/>
          <a:lstStyle/>
          <a:p>
            <a:r>
              <a:rPr lang="en-US" sz="1200" b="1" dirty="0">
                <a:solidFill>
                  <a:schemeClr val="bg2">
                    <a:lumMod val="25000"/>
                  </a:schemeClr>
                </a:solidFill>
                <a:latin typeface="Roboto Light" panose="02000000000000000000" pitchFamily="2" charset="0"/>
                <a:ea typeface="Roboto Light" panose="02000000000000000000" pitchFamily="2" charset="0"/>
                <a:cs typeface="Roboto Medium" panose="02000000000000000000" pitchFamily="2" charset="0"/>
              </a:rPr>
              <a:t>Fernando Ferreira</a:t>
            </a:r>
          </a:p>
        </p:txBody>
      </p:sp>
      <p:sp>
        <p:nvSpPr>
          <p:cNvPr id="36" name="Content Placeholder 7">
            <a:extLst>
              <a:ext uri="{FF2B5EF4-FFF2-40B4-BE49-F238E27FC236}">
                <a16:creationId xmlns:a16="http://schemas.microsoft.com/office/drawing/2014/main" id="{B46D56BD-F3F6-4361-BD93-444409D2FF7E}"/>
              </a:ext>
            </a:extLst>
          </p:cNvPr>
          <p:cNvSpPr>
            <a:spLocks noGrp="1"/>
          </p:cNvSpPr>
          <p:nvPr>
            <p:ph sz="quarter" idx="25"/>
          </p:nvPr>
        </p:nvSpPr>
        <p:spPr>
          <a:xfrm>
            <a:off x="10008082" y="1813488"/>
            <a:ext cx="2122958" cy="299659"/>
          </a:xfrm>
        </p:spPr>
        <p:txBody>
          <a:bodyPr/>
          <a:lstStyle/>
          <a:p>
            <a:r>
              <a:rPr lang="en-US" sz="1000" dirty="0" err="1">
                <a:solidFill>
                  <a:schemeClr val="accent6"/>
                </a:solidFill>
                <a:latin typeface="Roboto Light" panose="02000000000000000000" pitchFamily="2" charset="0"/>
                <a:ea typeface="Roboto Light" panose="02000000000000000000" pitchFamily="2" charset="0"/>
                <a:cs typeface="Roboto Medium" panose="02000000000000000000" pitchFamily="2" charset="0"/>
              </a:rPr>
              <a:t>Estrategista-Chefe</a:t>
            </a:r>
            <a:r>
              <a:rPr lang="en-US" sz="1000" dirty="0">
                <a:solidFill>
                  <a:schemeClr val="accent6"/>
                </a:solidFill>
                <a:latin typeface="Roboto Light" panose="02000000000000000000" pitchFamily="2" charset="0"/>
                <a:ea typeface="Roboto Light" panose="02000000000000000000" pitchFamily="2" charset="0"/>
                <a:cs typeface="Roboto Medium" panose="02000000000000000000" pitchFamily="2" charset="0"/>
              </a:rPr>
              <a:t> e Head do Research</a:t>
            </a:r>
          </a:p>
        </p:txBody>
      </p:sp>
      <p:sp>
        <p:nvSpPr>
          <p:cNvPr id="38" name="Content Placeholder 9">
            <a:extLst>
              <a:ext uri="{FF2B5EF4-FFF2-40B4-BE49-F238E27FC236}">
                <a16:creationId xmlns:a16="http://schemas.microsoft.com/office/drawing/2014/main" id="{B0FF2A93-54E6-4AD5-A01E-BE06D4F6D65B}"/>
              </a:ext>
            </a:extLst>
          </p:cNvPr>
          <p:cNvSpPr>
            <a:spLocks noGrp="1"/>
          </p:cNvSpPr>
          <p:nvPr>
            <p:ph sz="quarter" idx="27"/>
          </p:nvPr>
        </p:nvSpPr>
        <p:spPr>
          <a:xfrm>
            <a:off x="10008081" y="2192583"/>
            <a:ext cx="1914195" cy="184666"/>
          </a:xfrm>
        </p:spPr>
        <p:txBody>
          <a:bodyPr/>
          <a:lstStyle/>
          <a:p>
            <a:r>
              <a:rPr lang="en-US" dirty="0">
                <a:solidFill>
                  <a:schemeClr val="bg2">
                    <a:lumMod val="25000"/>
                  </a:schemeClr>
                </a:solidFill>
                <a:cs typeface="Roboto Medium" panose="02000000000000000000" pitchFamily="2" charset="0"/>
              </a:rPr>
              <a:t>Raphael Figueredo</a:t>
            </a:r>
            <a:endParaRPr lang="en-US" dirty="0"/>
          </a:p>
        </p:txBody>
      </p:sp>
      <p:sp>
        <p:nvSpPr>
          <p:cNvPr id="39" name="Content Placeholder 10">
            <a:extLst>
              <a:ext uri="{FF2B5EF4-FFF2-40B4-BE49-F238E27FC236}">
                <a16:creationId xmlns:a16="http://schemas.microsoft.com/office/drawing/2014/main" id="{B55145B5-0428-400E-B896-5AB220409E8D}"/>
              </a:ext>
            </a:extLst>
          </p:cNvPr>
          <p:cNvSpPr>
            <a:spLocks noGrp="1"/>
          </p:cNvSpPr>
          <p:nvPr>
            <p:ph sz="quarter" idx="28"/>
          </p:nvPr>
        </p:nvSpPr>
        <p:spPr>
          <a:xfrm>
            <a:off x="10008081" y="2430531"/>
            <a:ext cx="1914195" cy="153888"/>
          </a:xfrm>
        </p:spPr>
        <p:txBody>
          <a:bodyPr/>
          <a:lstStyle/>
          <a:p>
            <a:r>
              <a:rPr lang="en-US" sz="1000" dirty="0" err="1">
                <a:solidFill>
                  <a:schemeClr val="accent6"/>
                </a:solidFill>
                <a:latin typeface="Roboto Light" panose="02000000000000000000" pitchFamily="2" charset="0"/>
                <a:ea typeface="Roboto Light" panose="02000000000000000000" pitchFamily="2" charset="0"/>
                <a:cs typeface="Roboto Medium" panose="02000000000000000000" pitchFamily="2" charset="0"/>
              </a:rPr>
              <a:t>Estrategista</a:t>
            </a:r>
            <a:r>
              <a:rPr lang="en-US" sz="1000" dirty="0">
                <a:solidFill>
                  <a:schemeClr val="accent6"/>
                </a:solidFill>
                <a:latin typeface="Roboto Light" panose="02000000000000000000" pitchFamily="2" charset="0"/>
                <a:ea typeface="Roboto Light" panose="02000000000000000000" pitchFamily="2" charset="0"/>
                <a:cs typeface="Roboto Medium" panose="02000000000000000000" pitchFamily="2" charset="0"/>
              </a:rPr>
              <a:t> de </a:t>
            </a:r>
            <a:r>
              <a:rPr lang="en-US" sz="1000" dirty="0" err="1">
                <a:solidFill>
                  <a:schemeClr val="accent6"/>
                </a:solidFill>
                <a:latin typeface="Roboto Light" panose="02000000000000000000" pitchFamily="2" charset="0"/>
                <a:ea typeface="Roboto Light" panose="02000000000000000000" pitchFamily="2" charset="0"/>
                <a:cs typeface="Roboto Medium" panose="02000000000000000000" pitchFamily="2" charset="0"/>
              </a:rPr>
              <a:t>Ações</a:t>
            </a:r>
            <a:endParaRPr lang="en-US" dirty="0"/>
          </a:p>
        </p:txBody>
      </p:sp>
      <p:sp>
        <p:nvSpPr>
          <p:cNvPr id="10" name="Content Placeholder 9">
            <a:extLst>
              <a:ext uri="{FF2B5EF4-FFF2-40B4-BE49-F238E27FC236}">
                <a16:creationId xmlns:a16="http://schemas.microsoft.com/office/drawing/2014/main" id="{E6AF46F8-2CC9-A2E4-3432-73EF65998DEE}"/>
              </a:ext>
            </a:extLst>
          </p:cNvPr>
          <p:cNvSpPr txBox="1">
            <a:spLocks/>
          </p:cNvSpPr>
          <p:nvPr/>
        </p:nvSpPr>
        <p:spPr>
          <a:xfrm>
            <a:off x="10008081" y="3184957"/>
            <a:ext cx="1914195" cy="184666"/>
          </a:xfrm>
          <a:prstGeom prst="rect">
            <a:avLst/>
          </a:prstGeom>
        </p:spPr>
        <p:txBody>
          <a:bodyPr lIns="0" tIns="0" rIns="0" bIns="0">
            <a:spAutoFit/>
          </a:bodyPr>
          <a:lstStyle>
            <a:lvl1pPr marL="0" indent="0" algn="l" defTabSz="685808" rtl="0" eaLnBrk="1" latinLnBrk="0" hangingPunct="1">
              <a:lnSpc>
                <a:spcPct val="100000"/>
              </a:lnSpc>
              <a:spcBef>
                <a:spcPts val="0"/>
              </a:spcBef>
              <a:buFont typeface="Arial" panose="020B0604020202020204" pitchFamily="34" charset="0"/>
              <a:buNone/>
              <a:defRPr sz="1200" b="1"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dirty="0">
                <a:solidFill>
                  <a:schemeClr val="bg2">
                    <a:lumMod val="25000"/>
                  </a:schemeClr>
                </a:solidFill>
                <a:cs typeface="Roboto Medium" panose="02000000000000000000" pitchFamily="2" charset="0"/>
              </a:rPr>
              <a:t>Research XP</a:t>
            </a:r>
          </a:p>
        </p:txBody>
      </p:sp>
      <p:sp>
        <p:nvSpPr>
          <p:cNvPr id="9" name="Content Placeholder 9">
            <a:extLst>
              <a:ext uri="{FF2B5EF4-FFF2-40B4-BE49-F238E27FC236}">
                <a16:creationId xmlns:a16="http://schemas.microsoft.com/office/drawing/2014/main" id="{F4898418-B9C3-87C3-6424-D90648EC9E18}"/>
              </a:ext>
            </a:extLst>
          </p:cNvPr>
          <p:cNvSpPr txBox="1">
            <a:spLocks/>
          </p:cNvSpPr>
          <p:nvPr/>
        </p:nvSpPr>
        <p:spPr>
          <a:xfrm>
            <a:off x="10013464" y="2658028"/>
            <a:ext cx="1914195" cy="184666"/>
          </a:xfrm>
          <a:prstGeom prst="rect">
            <a:avLst/>
          </a:prstGeom>
        </p:spPr>
        <p:txBody>
          <a:bodyPr lIns="0" tIns="0" rIns="0" bIns="0">
            <a:spAutoFit/>
          </a:bodyPr>
          <a:lstStyle>
            <a:lvl1pPr marL="0" indent="0" algn="l" defTabSz="685808" rtl="0" eaLnBrk="1" latinLnBrk="0" hangingPunct="1">
              <a:lnSpc>
                <a:spcPct val="100000"/>
              </a:lnSpc>
              <a:spcBef>
                <a:spcPts val="0"/>
              </a:spcBef>
              <a:buFont typeface="Arial" panose="020B0604020202020204" pitchFamily="34" charset="0"/>
              <a:buNone/>
              <a:defRPr sz="1200" b="1"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dirty="0">
                <a:solidFill>
                  <a:schemeClr val="bg2">
                    <a:lumMod val="25000"/>
                  </a:schemeClr>
                </a:solidFill>
                <a:cs typeface="Roboto Medium" panose="02000000000000000000" pitchFamily="2" charset="0"/>
              </a:rPr>
              <a:t>Caio Souza</a:t>
            </a:r>
          </a:p>
        </p:txBody>
      </p:sp>
      <p:sp>
        <p:nvSpPr>
          <p:cNvPr id="11" name="Content Placeholder 10">
            <a:extLst>
              <a:ext uri="{FF2B5EF4-FFF2-40B4-BE49-F238E27FC236}">
                <a16:creationId xmlns:a16="http://schemas.microsoft.com/office/drawing/2014/main" id="{DB945C80-1F59-B2EB-275A-5B894F9E66D2}"/>
              </a:ext>
            </a:extLst>
          </p:cNvPr>
          <p:cNvSpPr txBox="1">
            <a:spLocks/>
          </p:cNvSpPr>
          <p:nvPr/>
        </p:nvSpPr>
        <p:spPr>
          <a:xfrm>
            <a:off x="10013464" y="2864344"/>
            <a:ext cx="1914195" cy="307777"/>
          </a:xfrm>
          <a:prstGeom prst="rect">
            <a:avLst/>
          </a:prstGeom>
        </p:spPr>
        <p:txBody>
          <a:bodyPr lIns="0" tIns="0" rIns="0" bIns="0">
            <a:spAutoFit/>
          </a:bodyPr>
          <a:lstStyle>
            <a:lvl1pPr marL="0" indent="0" algn="l" defTabSz="685808" rtl="0" eaLnBrk="1" latinLnBrk="0" hangingPunct="1">
              <a:lnSpc>
                <a:spcPct val="100000"/>
              </a:lnSpc>
              <a:spcBef>
                <a:spcPts val="0"/>
              </a:spcBef>
              <a:buFont typeface="Arial" panose="020B0604020202020204" pitchFamily="34" charset="0"/>
              <a:buNone/>
              <a:defRPr sz="1000" b="0" kern="120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gn="l" defTabSz="685808" rtl="0" eaLnBrk="1" latinLnBrk="0" hangingPunct="1">
              <a:lnSpc>
                <a:spcPct val="100000"/>
              </a:lnSpc>
              <a:spcBef>
                <a:spcPts val="900"/>
              </a:spcBef>
              <a:buFont typeface="Arial" panose="020B0604020202020204" pitchFamily="34" charset="0"/>
              <a:buChar char="•"/>
              <a:defRPr sz="825" b="0" kern="1200">
                <a:solidFill>
                  <a:schemeClr val="accent6"/>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accent6"/>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accent6"/>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a:cs typeface="Roboto Medium" panose="02000000000000000000" pitchFamily="2" charset="0"/>
              </a:rPr>
              <a:t>Estrategista de Ações</a:t>
            </a:r>
          </a:p>
          <a:p>
            <a:endParaRPr lang="en-US" dirty="0"/>
          </a:p>
        </p:txBody>
      </p:sp>
      <p:graphicFrame>
        <p:nvGraphicFramePr>
          <p:cNvPr id="7" name="Table 6">
            <a:extLst>
              <a:ext uri="{FF2B5EF4-FFF2-40B4-BE49-F238E27FC236}">
                <a16:creationId xmlns:a16="http://schemas.microsoft.com/office/drawing/2014/main" id="{98F661F2-47F7-9975-F754-F172F06A597F}"/>
              </a:ext>
            </a:extLst>
          </p:cNvPr>
          <p:cNvGraphicFramePr>
            <a:graphicFrameLocks noGrp="1"/>
          </p:cNvGraphicFramePr>
          <p:nvPr>
            <p:extLst>
              <p:ext uri="{D42A27DB-BD31-4B8C-83A1-F6EECF244321}">
                <p14:modId xmlns:p14="http://schemas.microsoft.com/office/powerpoint/2010/main" val="3102187540"/>
              </p:ext>
            </p:extLst>
          </p:nvPr>
        </p:nvGraphicFramePr>
        <p:xfrm>
          <a:off x="335996" y="4132710"/>
          <a:ext cx="9378453" cy="2079669"/>
        </p:xfrm>
        <a:graphic>
          <a:graphicData uri="http://schemas.openxmlformats.org/drawingml/2006/table">
            <a:tbl>
              <a:tblPr/>
              <a:tblGrid>
                <a:gridCol w="1283940">
                  <a:extLst>
                    <a:ext uri="{9D8B030D-6E8A-4147-A177-3AD203B41FA5}">
                      <a16:colId xmlns:a16="http://schemas.microsoft.com/office/drawing/2014/main" val="1216499081"/>
                    </a:ext>
                  </a:extLst>
                </a:gridCol>
                <a:gridCol w="1331437">
                  <a:extLst>
                    <a:ext uri="{9D8B030D-6E8A-4147-A177-3AD203B41FA5}">
                      <a16:colId xmlns:a16="http://schemas.microsoft.com/office/drawing/2014/main" val="3053083988"/>
                    </a:ext>
                  </a:extLst>
                </a:gridCol>
                <a:gridCol w="1176619">
                  <a:extLst>
                    <a:ext uri="{9D8B030D-6E8A-4147-A177-3AD203B41FA5}">
                      <a16:colId xmlns:a16="http://schemas.microsoft.com/office/drawing/2014/main" val="2934630418"/>
                    </a:ext>
                  </a:extLst>
                </a:gridCol>
                <a:gridCol w="1182661">
                  <a:extLst>
                    <a:ext uri="{9D8B030D-6E8A-4147-A177-3AD203B41FA5}">
                      <a16:colId xmlns:a16="http://schemas.microsoft.com/office/drawing/2014/main" val="3855130753"/>
                    </a:ext>
                  </a:extLst>
                </a:gridCol>
                <a:gridCol w="1325397">
                  <a:extLst>
                    <a:ext uri="{9D8B030D-6E8A-4147-A177-3AD203B41FA5}">
                      <a16:colId xmlns:a16="http://schemas.microsoft.com/office/drawing/2014/main" val="1643946384"/>
                    </a:ext>
                  </a:extLst>
                </a:gridCol>
                <a:gridCol w="665719">
                  <a:extLst>
                    <a:ext uri="{9D8B030D-6E8A-4147-A177-3AD203B41FA5}">
                      <a16:colId xmlns:a16="http://schemas.microsoft.com/office/drawing/2014/main" val="748486272"/>
                    </a:ext>
                  </a:extLst>
                </a:gridCol>
                <a:gridCol w="712164">
                  <a:extLst>
                    <a:ext uri="{9D8B030D-6E8A-4147-A177-3AD203B41FA5}">
                      <a16:colId xmlns:a16="http://schemas.microsoft.com/office/drawing/2014/main" val="2848341973"/>
                    </a:ext>
                  </a:extLst>
                </a:gridCol>
                <a:gridCol w="756846">
                  <a:extLst>
                    <a:ext uri="{9D8B030D-6E8A-4147-A177-3AD203B41FA5}">
                      <a16:colId xmlns:a16="http://schemas.microsoft.com/office/drawing/2014/main" val="3659687211"/>
                    </a:ext>
                  </a:extLst>
                </a:gridCol>
                <a:gridCol w="943670">
                  <a:extLst>
                    <a:ext uri="{9D8B030D-6E8A-4147-A177-3AD203B41FA5}">
                      <a16:colId xmlns:a16="http://schemas.microsoft.com/office/drawing/2014/main" val="1298667220"/>
                    </a:ext>
                  </a:extLst>
                </a:gridCol>
              </a:tblGrid>
              <a:tr h="410073">
                <a:tc>
                  <a:txBody>
                    <a:bodyPr/>
                    <a:lstStyle/>
                    <a:p>
                      <a:pPr algn="ctr" fontAlgn="ctr">
                        <a:buNone/>
                      </a:pPr>
                      <a:r>
                        <a:rPr lang="pt-BR" sz="800" b="1" i="0" u="none" strike="noStrike" dirty="0">
                          <a:solidFill>
                            <a:srgbClr val="000000"/>
                          </a:solidFill>
                          <a:effectLst/>
                          <a:latin typeface="Roboto Light" panose="02000000000000000000" pitchFamily="2" charset="0"/>
                        </a:rPr>
                        <a:t>Segmento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Setor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Peso do setor (Ibovespa)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dirty="0">
                          <a:solidFill>
                            <a:srgbClr val="000000"/>
                          </a:solidFill>
                          <a:effectLst/>
                          <a:latin typeface="Roboto Light" panose="02000000000000000000" pitchFamily="2" charset="0"/>
                        </a:rPr>
                        <a:t>Peso do setor (Carteira)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dirty="0">
                          <a:solidFill>
                            <a:srgbClr val="000000"/>
                          </a:solidFill>
                          <a:effectLst/>
                          <a:latin typeface="Roboto Light" panose="02000000000000000000" pitchFamily="2" charset="0"/>
                        </a:rPr>
                        <a:t>Companhia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Ticker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Peso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Rating</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800" b="1" i="0" u="none" strike="noStrike">
                          <a:solidFill>
                            <a:srgbClr val="000000"/>
                          </a:solidFill>
                          <a:effectLst/>
                          <a:latin typeface="Roboto Light" panose="02000000000000000000" pitchFamily="2" charset="0"/>
                        </a:rPr>
                        <a:t>Preço-Alvo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extLst>
                  <a:ext uri="{0D108BD9-81ED-4DB2-BD59-A6C34878D82A}">
                    <a16:rowId xmlns:a16="http://schemas.microsoft.com/office/drawing/2014/main" val="3515110352"/>
                  </a:ext>
                </a:extLst>
              </a:tr>
              <a:tr h="139947">
                <a:tc rowSpan="3">
                  <a:txBody>
                    <a:bodyPr/>
                    <a:lstStyle/>
                    <a:p>
                      <a:pPr algn="ctr" fontAlgn="ctr">
                        <a:buNone/>
                      </a:pPr>
                      <a:r>
                        <a:rPr lang="pt-BR" sz="800" b="0" i="0" u="none" strike="noStrike" dirty="0">
                          <a:solidFill>
                            <a:srgbClr val="000000"/>
                          </a:solidFill>
                          <a:effectLst/>
                          <a:latin typeface="Roboto Light" panose="02000000000000000000" pitchFamily="2" charset="0"/>
                        </a:rPr>
                        <a:t>Commodities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800" b="0" i="0" u="none" strike="noStrike">
                          <a:solidFill>
                            <a:srgbClr val="000000"/>
                          </a:solidFill>
                          <a:effectLst/>
                          <a:latin typeface="Roboto Light" panose="02000000000000000000" pitchFamily="2" charset="0"/>
                        </a:rPr>
                        <a:t>Energia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800" b="0" i="0" u="none" strike="noStrike">
                          <a:solidFill>
                            <a:srgbClr val="000000"/>
                          </a:solidFill>
                          <a:effectLst/>
                          <a:latin typeface="Roboto Light" panose="02000000000000000000" pitchFamily="2" charset="0"/>
                        </a:rPr>
                        <a:t>18,1%</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2">
                  <a:txBody>
                    <a:bodyPr/>
                    <a:lstStyle/>
                    <a:p>
                      <a:pPr algn="ctr" fontAlgn="ctr">
                        <a:buNone/>
                      </a:pPr>
                      <a:r>
                        <a:rPr lang="pt-BR" sz="800" b="0" i="0" u="none" strike="noStrike">
                          <a:solidFill>
                            <a:srgbClr val="000000"/>
                          </a:solidFill>
                          <a:effectLst/>
                          <a:latin typeface="Roboto Light" panose="02000000000000000000" pitchFamily="2" charset="0"/>
                        </a:rPr>
                        <a:t>17,5%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Petrobras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PETR4</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12,5%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R$ 63,00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101944352"/>
                  </a:ext>
                </a:extLst>
              </a:tr>
              <a:tr h="139947">
                <a:tc vMerge="1">
                  <a:txBody>
                    <a:bodyPr/>
                    <a:lstStyle/>
                    <a:p>
                      <a:pPr algn="ctr" fontAlgn="ctr">
                        <a:buNone/>
                      </a:pPr>
                      <a:r>
                        <a:rPr lang="pt-BR" sz="800" b="0" i="0" u="none" strike="noStrike" dirty="0">
                          <a:solidFill>
                            <a:srgbClr val="000000"/>
                          </a:solidFill>
                          <a:effectLst/>
                          <a:latin typeface="Roboto Light" panose="02000000000000000000" pitchFamily="2" charset="0"/>
                        </a:rPr>
                        <a:t>Commodities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Energia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18,1%</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17,5%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PRIO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PRIO3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R$ 78,00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676226754"/>
                  </a:ext>
                </a:extLst>
              </a:tr>
              <a:tr h="139947">
                <a:tc vMerge="1">
                  <a:txBody>
                    <a:bodyPr/>
                    <a:lstStyle/>
                    <a:p>
                      <a:pPr algn="ctr" fontAlgn="ctr">
                        <a:buNone/>
                      </a:pPr>
                      <a:r>
                        <a:rPr lang="pt-BR" sz="800" b="0" i="0" u="none" strike="noStrike" dirty="0">
                          <a:solidFill>
                            <a:srgbClr val="000000"/>
                          </a:solidFill>
                          <a:effectLst/>
                          <a:latin typeface="Roboto Light" panose="02000000000000000000" pitchFamily="2" charset="0"/>
                        </a:rPr>
                        <a:t>Commodities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Materiais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15,8%</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12,5%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Vale</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VALE3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12,5%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Neutro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R$ 85,00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644352778"/>
                  </a:ext>
                </a:extLst>
              </a:tr>
              <a:tr h="139947">
                <a:tc rowSpan="2">
                  <a:txBody>
                    <a:bodyPr/>
                    <a:lstStyle/>
                    <a:p>
                      <a:pPr algn="ctr" fontAlgn="ctr">
                        <a:buNone/>
                      </a:pPr>
                      <a:r>
                        <a:rPr lang="pt-BR" sz="800" b="0" i="0" u="none" strike="noStrike" dirty="0">
                          <a:solidFill>
                            <a:srgbClr val="000000"/>
                          </a:solidFill>
                          <a:effectLst/>
                          <a:latin typeface="Roboto Light" panose="02000000000000000000" pitchFamily="2" charset="0"/>
                        </a:rPr>
                        <a:t>Cíclicas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Comunicações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Telefônica Brasil</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VIVT3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R$ 43,00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57703962"/>
                  </a:ext>
                </a:extLst>
              </a:tr>
              <a:tr h="139947">
                <a:tc vMerge="1">
                  <a:txBody>
                    <a:bodyPr/>
                    <a:lstStyle/>
                    <a:p>
                      <a:pPr algn="ctr" fontAlgn="ctr">
                        <a:buNone/>
                      </a:pPr>
                      <a:r>
                        <a:rPr lang="pt-BR" sz="800" b="0" i="0" u="none" strike="noStrike" dirty="0">
                          <a:solidFill>
                            <a:srgbClr val="000000"/>
                          </a:solidFill>
                          <a:effectLst/>
                          <a:latin typeface="Roboto Light" panose="02000000000000000000" pitchFamily="2" charset="0"/>
                        </a:rPr>
                        <a:t>Cíclicas Domésticas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Imobiliário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1,8%</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Allos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ALOS3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R$ 38,00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105941871"/>
                  </a:ext>
                </a:extLst>
              </a:tr>
              <a:tr h="139947">
                <a:tc rowSpan="3">
                  <a:txBody>
                    <a:bodyPr/>
                    <a:lstStyle/>
                    <a:p>
                      <a:pPr algn="ctr" fontAlgn="ctr">
                        <a:buNone/>
                      </a:pPr>
                      <a:r>
                        <a:rPr lang="pt-BR" sz="800" b="0" i="0" u="none" strike="noStrike" dirty="0">
                          <a:solidFill>
                            <a:srgbClr val="000000"/>
                          </a:solidFill>
                          <a:effectLst/>
                          <a:latin typeface="Roboto Light" panose="02000000000000000000" pitchFamily="2" charset="0"/>
                        </a:rPr>
                        <a:t>Defensivas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ctr" fontAlgn="ctr">
                        <a:buNone/>
                      </a:pPr>
                      <a:r>
                        <a:rPr lang="pt-BR" sz="800" b="0" i="0" u="none" strike="noStrike">
                          <a:solidFill>
                            <a:srgbClr val="000000"/>
                          </a:solidFill>
                          <a:effectLst/>
                          <a:latin typeface="Roboto Light" panose="02000000000000000000" pitchFamily="2" charset="0"/>
                        </a:rPr>
                        <a:t>Utilidade Pública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ctr" fontAlgn="ctr">
                        <a:buNone/>
                      </a:pPr>
                      <a:r>
                        <a:rPr lang="pt-BR" sz="800" b="0" i="0" u="none" strike="noStrike">
                          <a:solidFill>
                            <a:srgbClr val="000000"/>
                          </a:solidFill>
                          <a:effectLst/>
                          <a:latin typeface="Roboto Light" panose="02000000000000000000" pitchFamily="2" charset="0"/>
                        </a:rPr>
                        <a:t>17,6%</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ctr" fontAlgn="ctr">
                        <a:buNone/>
                      </a:pPr>
                      <a:r>
                        <a:rPr lang="pt-BR" sz="800" b="0" i="0" u="none" strike="noStrike">
                          <a:solidFill>
                            <a:srgbClr val="000000"/>
                          </a:solidFill>
                          <a:effectLst/>
                          <a:latin typeface="Roboto Light" panose="02000000000000000000" pitchFamily="2" charset="0"/>
                        </a:rPr>
                        <a:t>30,0%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Copasa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CSMG3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R$ 88,32</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812654275"/>
                  </a:ext>
                </a:extLst>
              </a:tr>
              <a:tr h="139947">
                <a:tc vMerge="1">
                  <a:txBody>
                    <a:bodyPr/>
                    <a:lstStyle/>
                    <a:p>
                      <a:pPr algn="ctr" fontAlgn="ctr">
                        <a:buNone/>
                      </a:pPr>
                      <a:r>
                        <a:rPr lang="pt-BR" sz="800" b="0" i="0" u="none" strike="noStrike" dirty="0">
                          <a:solidFill>
                            <a:srgbClr val="000000"/>
                          </a:solidFill>
                          <a:effectLst/>
                          <a:latin typeface="Roboto Light" panose="02000000000000000000" pitchFamily="2" charset="0"/>
                        </a:rPr>
                        <a:t>Defensivas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Utilidade Pública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17,6%</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30,0%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Axia Energia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AXIA3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12,5%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R$ 63,32</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493363285"/>
                  </a:ext>
                </a:extLst>
              </a:tr>
              <a:tr h="139947">
                <a:tc vMerge="1">
                  <a:txBody>
                    <a:bodyPr/>
                    <a:lstStyle/>
                    <a:p>
                      <a:pPr algn="ctr" fontAlgn="ctr">
                        <a:buNone/>
                      </a:pPr>
                      <a:r>
                        <a:rPr lang="pt-BR" sz="800" b="0" i="0" u="none" strike="noStrike" dirty="0">
                          <a:solidFill>
                            <a:srgbClr val="000000"/>
                          </a:solidFill>
                          <a:effectLst/>
                          <a:latin typeface="Roboto Light" panose="02000000000000000000" pitchFamily="2" charset="0"/>
                        </a:rPr>
                        <a:t>Defensivas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Utilidade Pública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17,6%</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30,0%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Copel</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CPLE3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R$ 19,87</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617036827"/>
                  </a:ext>
                </a:extLst>
              </a:tr>
              <a:tr h="139947">
                <a:tc rowSpan="3">
                  <a:txBody>
                    <a:bodyPr/>
                    <a:lstStyle/>
                    <a:p>
                      <a:pPr algn="ctr" fontAlgn="ctr">
                        <a:buNone/>
                      </a:pPr>
                      <a:r>
                        <a:rPr lang="pt-BR" sz="800" b="0" i="0" u="none" strike="noStrike" dirty="0">
                          <a:solidFill>
                            <a:srgbClr val="000000"/>
                          </a:solidFill>
                          <a:effectLst/>
                          <a:latin typeface="Roboto Light" panose="02000000000000000000"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ctr" fontAlgn="ctr">
                        <a:buNone/>
                      </a:pPr>
                      <a:r>
                        <a:rPr lang="pt-BR" sz="800" b="0" i="0" u="none" strike="noStrike">
                          <a:solidFill>
                            <a:srgbClr val="000000"/>
                          </a:solidFill>
                          <a:effectLst/>
                          <a:latin typeface="Roboto Light" panose="02000000000000000000"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ctr" fontAlgn="ctr">
                        <a:buNone/>
                      </a:pPr>
                      <a:r>
                        <a:rPr lang="pt-BR" sz="800" b="0" i="0" u="none" strike="noStrike">
                          <a:solidFill>
                            <a:srgbClr val="000000"/>
                          </a:solidFill>
                          <a:effectLst/>
                          <a:latin typeface="Roboto Light" panose="02000000000000000000" pitchFamily="2" charset="0"/>
                        </a:rPr>
                        <a:t>26,7%</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rowSpan="3">
                  <a:txBody>
                    <a:bodyPr/>
                    <a:lstStyle/>
                    <a:p>
                      <a:pPr algn="ctr" fontAlgn="ctr">
                        <a:buNone/>
                      </a:pPr>
                      <a:r>
                        <a:rPr lang="pt-BR" sz="800" b="0" i="0" u="none" strike="noStrike">
                          <a:solidFill>
                            <a:srgbClr val="000000"/>
                          </a:solidFill>
                          <a:effectLst/>
                          <a:latin typeface="Roboto Light" panose="02000000000000000000" pitchFamily="2" charset="0"/>
                        </a:rPr>
                        <a:t>25,0%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Itaú Unibanco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ITUB4</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R$ 50,00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4042379207"/>
                  </a:ext>
                </a:extLst>
              </a:tr>
              <a:tr h="139947">
                <a:tc vMerge="1">
                  <a:txBody>
                    <a:bodyPr/>
                    <a:lstStyle/>
                    <a:p>
                      <a:pPr algn="ctr" fontAlgn="ctr">
                        <a:buNone/>
                      </a:pPr>
                      <a:r>
                        <a:rPr lang="pt-BR" sz="800" b="0" i="0" u="none" strike="noStrike" dirty="0">
                          <a:solidFill>
                            <a:srgbClr val="000000"/>
                          </a:solidFill>
                          <a:effectLst/>
                          <a:latin typeface="Roboto Light" panose="02000000000000000000"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26,7%</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25,0%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B3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B3SA3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Neutro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R$ 16,00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4176199622"/>
                  </a:ext>
                </a:extLst>
              </a:tr>
              <a:tr h="139947">
                <a:tc vMerge="1">
                  <a:txBody>
                    <a:bodyPr/>
                    <a:lstStyle/>
                    <a:p>
                      <a:pPr algn="ctr" fontAlgn="ctr">
                        <a:buNone/>
                      </a:pPr>
                      <a:r>
                        <a:rPr lang="pt-BR" sz="800" b="0" i="0" u="none" strike="noStrike" dirty="0">
                          <a:solidFill>
                            <a:srgbClr val="000000"/>
                          </a:solidFill>
                          <a:effectLst/>
                          <a:latin typeface="Roboto Light" panose="02000000000000000000"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26,7%</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vMerge="1">
                  <a:txBody>
                    <a:bodyPr/>
                    <a:lstStyle/>
                    <a:p>
                      <a:pPr algn="ctr" fontAlgn="ctr">
                        <a:buNone/>
                      </a:pPr>
                      <a:r>
                        <a:rPr lang="pt-BR" sz="800" b="0" i="0" u="none" strike="noStrike">
                          <a:solidFill>
                            <a:srgbClr val="000000"/>
                          </a:solidFill>
                          <a:effectLst/>
                          <a:latin typeface="Roboto Light" panose="02000000000000000000" pitchFamily="2" charset="0"/>
                        </a:rPr>
                        <a:t>25,0%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Caixa Seguridade</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CXSE3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Compra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R$ 20,00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676226754"/>
                  </a:ext>
                </a:extLst>
              </a:tr>
            </a:tbl>
          </a:graphicData>
        </a:graphic>
      </p:graphicFrame>
    </p:spTree>
    <p:extLst>
      <p:ext uri="{BB962C8B-B14F-4D97-AF65-F5344CB8AC3E}">
        <p14:creationId xmlns:p14="http://schemas.microsoft.com/office/powerpoint/2010/main" val="39755467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71F2E3B-5CB4-4876-9A9D-2E97C1D73457}"/>
              </a:ext>
            </a:extLst>
          </p:cNvPr>
          <p:cNvSpPr>
            <a:spLocks noGrp="1"/>
          </p:cNvSpPr>
          <p:nvPr>
            <p:ph type="body" sz="quarter" idx="18"/>
          </p:nvPr>
        </p:nvSpPr>
        <p:spPr/>
        <p:txBody>
          <a:bodyPr/>
          <a:lstStyle/>
          <a:p>
            <a:r>
              <a:rPr lang="pt-BR" dirty="0"/>
              <a:t>Fonte: XP </a:t>
            </a:r>
            <a:r>
              <a:rPr lang="pt-BR" dirty="0" err="1"/>
              <a:t>Research</a:t>
            </a:r>
            <a:r>
              <a:rPr lang="pt-BR" dirty="0"/>
              <a:t>. /  Sempre consulte seu assessor de investimentos</a:t>
            </a:r>
            <a:endParaRPr lang="en-US" dirty="0"/>
          </a:p>
        </p:txBody>
      </p:sp>
      <p:sp>
        <p:nvSpPr>
          <p:cNvPr id="4" name="Text Placeholder 3">
            <a:extLst>
              <a:ext uri="{FF2B5EF4-FFF2-40B4-BE49-F238E27FC236}">
                <a16:creationId xmlns:a16="http://schemas.microsoft.com/office/drawing/2014/main" id="{0E873E02-4DFC-4684-A7B1-0ACA827741DD}"/>
              </a:ext>
            </a:extLst>
          </p:cNvPr>
          <p:cNvSpPr>
            <a:spLocks noGrp="1"/>
          </p:cNvSpPr>
          <p:nvPr>
            <p:ph type="body" sz="quarter" idx="24"/>
          </p:nvPr>
        </p:nvSpPr>
        <p:spPr>
          <a:xfrm>
            <a:off x="336001" y="1288975"/>
            <a:ext cx="11518900" cy="1050188"/>
          </a:xfrm>
        </p:spPr>
        <p:txBody>
          <a:bodyPr anchor="ctr"/>
          <a:lstStyle/>
          <a:p>
            <a:pPr>
              <a:lnSpc>
                <a:spcPct val="100000"/>
              </a:lnSpc>
            </a:pPr>
            <a:r>
              <a:rPr lang="pt-BR" b="1" dirty="0"/>
              <a:t xml:space="preserve">Estamos aumentando o peso de PETR4 de 10% para 12,5%, </a:t>
            </a:r>
            <a:r>
              <a:rPr lang="pt-BR" dirty="0"/>
              <a:t xml:space="preserve">principalmente para elevar nossa exposição a Óleo &amp; Gás e reduzir a subalocação do portfólio frente ao Ibovespa. A Petrobras segue entre nossas principais preferências no setor e, em nossa visão, oferece uma das melhores relações entre risco e retorno no ambiente atual. </a:t>
            </a:r>
            <a:r>
              <a:rPr lang="pt-BR" b="1" dirty="0"/>
              <a:t xml:space="preserve">Estamos aumentando ALOS3 de 7,5% para 10%, </a:t>
            </a:r>
            <a:r>
              <a:rPr lang="pt-BR" dirty="0"/>
              <a:t xml:space="preserve">apoiados pelo múltiplo atrativo e pela maior visibilidade de retorno ao acionista. A companhia oferece retorno em dividendos de 13,1% em 2026E, o maior entre as operadoras de shopping da nossa cobertura, e negocia a 7,2x EV/EBITDA em 2027E. </a:t>
            </a:r>
            <a:r>
              <a:rPr lang="pt-BR" b="1" dirty="0"/>
              <a:t>Estamos reduzindo o peso de ITUB4 de 15,0% para 10,0%.</a:t>
            </a:r>
            <a:r>
              <a:rPr lang="pt-BR" dirty="0"/>
              <a:t xml:space="preserve"> Seguimos vendo o Itaú como um dos bancos mais bem posicionados para sustentar retornos acima dos pares e do próprio custo de capital. No entanto, diante de um cenário macroeconômico e de crédito mais desafiador, optamos por reduzir marginalmente a exposição ao papel.</a:t>
            </a:r>
            <a:endParaRPr lang="pt-BR" b="1" dirty="0"/>
          </a:p>
        </p:txBody>
      </p:sp>
      <p:sp>
        <p:nvSpPr>
          <p:cNvPr id="6" name="Text Placeholder 5">
            <a:extLst>
              <a:ext uri="{FF2B5EF4-FFF2-40B4-BE49-F238E27FC236}">
                <a16:creationId xmlns:a16="http://schemas.microsoft.com/office/drawing/2014/main" id="{49500B37-A2A4-4707-B6A1-04E221FED814}"/>
              </a:ext>
            </a:extLst>
          </p:cNvPr>
          <p:cNvSpPr>
            <a:spLocks noGrp="1"/>
          </p:cNvSpPr>
          <p:nvPr>
            <p:ph type="body" sz="quarter" idx="16"/>
          </p:nvPr>
        </p:nvSpPr>
        <p:spPr/>
        <p:txBody>
          <a:bodyPr/>
          <a:lstStyle/>
          <a:p>
            <a:r>
              <a:rPr lang="pt-BR" dirty="0"/>
              <a:t>Mudanças na carteira</a:t>
            </a:r>
            <a:endParaRPr lang="en-US" dirty="0"/>
          </a:p>
        </p:txBody>
      </p:sp>
      <p:sp>
        <p:nvSpPr>
          <p:cNvPr id="7" name="Text Placeholder 11">
            <a:extLst>
              <a:ext uri="{FF2B5EF4-FFF2-40B4-BE49-F238E27FC236}">
                <a16:creationId xmlns:a16="http://schemas.microsoft.com/office/drawing/2014/main" id="{714FDD09-8B65-6219-3820-1A4112A02F4C}"/>
              </a:ext>
            </a:extLst>
          </p:cNvPr>
          <p:cNvSpPr>
            <a:spLocks noGrp="1"/>
          </p:cNvSpPr>
          <p:nvPr>
            <p:ph type="body" sz="quarter" idx="17"/>
          </p:nvPr>
        </p:nvSpPr>
        <p:spPr/>
        <p:txBody>
          <a:bodyPr vert="horz" lIns="0" tIns="45720" rIns="91440" bIns="45720" rtlCol="0" anchor="t">
            <a:noAutofit/>
          </a:bodyPr>
          <a:lstStyle/>
          <a:p>
            <a:r>
              <a:rPr lang="pt-BR" dirty="0"/>
              <a:t>Aumentando PETR4 e ALOS3; reduzindo ITUB4</a:t>
            </a:r>
          </a:p>
        </p:txBody>
      </p:sp>
      <p:sp>
        <p:nvSpPr>
          <p:cNvPr id="13" name="Date Placeholder 12">
            <a:extLst>
              <a:ext uri="{FF2B5EF4-FFF2-40B4-BE49-F238E27FC236}">
                <a16:creationId xmlns:a16="http://schemas.microsoft.com/office/drawing/2014/main" id="{3A753C05-1A33-464E-BAEE-6D30BF729186}"/>
              </a:ext>
            </a:extLst>
          </p:cNvPr>
          <p:cNvSpPr>
            <a:spLocks noGrp="1"/>
          </p:cNvSpPr>
          <p:nvPr>
            <p:ph type="dt" sz="half" idx="2"/>
          </p:nvPr>
        </p:nvSpPr>
        <p:spPr/>
        <p:txBody>
          <a:bodyPr/>
          <a:lstStyle/>
          <a:p>
            <a:fld id="{A6844A8F-C80F-444C-AD01-359786A22A4E}" type="datetime4">
              <a:rPr lang="pt-BR" smtClean="0"/>
              <a:pPr/>
              <a:t>1 de setembro de 2026</a:t>
            </a:fld>
            <a:endParaRPr lang="en-US" dirty="0"/>
          </a:p>
        </p:txBody>
      </p:sp>
    </p:spTree>
    <p:extLst>
      <p:ext uri="{BB962C8B-B14F-4D97-AF65-F5344CB8AC3E}">
        <p14:creationId xmlns:p14="http://schemas.microsoft.com/office/powerpoint/2010/main" val="2578583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a:extLst>
              <a:ext uri="{FF2B5EF4-FFF2-40B4-BE49-F238E27FC236}">
                <a16:creationId xmlns:a16="http://schemas.microsoft.com/office/drawing/2014/main" id="{1A18613B-2C2C-4173-974E-3FECE8E23155}"/>
              </a:ext>
            </a:extLst>
          </p:cNvPr>
          <p:cNvSpPr>
            <a:spLocks noGrp="1"/>
          </p:cNvSpPr>
          <p:nvPr>
            <p:ph type="body" sz="quarter" idx="18"/>
          </p:nvPr>
        </p:nvSpPr>
        <p:spPr/>
        <p:txBody>
          <a:bodyPr/>
          <a:lstStyle/>
          <a:p>
            <a:r>
              <a:rPr lang="pt-BR" dirty="0"/>
              <a:t>Fonte: </a:t>
            </a:r>
            <a:r>
              <a:rPr lang="pt-BR" dirty="0" err="1"/>
              <a:t>Economatica</a:t>
            </a:r>
            <a:r>
              <a:rPr lang="pt-BR" dirty="0"/>
              <a:t> e XP </a:t>
            </a:r>
            <a:r>
              <a:rPr lang="pt-BR" dirty="0" err="1"/>
              <a:t>Research</a:t>
            </a:r>
            <a:r>
              <a:rPr lang="pt-BR" dirty="0"/>
              <a:t>. Retornos da carteira incluem dividendos. Dados até 31/08/2026. /  Sempre consulte seu assessor de Investimentos</a:t>
            </a:r>
          </a:p>
        </p:txBody>
      </p:sp>
      <p:sp>
        <p:nvSpPr>
          <p:cNvPr id="6" name="Espaço Reservado para Data 5">
            <a:extLst>
              <a:ext uri="{FF2B5EF4-FFF2-40B4-BE49-F238E27FC236}">
                <a16:creationId xmlns:a16="http://schemas.microsoft.com/office/drawing/2014/main" id="{609C8695-3CC8-4A82-B06E-C9E5C28A3DB0}"/>
              </a:ext>
            </a:extLst>
          </p:cNvPr>
          <p:cNvSpPr>
            <a:spLocks noGrp="1"/>
          </p:cNvSpPr>
          <p:nvPr>
            <p:ph type="dt" sz="half" idx="2"/>
          </p:nvPr>
        </p:nvSpPr>
        <p:spPr/>
        <p:txBody>
          <a:bodyPr/>
          <a:lstStyle/>
          <a:p>
            <a:fld id="{A6844A8F-C80F-444C-AD01-359786A22A4E}" type="datetime4">
              <a:rPr lang="pt-BR" smtClean="0"/>
              <a:pPr/>
              <a:t>1 de setembro de 2026</a:t>
            </a:fld>
            <a:endParaRPr lang="en-US" dirty="0"/>
          </a:p>
        </p:txBody>
      </p:sp>
      <p:sp>
        <p:nvSpPr>
          <p:cNvPr id="7" name="Espaço Reservado para Conteúdo 6">
            <a:extLst>
              <a:ext uri="{FF2B5EF4-FFF2-40B4-BE49-F238E27FC236}">
                <a16:creationId xmlns:a16="http://schemas.microsoft.com/office/drawing/2014/main" id="{35A76045-AB6A-417F-BED6-F82F4BB06084}"/>
              </a:ext>
            </a:extLst>
          </p:cNvPr>
          <p:cNvSpPr>
            <a:spLocks noGrp="1"/>
          </p:cNvSpPr>
          <p:nvPr>
            <p:ph sz="quarter" idx="25"/>
          </p:nvPr>
        </p:nvSpPr>
        <p:spPr>
          <a:xfrm>
            <a:off x="335999" y="847812"/>
            <a:ext cx="11518900" cy="230832"/>
          </a:xfrm>
        </p:spPr>
        <p:txBody>
          <a:bodyPr/>
          <a:lstStyle/>
          <a:p>
            <a:r>
              <a:rPr lang="pt-BR" dirty="0"/>
              <a:t>Figura 1: Desempenho de cada ativo</a:t>
            </a:r>
          </a:p>
        </p:txBody>
      </p:sp>
      <p:sp>
        <p:nvSpPr>
          <p:cNvPr id="8" name="Espaço Reservado para Conteúdo 7">
            <a:extLst>
              <a:ext uri="{FF2B5EF4-FFF2-40B4-BE49-F238E27FC236}">
                <a16:creationId xmlns:a16="http://schemas.microsoft.com/office/drawing/2014/main" id="{27F47CAC-B7F3-42FF-A00F-AC71B95BF89D}"/>
              </a:ext>
            </a:extLst>
          </p:cNvPr>
          <p:cNvSpPr>
            <a:spLocks noGrp="1"/>
          </p:cNvSpPr>
          <p:nvPr>
            <p:ph sz="quarter" idx="27"/>
          </p:nvPr>
        </p:nvSpPr>
        <p:spPr>
          <a:xfrm>
            <a:off x="324164" y="3386516"/>
            <a:ext cx="5494789" cy="230832"/>
          </a:xfrm>
        </p:spPr>
        <p:txBody>
          <a:bodyPr/>
          <a:lstStyle/>
          <a:p>
            <a:r>
              <a:rPr lang="pt-BR" dirty="0"/>
              <a:t>Figura 2: Indicadores de desempenho desde o início da carteira</a:t>
            </a:r>
          </a:p>
        </p:txBody>
      </p:sp>
      <p:graphicFrame>
        <p:nvGraphicFramePr>
          <p:cNvPr id="14" name="Table 13">
            <a:extLst>
              <a:ext uri="{FF2B5EF4-FFF2-40B4-BE49-F238E27FC236}">
                <a16:creationId xmlns:a16="http://schemas.microsoft.com/office/drawing/2014/main" id="{44BD583E-00D1-BF4F-ECB2-2E246EB93981}"/>
              </a:ext>
            </a:extLst>
          </p:cNvPr>
          <p:cNvGraphicFramePr>
            <a:graphicFrameLocks noGrp="1"/>
          </p:cNvGraphicFramePr>
          <p:nvPr>
            <p:extLst>
              <p:ext uri="{D42A27DB-BD31-4B8C-83A1-F6EECF244321}">
                <p14:modId xmlns:p14="http://schemas.microsoft.com/office/powerpoint/2010/main" val="4279775660"/>
              </p:ext>
            </p:extLst>
          </p:nvPr>
        </p:nvGraphicFramePr>
        <p:xfrm>
          <a:off x="324164" y="3675437"/>
          <a:ext cx="5494790" cy="661670"/>
        </p:xfrm>
        <a:graphic>
          <a:graphicData uri="http://schemas.openxmlformats.org/drawingml/2006/table">
            <a:tbl>
              <a:tblPr/>
              <a:tblGrid>
                <a:gridCol w="1698389">
                  <a:extLst>
                    <a:ext uri="{9D8B030D-6E8A-4147-A177-3AD203B41FA5}">
                      <a16:colId xmlns:a16="http://schemas.microsoft.com/office/drawing/2014/main" val="1149960006"/>
                    </a:ext>
                  </a:extLst>
                </a:gridCol>
                <a:gridCol w="1998105">
                  <a:extLst>
                    <a:ext uri="{9D8B030D-6E8A-4147-A177-3AD203B41FA5}">
                      <a16:colId xmlns:a16="http://schemas.microsoft.com/office/drawing/2014/main" val="3783508913"/>
                    </a:ext>
                  </a:extLst>
                </a:gridCol>
                <a:gridCol w="1798296">
                  <a:extLst>
                    <a:ext uri="{9D8B030D-6E8A-4147-A177-3AD203B41FA5}">
                      <a16:colId xmlns:a16="http://schemas.microsoft.com/office/drawing/2014/main" val="2134897217"/>
                    </a:ext>
                  </a:extLst>
                </a:gridCol>
              </a:tblGrid>
              <a:tr h="136860">
                <a:tc>
                  <a:txBody>
                    <a:bodyPr/>
                    <a:lstStyle/>
                    <a:p>
                      <a:pPr algn="ctr" rtl="0" fontAlgn="ctr"/>
                      <a:r>
                        <a:rPr lang="pt-BR" sz="1000" b="1" i="0" u="none" strike="noStrike" dirty="0">
                          <a:solidFill>
                            <a:srgbClr val="000000"/>
                          </a:solidFill>
                          <a:effectLst/>
                          <a:latin typeface="+mj-lt"/>
                          <a:ea typeface="Roboto Light" panose="02000000000000000000" pitchFamily="2" charset="0"/>
                        </a:rPr>
                        <a:t>Indicador </a:t>
                      </a:r>
                    </a:p>
                  </a:txBody>
                  <a:tcPr marL="6350" marR="6350" marT="6350" marB="0" anchor="ctr">
                    <a:lnL>
                      <a:noFill/>
                    </a:lnL>
                    <a:lnR>
                      <a:noFill/>
                    </a:lnR>
                    <a:lnT>
                      <a:noFill/>
                    </a:lnT>
                    <a:lnB>
                      <a:noFill/>
                    </a:lnB>
                    <a:solidFill>
                      <a:srgbClr val="FFC000"/>
                    </a:solidFill>
                  </a:tcPr>
                </a:tc>
                <a:tc>
                  <a:txBody>
                    <a:bodyPr/>
                    <a:lstStyle/>
                    <a:p>
                      <a:pPr algn="ctr" rtl="0" fontAlgn="ctr"/>
                      <a:r>
                        <a:rPr lang="pt-BR" sz="1000" b="1" i="0" u="none" strike="noStrike" dirty="0">
                          <a:solidFill>
                            <a:srgbClr val="000000"/>
                          </a:solidFill>
                          <a:effectLst/>
                          <a:latin typeface="+mj-lt"/>
                          <a:ea typeface="Roboto Light" panose="02000000000000000000" pitchFamily="2" charset="0"/>
                        </a:rPr>
                        <a:t>Top Dividendos </a:t>
                      </a:r>
                    </a:p>
                  </a:txBody>
                  <a:tcPr marL="6350" marR="6350" marT="6350" marB="0" anchor="ctr">
                    <a:lnL>
                      <a:noFill/>
                    </a:lnL>
                    <a:lnR>
                      <a:noFill/>
                    </a:lnR>
                    <a:lnT>
                      <a:noFill/>
                    </a:lnT>
                    <a:lnB>
                      <a:noFill/>
                    </a:lnB>
                    <a:solidFill>
                      <a:srgbClr val="FFC000"/>
                    </a:solidFill>
                  </a:tcPr>
                </a:tc>
                <a:tc>
                  <a:txBody>
                    <a:bodyPr/>
                    <a:lstStyle/>
                    <a:p>
                      <a:pPr algn="ctr" rtl="0" fontAlgn="ctr"/>
                      <a:r>
                        <a:rPr lang="pt-BR" sz="1000" b="1" i="0" u="none" strike="noStrike" dirty="0">
                          <a:solidFill>
                            <a:srgbClr val="000000"/>
                          </a:solidFill>
                          <a:effectLst/>
                          <a:latin typeface="+mj-lt"/>
                          <a:ea typeface="Roboto Light" panose="02000000000000000000" pitchFamily="2" charset="0"/>
                        </a:rPr>
                        <a:t>Ibovespa </a:t>
                      </a:r>
                    </a:p>
                  </a:txBody>
                  <a:tcPr marL="6350" marR="6350" marT="6350" marB="0" anchor="ctr">
                    <a:lnL>
                      <a:noFill/>
                    </a:lnL>
                    <a:lnR>
                      <a:noFill/>
                    </a:lnR>
                    <a:lnT>
                      <a:noFill/>
                    </a:lnT>
                    <a:lnB>
                      <a:noFill/>
                    </a:lnB>
                    <a:solidFill>
                      <a:srgbClr val="FFC000"/>
                    </a:solidFill>
                  </a:tcPr>
                </a:tc>
                <a:extLst>
                  <a:ext uri="{0D108BD9-81ED-4DB2-BD59-A6C34878D82A}">
                    <a16:rowId xmlns:a16="http://schemas.microsoft.com/office/drawing/2014/main" val="499049750"/>
                  </a:ext>
                </a:extLst>
              </a:tr>
              <a:tr h="158750">
                <a:tc>
                  <a:txBody>
                    <a:bodyPr/>
                    <a:lstStyle/>
                    <a:p>
                      <a:pPr algn="l" rtl="0" fontAlgn="b"/>
                      <a:r>
                        <a:rPr lang="pt-BR" sz="1000" b="0" i="0" u="none" strike="noStrike" dirty="0">
                          <a:solidFill>
                            <a:srgbClr val="000000"/>
                          </a:solidFill>
                          <a:effectLst/>
                          <a:latin typeface="+mj-lt"/>
                          <a:ea typeface="Roboto Light" panose="02000000000000000000" pitchFamily="2" charset="0"/>
                        </a:rPr>
                        <a:t>Sharpe </a:t>
                      </a:r>
                    </a:p>
                  </a:txBody>
                  <a:tcPr marL="6350" marR="6350" marT="6350" marB="0" anchor="b">
                    <a:lnL>
                      <a:noFill/>
                    </a:lnL>
                    <a:lnR>
                      <a:noFill/>
                    </a:lnR>
                    <a:lnT>
                      <a:noFill/>
                    </a:lnT>
                    <a:lnB>
                      <a:noFill/>
                    </a:lnB>
                  </a:tcPr>
                </a:tc>
                <a:tc>
                  <a:txBody>
                    <a:bodyPr/>
                    <a:lstStyle/>
                    <a:p>
                      <a:pPr algn="ctr" fontAlgn="b">
                        <a:buNone/>
                      </a:pPr>
                      <a:r>
                        <a:rPr lang="pt-BR" sz="1000" b="0" i="0" u="none" strike="noStrike">
                          <a:solidFill>
                            <a:srgbClr val="000000"/>
                          </a:solidFill>
                          <a:effectLst/>
                          <a:latin typeface="Roboto Light" panose="02000000000000000000" pitchFamily="2" charset="0"/>
                        </a:rPr>
                        <a:t>0.92</a:t>
                      </a:r>
                    </a:p>
                  </a:txBody>
                  <a:tcPr marL="7620" marR="7620" marT="7620" marB="0" anchor="b">
                    <a:lnL>
                      <a:noFill/>
                    </a:lnL>
                    <a:lnR>
                      <a:noFill/>
                    </a:lnR>
                    <a:lnT>
                      <a:noFill/>
                    </a:lnT>
                    <a:lnB>
                      <a:noFill/>
                    </a:lnB>
                  </a:tcPr>
                </a:tc>
                <a:tc>
                  <a:txBody>
                    <a:bodyPr/>
                    <a:lstStyle/>
                    <a:p>
                      <a:pPr algn="ctr" fontAlgn="b">
                        <a:buNone/>
                      </a:pPr>
                      <a:r>
                        <a:rPr lang="pt-BR" sz="1000" b="0" i="0" u="none" strike="noStrike">
                          <a:solidFill>
                            <a:srgbClr val="000000"/>
                          </a:solidFill>
                          <a:effectLst/>
                          <a:latin typeface="Roboto Light" panose="02000000000000000000" pitchFamily="2" charset="0"/>
                        </a:rPr>
                        <a:t>0.58</a:t>
                      </a:r>
                    </a:p>
                  </a:txBody>
                  <a:tcPr marL="7620" marR="7620" marT="7620" marB="0" anchor="b">
                    <a:lnL>
                      <a:noFill/>
                    </a:lnL>
                    <a:lnR>
                      <a:noFill/>
                    </a:lnR>
                    <a:lnT>
                      <a:noFill/>
                    </a:lnT>
                    <a:lnB>
                      <a:noFill/>
                    </a:lnB>
                  </a:tcPr>
                </a:tc>
                <a:extLst>
                  <a:ext uri="{0D108BD9-81ED-4DB2-BD59-A6C34878D82A}">
                    <a16:rowId xmlns:a16="http://schemas.microsoft.com/office/drawing/2014/main" val="2520564448"/>
                  </a:ext>
                </a:extLst>
              </a:tr>
              <a:tr h="171450">
                <a:tc>
                  <a:txBody>
                    <a:bodyPr/>
                    <a:lstStyle/>
                    <a:p>
                      <a:pPr algn="l" rtl="0" fontAlgn="b"/>
                      <a:r>
                        <a:rPr lang="pt-BR" sz="1000" b="0" i="0" u="none" strike="noStrike" dirty="0">
                          <a:solidFill>
                            <a:srgbClr val="000000"/>
                          </a:solidFill>
                          <a:effectLst/>
                          <a:latin typeface="+mj-lt"/>
                          <a:ea typeface="Roboto Light" panose="02000000000000000000" pitchFamily="2" charset="0"/>
                        </a:rPr>
                        <a:t>Volatilidade </a:t>
                      </a:r>
                    </a:p>
                  </a:txBody>
                  <a:tcPr marL="6350" marR="6350" marT="6350" marB="0" anchor="b">
                    <a:lnL>
                      <a:noFill/>
                    </a:lnL>
                    <a:lnR>
                      <a:noFill/>
                    </a:lnR>
                    <a:lnT>
                      <a:noFill/>
                    </a:lnT>
                    <a:lnB w="12700" cap="flat" cmpd="sng" algn="ctr">
                      <a:noFill/>
                      <a:prstDash val="solid"/>
                      <a:round/>
                      <a:headEnd type="none" w="med" len="med"/>
                      <a:tailEnd type="none" w="med" len="med"/>
                    </a:lnB>
                  </a:tcPr>
                </a:tc>
                <a:tc>
                  <a:txBody>
                    <a:bodyPr/>
                    <a:lstStyle/>
                    <a:p>
                      <a:pPr algn="ctr" fontAlgn="b">
                        <a:buNone/>
                      </a:pPr>
                      <a:r>
                        <a:rPr lang="pt-BR" sz="1000" b="0" i="0" u="none" strike="noStrike">
                          <a:solidFill>
                            <a:srgbClr val="000000"/>
                          </a:solidFill>
                          <a:effectLst/>
                          <a:latin typeface="Roboto Light" panose="02000000000000000000" pitchFamily="2" charset="0"/>
                        </a:rPr>
                        <a:t>18.34%</a:t>
                      </a:r>
                    </a:p>
                  </a:txBody>
                  <a:tcPr marL="7620" marR="7620" marT="7620" marB="0" anchor="b">
                    <a:lnL>
                      <a:noFill/>
                    </a:lnL>
                    <a:lnR>
                      <a:noFill/>
                    </a:lnR>
                    <a:lnT>
                      <a:noFill/>
                    </a:lnT>
                    <a:lnB w="12700" cap="flat" cmpd="sng" algn="ctr">
                      <a:noFill/>
                      <a:prstDash val="solid"/>
                      <a:round/>
                      <a:headEnd type="none" w="med" len="med"/>
                      <a:tailEnd type="none" w="med" len="med"/>
                    </a:lnB>
                  </a:tcPr>
                </a:tc>
                <a:tc>
                  <a:txBody>
                    <a:bodyPr/>
                    <a:lstStyle/>
                    <a:p>
                      <a:pPr algn="ctr" fontAlgn="b">
                        <a:buNone/>
                      </a:pPr>
                      <a:r>
                        <a:rPr lang="pt-BR" sz="1000" b="0" i="0" u="none" strike="noStrike">
                          <a:solidFill>
                            <a:srgbClr val="000000"/>
                          </a:solidFill>
                          <a:effectLst/>
                          <a:latin typeface="Roboto Light" panose="02000000000000000000" pitchFamily="2" charset="0"/>
                        </a:rPr>
                        <a:t>17.19%</a:t>
                      </a:r>
                    </a:p>
                  </a:txBody>
                  <a:tcPr marL="7620" marR="7620" marT="7620" marB="0" anchor="b">
                    <a:lnL>
                      <a:noFill/>
                    </a:lnL>
                    <a:lnR>
                      <a:noFill/>
                    </a:lnR>
                    <a:lnT>
                      <a:noFill/>
                    </a:lnT>
                    <a:lnB w="12700" cap="flat" cmpd="sng" algn="ctr">
                      <a:noFill/>
                      <a:prstDash val="solid"/>
                      <a:round/>
                      <a:headEnd type="none" w="med" len="med"/>
                      <a:tailEnd type="none" w="med" len="med"/>
                    </a:lnB>
                  </a:tcPr>
                </a:tc>
                <a:extLst>
                  <a:ext uri="{0D108BD9-81ED-4DB2-BD59-A6C34878D82A}">
                    <a16:rowId xmlns:a16="http://schemas.microsoft.com/office/drawing/2014/main" val="649049750"/>
                  </a:ext>
                </a:extLst>
              </a:tr>
              <a:tr h="171450">
                <a:tc>
                  <a:txBody>
                    <a:bodyPr/>
                    <a:lstStyle/>
                    <a:p>
                      <a:pPr algn="l" rtl="0" fontAlgn="b"/>
                      <a:r>
                        <a:rPr lang="pt-BR" sz="1000" b="0" i="0" u="none" strike="noStrike" dirty="0">
                          <a:solidFill>
                            <a:srgbClr val="000000"/>
                          </a:solidFill>
                          <a:effectLst/>
                          <a:latin typeface="+mj-lt"/>
                          <a:ea typeface="Roboto Light" panose="02000000000000000000" pitchFamily="2" charset="0"/>
                        </a:rPr>
                        <a:t>Beta </a:t>
                      </a:r>
                    </a:p>
                  </a:txBody>
                  <a:tcPr marL="6350" marR="6350" marT="6350" marB="0" anchor="b">
                    <a:lnL>
                      <a:noFill/>
                    </a:lnL>
                    <a:lnR>
                      <a:noFill/>
                    </a:lnR>
                    <a:lnT>
                      <a:noFill/>
                    </a:lnT>
                    <a:lnB w="12700" cap="flat" cmpd="sng" algn="ctr">
                      <a:solidFill>
                        <a:srgbClr val="FFC000"/>
                      </a:solidFill>
                      <a:prstDash val="solid"/>
                      <a:round/>
                      <a:headEnd type="none" w="med" len="med"/>
                      <a:tailEnd type="none" w="med" len="med"/>
                    </a:lnB>
                  </a:tcPr>
                </a:tc>
                <a:tc>
                  <a:txBody>
                    <a:bodyPr/>
                    <a:lstStyle/>
                    <a:p>
                      <a:pPr algn="ctr" fontAlgn="b">
                        <a:buNone/>
                      </a:pPr>
                      <a:r>
                        <a:rPr lang="pt-BR" sz="1000" b="0" i="0" u="none" strike="noStrike">
                          <a:solidFill>
                            <a:srgbClr val="000000"/>
                          </a:solidFill>
                          <a:effectLst/>
                          <a:latin typeface="Roboto Light" panose="02000000000000000000" pitchFamily="2" charset="0"/>
                        </a:rPr>
                        <a:t>1.05</a:t>
                      </a:r>
                    </a:p>
                  </a:txBody>
                  <a:tcPr marL="7620" marR="7620" marT="7620" marB="0" anchor="b">
                    <a:lnL>
                      <a:noFill/>
                    </a:lnL>
                    <a:lnR>
                      <a:noFill/>
                    </a:lnR>
                    <a:lnT>
                      <a:noFill/>
                    </a:lnT>
                    <a:lnB w="12700" cap="flat" cmpd="sng" algn="ctr">
                      <a:solidFill>
                        <a:srgbClr val="FFC000"/>
                      </a:solidFill>
                      <a:prstDash val="solid"/>
                      <a:round/>
                      <a:headEnd type="none" w="med" len="med"/>
                      <a:tailEnd type="none" w="med" len="med"/>
                    </a:lnB>
                  </a:tcPr>
                </a:tc>
                <a:tc>
                  <a:txBody>
                    <a:bodyPr/>
                    <a:lstStyle/>
                    <a:p>
                      <a:pPr algn="ctr" fontAlgn="b">
                        <a:buNone/>
                      </a:pPr>
                      <a:r>
                        <a:rPr lang="pt-BR" sz="1000" b="0" i="0" u="none" strike="noStrike" dirty="0">
                          <a:solidFill>
                            <a:srgbClr val="000000"/>
                          </a:solidFill>
                          <a:effectLst/>
                          <a:latin typeface="Roboto Light" panose="02000000000000000000" pitchFamily="2" charset="0"/>
                        </a:rPr>
                        <a:t>1.00</a:t>
                      </a:r>
                    </a:p>
                  </a:txBody>
                  <a:tcPr marL="7620" marR="7620" marT="7620" marB="0" anchor="b">
                    <a:lnL>
                      <a:noFill/>
                    </a:lnL>
                    <a:lnR>
                      <a:noFill/>
                    </a:lnR>
                    <a:lnT>
                      <a:noFill/>
                    </a:lnT>
                    <a:lnB w="12700" cap="flat" cmpd="sng" algn="ctr">
                      <a:solidFill>
                        <a:srgbClr val="FFC000"/>
                      </a:solidFill>
                      <a:prstDash val="solid"/>
                      <a:round/>
                      <a:headEnd type="none" w="med" len="med"/>
                      <a:tailEnd type="none" w="med" len="med"/>
                    </a:lnB>
                  </a:tcPr>
                </a:tc>
                <a:extLst>
                  <a:ext uri="{0D108BD9-81ED-4DB2-BD59-A6C34878D82A}">
                    <a16:rowId xmlns:a16="http://schemas.microsoft.com/office/drawing/2014/main" val="2400792163"/>
                  </a:ext>
                </a:extLst>
              </a:tr>
            </a:tbl>
          </a:graphicData>
        </a:graphic>
      </p:graphicFrame>
      <p:sp>
        <p:nvSpPr>
          <p:cNvPr id="11" name="Text Placeholder 3">
            <a:extLst>
              <a:ext uri="{FF2B5EF4-FFF2-40B4-BE49-F238E27FC236}">
                <a16:creationId xmlns:a16="http://schemas.microsoft.com/office/drawing/2014/main" id="{308D639C-DF2E-6B97-CBCE-8856E943B112}"/>
              </a:ext>
            </a:extLst>
          </p:cNvPr>
          <p:cNvSpPr txBox="1">
            <a:spLocks/>
          </p:cNvSpPr>
          <p:nvPr/>
        </p:nvSpPr>
        <p:spPr>
          <a:xfrm>
            <a:off x="336551" y="188913"/>
            <a:ext cx="8351837" cy="524010"/>
          </a:xfrm>
          <a:prstGeom prst="rect">
            <a:avLst/>
          </a:prstGeom>
        </p:spPr>
        <p:txBody>
          <a:bodyPr vert="horz" lIns="0" tIns="0" rIns="0" bIns="0" rtlCol="0" anchor="ctr">
            <a:noAutofit/>
          </a:bodyPr>
          <a:lstStyle>
            <a:lvl1pPr marL="0" indent="0" algn="l" defTabSz="685808" rtl="0" eaLnBrk="1" latinLnBrk="0" hangingPunct="1">
              <a:lnSpc>
                <a:spcPct val="90000"/>
              </a:lnSpc>
              <a:spcBef>
                <a:spcPts val="751"/>
              </a:spcBef>
              <a:buFont typeface="Arial" panose="020B0604020202020204" pitchFamily="34" charset="0"/>
              <a:buNone/>
              <a:defRPr lang="pt-BR" sz="2400" b="0" kern="1200" dirty="0">
                <a:solidFill>
                  <a:schemeClr val="accent1"/>
                </a:solidFill>
                <a:latin typeface="Roboto" panose="02000000000000000000" pitchFamily="2" charset="0"/>
                <a:ea typeface="Roboto" panose="02000000000000000000" pitchFamily="2" charset="0"/>
                <a:cs typeface="Roboto"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endParaRPr lang="en-US" dirty="0"/>
          </a:p>
        </p:txBody>
      </p:sp>
      <p:sp>
        <p:nvSpPr>
          <p:cNvPr id="13" name="Text Placeholder 10">
            <a:extLst>
              <a:ext uri="{FF2B5EF4-FFF2-40B4-BE49-F238E27FC236}">
                <a16:creationId xmlns:a16="http://schemas.microsoft.com/office/drawing/2014/main" id="{99AFC04B-D8C0-F3F7-5FA8-B6B67D44011B}"/>
              </a:ext>
            </a:extLst>
          </p:cNvPr>
          <p:cNvSpPr>
            <a:spLocks noGrp="1"/>
          </p:cNvSpPr>
          <p:nvPr>
            <p:ph type="body" sz="quarter" idx="16"/>
          </p:nvPr>
        </p:nvSpPr>
        <p:spPr>
          <a:xfrm>
            <a:off x="336550" y="188913"/>
            <a:ext cx="8351838" cy="524010"/>
          </a:xfrm>
        </p:spPr>
        <p:txBody>
          <a:bodyPr/>
          <a:lstStyle/>
          <a:p>
            <a:r>
              <a:rPr lang="en-US" dirty="0" err="1">
                <a:latin typeface="Roboto" panose="02000000000000000000" pitchFamily="2" charset="0"/>
                <a:ea typeface="Roboto" panose="02000000000000000000" pitchFamily="2" charset="0"/>
              </a:rPr>
              <a:t>Desempenho</a:t>
            </a:r>
            <a:r>
              <a:rPr lang="en-US" dirty="0">
                <a:latin typeface="Roboto" panose="02000000000000000000" pitchFamily="2" charset="0"/>
                <a:ea typeface="Roboto" panose="02000000000000000000" pitchFamily="2" charset="0"/>
              </a:rPr>
              <a:t> &amp; </a:t>
            </a:r>
            <a:r>
              <a:rPr lang="en-US" dirty="0" err="1">
                <a:latin typeface="Roboto" panose="02000000000000000000" pitchFamily="2" charset="0"/>
                <a:ea typeface="Roboto" panose="02000000000000000000" pitchFamily="2" charset="0"/>
              </a:rPr>
              <a:t>Dividendos</a:t>
            </a:r>
            <a:endParaRPr lang="en-US" dirty="0">
              <a:latin typeface="Roboto" panose="02000000000000000000" pitchFamily="2" charset="0"/>
              <a:ea typeface="Roboto" panose="02000000000000000000" pitchFamily="2" charset="0"/>
            </a:endParaRPr>
          </a:p>
        </p:txBody>
      </p:sp>
      <p:sp>
        <p:nvSpPr>
          <p:cNvPr id="18" name="Text Placeholder 11">
            <a:extLst>
              <a:ext uri="{FF2B5EF4-FFF2-40B4-BE49-F238E27FC236}">
                <a16:creationId xmlns:a16="http://schemas.microsoft.com/office/drawing/2014/main" id="{D0996A99-911D-EDC1-A211-EC32CE63DA92}"/>
              </a:ext>
            </a:extLst>
          </p:cNvPr>
          <p:cNvSpPr txBox="1">
            <a:spLocks/>
          </p:cNvSpPr>
          <p:nvPr/>
        </p:nvSpPr>
        <p:spPr>
          <a:xfrm>
            <a:off x="336001" y="775521"/>
            <a:ext cx="11518900" cy="384942"/>
          </a:xfrm>
          <a:prstGeom prst="rect">
            <a:avLst/>
          </a:prstGeom>
        </p:spPr>
        <p:txBody>
          <a:bodyPr vert="horz" lIns="0" tIns="45720" rIns="91440" bIns="45720" rtlCol="0" anchor="t">
            <a:noAutofit/>
          </a:bodyPr>
          <a:lstStyle>
            <a:lvl1pPr indent="0" defTabSz="685808">
              <a:lnSpc>
                <a:spcPct val="90000"/>
              </a:lnSpc>
              <a:spcBef>
                <a:spcPts val="751"/>
              </a:spcBef>
              <a:buFont typeface="Arial" panose="020B0604020202020204" pitchFamily="34" charset="0"/>
              <a:buNone/>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endParaRPr lang="pt-BR" dirty="0"/>
          </a:p>
        </p:txBody>
      </p:sp>
      <p:sp>
        <p:nvSpPr>
          <p:cNvPr id="20" name="Espaço Reservado para Conteúdo 9">
            <a:extLst>
              <a:ext uri="{FF2B5EF4-FFF2-40B4-BE49-F238E27FC236}">
                <a16:creationId xmlns:a16="http://schemas.microsoft.com/office/drawing/2014/main" id="{AB874E72-1B9D-A4FF-C827-C721A6572A4B}"/>
              </a:ext>
            </a:extLst>
          </p:cNvPr>
          <p:cNvSpPr txBox="1">
            <a:spLocks/>
          </p:cNvSpPr>
          <p:nvPr/>
        </p:nvSpPr>
        <p:spPr>
          <a:xfrm>
            <a:off x="6082512" y="3386516"/>
            <a:ext cx="5772387"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pt-BR" dirty="0"/>
              <a:t>Figura 3: Desempenho da Carteira Top Dividendo vs. Ibovespa desde início (100 = 30 jun. 2018)</a:t>
            </a:r>
          </a:p>
        </p:txBody>
      </p:sp>
      <p:graphicFrame>
        <p:nvGraphicFramePr>
          <p:cNvPr id="5" name="Table 4">
            <a:extLst>
              <a:ext uri="{FF2B5EF4-FFF2-40B4-BE49-F238E27FC236}">
                <a16:creationId xmlns:a16="http://schemas.microsoft.com/office/drawing/2014/main" id="{82AD5631-A56D-9A8E-59B7-95D5266D2E19}"/>
              </a:ext>
            </a:extLst>
          </p:cNvPr>
          <p:cNvGraphicFramePr>
            <a:graphicFrameLocks noGrp="1"/>
          </p:cNvGraphicFramePr>
          <p:nvPr>
            <p:extLst>
              <p:ext uri="{D42A27DB-BD31-4B8C-83A1-F6EECF244321}">
                <p14:modId xmlns:p14="http://schemas.microsoft.com/office/powerpoint/2010/main" val="2937511097"/>
              </p:ext>
            </p:extLst>
          </p:nvPr>
        </p:nvGraphicFramePr>
        <p:xfrm>
          <a:off x="335999" y="1136733"/>
          <a:ext cx="11484000" cy="2133600"/>
        </p:xfrm>
        <a:graphic>
          <a:graphicData uri="http://schemas.openxmlformats.org/drawingml/2006/table">
            <a:tbl>
              <a:tblPr/>
              <a:tblGrid>
                <a:gridCol w="1423225">
                  <a:extLst>
                    <a:ext uri="{9D8B030D-6E8A-4147-A177-3AD203B41FA5}">
                      <a16:colId xmlns:a16="http://schemas.microsoft.com/office/drawing/2014/main" val="2596377028"/>
                    </a:ext>
                  </a:extLst>
                </a:gridCol>
                <a:gridCol w="1595000">
                  <a:extLst>
                    <a:ext uri="{9D8B030D-6E8A-4147-A177-3AD203B41FA5}">
                      <a16:colId xmlns:a16="http://schemas.microsoft.com/office/drawing/2014/main" val="3748765291"/>
                    </a:ext>
                  </a:extLst>
                </a:gridCol>
                <a:gridCol w="1595000">
                  <a:extLst>
                    <a:ext uri="{9D8B030D-6E8A-4147-A177-3AD203B41FA5}">
                      <a16:colId xmlns:a16="http://schemas.microsoft.com/office/drawing/2014/main" val="1825004759"/>
                    </a:ext>
                  </a:extLst>
                </a:gridCol>
                <a:gridCol w="1595000">
                  <a:extLst>
                    <a:ext uri="{9D8B030D-6E8A-4147-A177-3AD203B41FA5}">
                      <a16:colId xmlns:a16="http://schemas.microsoft.com/office/drawing/2014/main" val="305738107"/>
                    </a:ext>
                  </a:extLst>
                </a:gridCol>
                <a:gridCol w="1938550">
                  <a:extLst>
                    <a:ext uri="{9D8B030D-6E8A-4147-A177-3AD203B41FA5}">
                      <a16:colId xmlns:a16="http://schemas.microsoft.com/office/drawing/2014/main" val="1684496510"/>
                    </a:ext>
                  </a:extLst>
                </a:gridCol>
                <a:gridCol w="1595000">
                  <a:extLst>
                    <a:ext uri="{9D8B030D-6E8A-4147-A177-3AD203B41FA5}">
                      <a16:colId xmlns:a16="http://schemas.microsoft.com/office/drawing/2014/main" val="143699028"/>
                    </a:ext>
                  </a:extLst>
                </a:gridCol>
                <a:gridCol w="1742225">
                  <a:extLst>
                    <a:ext uri="{9D8B030D-6E8A-4147-A177-3AD203B41FA5}">
                      <a16:colId xmlns:a16="http://schemas.microsoft.com/office/drawing/2014/main" val="194244700"/>
                    </a:ext>
                  </a:extLst>
                </a:gridCol>
              </a:tblGrid>
              <a:tr h="304800">
                <a:tc>
                  <a:txBody>
                    <a:bodyPr/>
                    <a:lstStyle/>
                    <a:p>
                      <a:pPr algn="ctr" fontAlgn="ctr">
                        <a:buNone/>
                      </a:pPr>
                      <a:r>
                        <a:rPr lang="pt-BR" sz="900" b="1" i="0" u="none" strike="noStrike" dirty="0">
                          <a:solidFill>
                            <a:srgbClr val="000000"/>
                          </a:solidFill>
                          <a:effectLst/>
                          <a:latin typeface="Roboto Light" panose="02000000000000000000" pitchFamily="2" charset="0"/>
                        </a:rPr>
                        <a:t>Companhia</a:t>
                      </a:r>
                    </a:p>
                  </a:txBody>
                  <a:tcPr marL="7620" marR="7620" marT="7620" marB="0" anchor="ctr">
                    <a:lnL>
                      <a:noFill/>
                    </a:lnL>
                    <a:lnR>
                      <a:noFill/>
                    </a:lnR>
                    <a:lnT>
                      <a:noFill/>
                    </a:lnT>
                    <a:lnB>
                      <a:noFill/>
                    </a:lnB>
                    <a:solidFill>
                      <a:srgbClr val="FFC0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Ticker</a:t>
                      </a:r>
                    </a:p>
                  </a:txBody>
                  <a:tcPr marL="7620" marR="7620" marT="7620" marB="0" anchor="ctr">
                    <a:lnL>
                      <a:noFill/>
                    </a:lnL>
                    <a:lnR>
                      <a:noFill/>
                    </a:lnR>
                    <a:lnT>
                      <a:noFill/>
                    </a:lnT>
                    <a:lnB>
                      <a:noFill/>
                    </a:lnB>
                    <a:solidFill>
                      <a:srgbClr val="FFC0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Peso</a:t>
                      </a:r>
                    </a:p>
                  </a:txBody>
                  <a:tcPr marL="7620" marR="7620" marT="7620" marB="0" anchor="ctr">
                    <a:lnL>
                      <a:noFill/>
                    </a:lnL>
                    <a:lnR>
                      <a:noFill/>
                    </a:lnR>
                    <a:lnT>
                      <a:noFill/>
                    </a:lnT>
                    <a:lnB>
                      <a:noFill/>
                    </a:lnB>
                    <a:solidFill>
                      <a:srgbClr val="FFC0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Data de entrada</a:t>
                      </a:r>
                    </a:p>
                  </a:txBody>
                  <a:tcPr marL="7620" marR="7620" marT="7620" marB="0" anchor="ctr">
                    <a:lnL>
                      <a:noFill/>
                    </a:lnL>
                    <a:lnR>
                      <a:noFill/>
                    </a:lnR>
                    <a:lnT>
                      <a:noFill/>
                    </a:lnT>
                    <a:lnB>
                      <a:noFill/>
                    </a:lnB>
                    <a:solidFill>
                      <a:srgbClr val="FFC0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Desempenho desde entrada</a:t>
                      </a:r>
                    </a:p>
                  </a:txBody>
                  <a:tcPr marL="7620" marR="7620" marT="7620" marB="0" anchor="ctr">
                    <a:lnL>
                      <a:noFill/>
                    </a:lnL>
                    <a:lnR>
                      <a:noFill/>
                    </a:lnR>
                    <a:lnT>
                      <a:noFill/>
                    </a:lnT>
                    <a:lnB>
                      <a:noFill/>
                    </a:lnB>
                    <a:solidFill>
                      <a:srgbClr val="FFC0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Desempenho no mês</a:t>
                      </a:r>
                    </a:p>
                  </a:txBody>
                  <a:tcPr marL="7620" marR="7620" marT="7620" marB="0" anchor="ctr">
                    <a:lnL>
                      <a:noFill/>
                    </a:lnL>
                    <a:lnR>
                      <a:noFill/>
                    </a:lnR>
                    <a:lnT>
                      <a:noFill/>
                    </a:lnT>
                    <a:lnB>
                      <a:noFill/>
                    </a:lnB>
                    <a:solidFill>
                      <a:srgbClr val="FFC000"/>
                    </a:solidFill>
                  </a:tcPr>
                </a:tc>
                <a:tc>
                  <a:txBody>
                    <a:bodyPr/>
                    <a:lstStyle/>
                    <a:p>
                      <a:pPr algn="ctr" fontAlgn="ctr">
                        <a:buNone/>
                      </a:pPr>
                      <a:r>
                        <a:rPr lang="pt-BR" sz="900" b="1" i="0" u="none" strike="noStrike">
                          <a:solidFill>
                            <a:srgbClr val="000000"/>
                          </a:solidFill>
                          <a:effectLst/>
                          <a:latin typeface="Roboto Light" panose="02000000000000000000" pitchFamily="2" charset="0"/>
                        </a:rPr>
                        <a:t>Desempenho YTD</a:t>
                      </a:r>
                    </a:p>
                  </a:txBody>
                  <a:tcPr marL="7620" marR="7620" marT="7620" marB="0" anchor="ctr">
                    <a:lnL>
                      <a:noFill/>
                    </a:lnL>
                    <a:lnR>
                      <a:noFill/>
                    </a:lnR>
                    <a:lnT>
                      <a:noFill/>
                    </a:lnT>
                    <a:lnB>
                      <a:noFill/>
                    </a:lnB>
                    <a:solidFill>
                      <a:srgbClr val="FFC000"/>
                    </a:solidFill>
                  </a:tcPr>
                </a:tc>
                <a:extLst>
                  <a:ext uri="{0D108BD9-81ED-4DB2-BD59-A6C34878D82A}">
                    <a16:rowId xmlns:a16="http://schemas.microsoft.com/office/drawing/2014/main" val="3917921062"/>
                  </a:ext>
                </a:extLst>
              </a:tr>
              <a:tr h="152400">
                <a:tc>
                  <a:txBody>
                    <a:bodyPr/>
                    <a:lstStyle/>
                    <a:p>
                      <a:pPr algn="l" fontAlgn="b">
                        <a:buNone/>
                      </a:pPr>
                      <a:r>
                        <a:rPr lang="pt-BR" sz="900" b="0" i="0" u="none" strike="noStrike">
                          <a:solidFill>
                            <a:srgbClr val="000000"/>
                          </a:solidFill>
                          <a:effectLst/>
                          <a:latin typeface="Roboto Light" panose="02000000000000000000" pitchFamily="2" charset="0"/>
                        </a:rPr>
                        <a:t>Allos</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ALOS3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7.50%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dez-25</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3.2%</a:t>
                      </a:r>
                    </a:p>
                  </a:txBody>
                  <a:tcPr marL="7620" marR="7620" marT="762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-0.4%</a:t>
                      </a:r>
                    </a:p>
                  </a:txBody>
                  <a:tcPr marL="7620" marR="7620" marT="762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2.1%</a:t>
                      </a:r>
                    </a:p>
                  </a:txBody>
                  <a:tcPr marL="7620" marR="7620" marT="7620" marB="0" anchor="b">
                    <a:lnL>
                      <a:noFill/>
                    </a:lnL>
                    <a:lnR>
                      <a:noFill/>
                    </a:lnR>
                    <a:lnT>
                      <a:noFill/>
                    </a:lnT>
                    <a:lnB>
                      <a:noFill/>
                    </a:lnB>
                    <a:noFill/>
                  </a:tcPr>
                </a:tc>
                <a:extLst>
                  <a:ext uri="{0D108BD9-81ED-4DB2-BD59-A6C34878D82A}">
                    <a16:rowId xmlns:a16="http://schemas.microsoft.com/office/drawing/2014/main" val="548784787"/>
                  </a:ext>
                </a:extLst>
              </a:tr>
              <a:tr h="152400">
                <a:tc>
                  <a:txBody>
                    <a:bodyPr/>
                    <a:lstStyle/>
                    <a:p>
                      <a:pPr algn="l" fontAlgn="b">
                        <a:buNone/>
                      </a:pPr>
                      <a:r>
                        <a:rPr lang="pt-BR" sz="900" b="0" i="0" u="none" strike="noStrike">
                          <a:solidFill>
                            <a:srgbClr val="000000"/>
                          </a:solidFill>
                          <a:effectLst/>
                          <a:latin typeface="Roboto Light" panose="02000000000000000000" pitchFamily="2" charset="0"/>
                        </a:rPr>
                        <a:t>Axia Energia</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AXIA3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12.50%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jun-26</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0.6%</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5.0%</a:t>
                      </a:r>
                    </a:p>
                  </a:txBody>
                  <a:tcPr marL="7620" marR="7620" marT="7620" marB="0" anchor="b">
                    <a:lnL>
                      <a:noFill/>
                    </a:lnL>
                    <a:lnR>
                      <a:noFill/>
                    </a:lnR>
                    <a:lnT>
                      <a:noFill/>
                    </a:lnT>
                    <a:lnB>
                      <a:noFill/>
                    </a:lnB>
                    <a:noFill/>
                  </a:tcPr>
                </a:tc>
                <a:extLst>
                  <a:ext uri="{0D108BD9-81ED-4DB2-BD59-A6C34878D82A}">
                    <a16:rowId xmlns:a16="http://schemas.microsoft.com/office/drawing/2014/main" val="3547009346"/>
                  </a:ext>
                </a:extLst>
              </a:tr>
              <a:tr h="152400">
                <a:tc>
                  <a:txBody>
                    <a:bodyPr/>
                    <a:lstStyle/>
                    <a:p>
                      <a:pPr algn="l" fontAlgn="b">
                        <a:buNone/>
                      </a:pPr>
                      <a:r>
                        <a:rPr lang="pt-BR" sz="900" b="0" i="0" u="none" strike="noStrike">
                          <a:solidFill>
                            <a:srgbClr val="000000"/>
                          </a:solidFill>
                          <a:effectLst/>
                          <a:latin typeface="Roboto Light" panose="02000000000000000000" pitchFamily="2" charset="0"/>
                        </a:rPr>
                        <a:t>B3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B3SA3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10.00%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nov-24</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87.7%</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3.1%</a:t>
                      </a:r>
                    </a:p>
                  </a:txBody>
                  <a:tcPr marL="7620" marR="7620" marT="762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22.4%</a:t>
                      </a:r>
                    </a:p>
                  </a:txBody>
                  <a:tcPr marL="7620" marR="7620" marT="7620" marB="0" anchor="b">
                    <a:lnL>
                      <a:noFill/>
                    </a:lnL>
                    <a:lnR>
                      <a:noFill/>
                    </a:lnR>
                    <a:lnT>
                      <a:noFill/>
                    </a:lnT>
                    <a:lnB>
                      <a:noFill/>
                    </a:lnB>
                    <a:noFill/>
                  </a:tcPr>
                </a:tc>
                <a:extLst>
                  <a:ext uri="{0D108BD9-81ED-4DB2-BD59-A6C34878D82A}">
                    <a16:rowId xmlns:a16="http://schemas.microsoft.com/office/drawing/2014/main" val="3651291482"/>
                  </a:ext>
                </a:extLst>
              </a:tr>
              <a:tr h="152400">
                <a:tc>
                  <a:txBody>
                    <a:bodyPr/>
                    <a:lstStyle/>
                    <a:p>
                      <a:pPr algn="l" fontAlgn="b">
                        <a:buNone/>
                      </a:pPr>
                      <a:r>
                        <a:rPr lang="pt-BR" sz="900" b="0" i="0" u="none" strike="noStrike">
                          <a:solidFill>
                            <a:srgbClr val="000000"/>
                          </a:solidFill>
                          <a:effectLst/>
                          <a:latin typeface="Roboto Light" panose="02000000000000000000" pitchFamily="2" charset="0"/>
                        </a:rPr>
                        <a:t>Copel</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CPLE3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10.00%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dez-25</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25.9%</a:t>
                      </a:r>
                    </a:p>
                  </a:txBody>
                  <a:tcPr marL="7620" marR="7620" marT="762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0.8%</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23.9%</a:t>
                      </a:r>
                    </a:p>
                  </a:txBody>
                  <a:tcPr marL="7620" marR="7620" marT="7620" marB="0" anchor="b">
                    <a:lnL>
                      <a:noFill/>
                    </a:lnL>
                    <a:lnR>
                      <a:noFill/>
                    </a:lnR>
                    <a:lnT>
                      <a:noFill/>
                    </a:lnT>
                    <a:lnB>
                      <a:noFill/>
                    </a:lnB>
                    <a:noFill/>
                  </a:tcPr>
                </a:tc>
                <a:extLst>
                  <a:ext uri="{0D108BD9-81ED-4DB2-BD59-A6C34878D82A}">
                    <a16:rowId xmlns:a16="http://schemas.microsoft.com/office/drawing/2014/main" val="2637613703"/>
                  </a:ext>
                </a:extLst>
              </a:tr>
              <a:tr h="152400">
                <a:tc>
                  <a:txBody>
                    <a:bodyPr/>
                    <a:lstStyle/>
                    <a:p>
                      <a:pPr algn="l" fontAlgn="b">
                        <a:buNone/>
                      </a:pPr>
                      <a:r>
                        <a:rPr lang="pt-BR" sz="900" b="0" i="0" u="none" strike="noStrike">
                          <a:solidFill>
                            <a:srgbClr val="000000"/>
                          </a:solidFill>
                          <a:effectLst/>
                          <a:latin typeface="Roboto Light" panose="02000000000000000000" pitchFamily="2" charset="0"/>
                        </a:rPr>
                        <a:t>Copasa</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CSMG3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7.50%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ago-26</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-13.9%</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-13.9%</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27.6%</a:t>
                      </a:r>
                    </a:p>
                  </a:txBody>
                  <a:tcPr marL="7620" marR="7620" marT="7620" marB="0" anchor="b">
                    <a:lnL>
                      <a:noFill/>
                    </a:lnL>
                    <a:lnR>
                      <a:noFill/>
                    </a:lnR>
                    <a:lnT>
                      <a:noFill/>
                    </a:lnT>
                    <a:lnB>
                      <a:noFill/>
                    </a:lnB>
                    <a:noFill/>
                  </a:tcPr>
                </a:tc>
                <a:extLst>
                  <a:ext uri="{0D108BD9-81ED-4DB2-BD59-A6C34878D82A}">
                    <a16:rowId xmlns:a16="http://schemas.microsoft.com/office/drawing/2014/main" val="3150778477"/>
                  </a:ext>
                </a:extLst>
              </a:tr>
              <a:tr h="152400">
                <a:tc>
                  <a:txBody>
                    <a:bodyPr/>
                    <a:lstStyle/>
                    <a:p>
                      <a:pPr algn="l" fontAlgn="b">
                        <a:buNone/>
                      </a:pPr>
                      <a:r>
                        <a:rPr lang="pt-BR" sz="900" b="0" i="0" u="none" strike="noStrike">
                          <a:solidFill>
                            <a:srgbClr val="000000"/>
                          </a:solidFill>
                          <a:effectLst/>
                          <a:latin typeface="Roboto Light" panose="02000000000000000000" pitchFamily="2" charset="0"/>
                        </a:rPr>
                        <a:t>Caixa Seguridade</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CXSE3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mar-25</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43.7%</a:t>
                      </a:r>
                    </a:p>
                  </a:txBody>
                  <a:tcPr marL="7620" marR="7620" marT="762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-2.8%</a:t>
                      </a:r>
                    </a:p>
                  </a:txBody>
                  <a:tcPr marL="7620" marR="7620" marT="762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23.3%</a:t>
                      </a:r>
                    </a:p>
                  </a:txBody>
                  <a:tcPr marL="7620" marR="7620" marT="7620" marB="0" anchor="b">
                    <a:lnL>
                      <a:noFill/>
                    </a:lnL>
                    <a:lnR>
                      <a:noFill/>
                    </a:lnR>
                    <a:lnT>
                      <a:noFill/>
                    </a:lnT>
                    <a:lnB>
                      <a:noFill/>
                    </a:lnB>
                    <a:noFill/>
                  </a:tcPr>
                </a:tc>
                <a:extLst>
                  <a:ext uri="{0D108BD9-81ED-4DB2-BD59-A6C34878D82A}">
                    <a16:rowId xmlns:a16="http://schemas.microsoft.com/office/drawing/2014/main" val="3428387446"/>
                  </a:ext>
                </a:extLst>
              </a:tr>
              <a:tr h="152400">
                <a:tc>
                  <a:txBody>
                    <a:bodyPr/>
                    <a:lstStyle/>
                    <a:p>
                      <a:pPr algn="l" fontAlgn="b">
                        <a:buNone/>
                      </a:pPr>
                      <a:r>
                        <a:rPr lang="pt-BR" sz="900" b="0" i="0" u="none" strike="noStrike">
                          <a:solidFill>
                            <a:srgbClr val="000000"/>
                          </a:solidFill>
                          <a:effectLst/>
                          <a:latin typeface="Roboto Light" panose="02000000000000000000" pitchFamily="2" charset="0"/>
                        </a:rPr>
                        <a:t>Itaú Unibanco</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ITUB4</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15.00%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dez-22</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128.9%</a:t>
                      </a:r>
                    </a:p>
                  </a:txBody>
                  <a:tcPr marL="7620" marR="7620" marT="762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-7.8%</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2.8%</a:t>
                      </a:r>
                    </a:p>
                  </a:txBody>
                  <a:tcPr marL="7620" marR="7620" marT="7620" marB="0" anchor="b">
                    <a:lnL>
                      <a:noFill/>
                    </a:lnL>
                    <a:lnR>
                      <a:noFill/>
                    </a:lnR>
                    <a:lnT>
                      <a:noFill/>
                    </a:lnT>
                    <a:lnB>
                      <a:noFill/>
                    </a:lnB>
                    <a:noFill/>
                  </a:tcPr>
                </a:tc>
                <a:extLst>
                  <a:ext uri="{0D108BD9-81ED-4DB2-BD59-A6C34878D82A}">
                    <a16:rowId xmlns:a16="http://schemas.microsoft.com/office/drawing/2014/main" val="3661458134"/>
                  </a:ext>
                </a:extLst>
              </a:tr>
              <a:tr h="152400">
                <a:tc>
                  <a:txBody>
                    <a:bodyPr/>
                    <a:lstStyle/>
                    <a:p>
                      <a:pPr algn="l" fontAlgn="b">
                        <a:buNone/>
                      </a:pPr>
                      <a:r>
                        <a:rPr lang="pt-BR" sz="900" b="0" i="0" u="none" strike="noStrike">
                          <a:solidFill>
                            <a:srgbClr val="000000"/>
                          </a:solidFill>
                          <a:effectLst/>
                          <a:latin typeface="Roboto Light" panose="02000000000000000000" pitchFamily="2" charset="0"/>
                        </a:rPr>
                        <a:t>Petrobras</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PETR4</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10.00%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jun-24</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56.7%</a:t>
                      </a:r>
                    </a:p>
                  </a:txBody>
                  <a:tcPr marL="7620" marR="7620" marT="762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6.9%</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55.3%</a:t>
                      </a:r>
                    </a:p>
                  </a:txBody>
                  <a:tcPr marL="7620" marR="7620" marT="7620" marB="0" anchor="b">
                    <a:lnL>
                      <a:noFill/>
                    </a:lnL>
                    <a:lnR>
                      <a:noFill/>
                    </a:lnR>
                    <a:lnT>
                      <a:noFill/>
                    </a:lnT>
                    <a:lnB>
                      <a:noFill/>
                    </a:lnB>
                    <a:noFill/>
                  </a:tcPr>
                </a:tc>
                <a:extLst>
                  <a:ext uri="{0D108BD9-81ED-4DB2-BD59-A6C34878D82A}">
                    <a16:rowId xmlns:a16="http://schemas.microsoft.com/office/drawing/2014/main" val="1530335488"/>
                  </a:ext>
                </a:extLst>
              </a:tr>
              <a:tr h="152400">
                <a:tc>
                  <a:txBody>
                    <a:bodyPr/>
                    <a:lstStyle/>
                    <a:p>
                      <a:pPr algn="l" fontAlgn="b">
                        <a:buNone/>
                      </a:pPr>
                      <a:r>
                        <a:rPr lang="pt-BR" sz="900" b="0" i="0" u="none" strike="noStrike">
                          <a:solidFill>
                            <a:srgbClr val="000000"/>
                          </a:solidFill>
                          <a:effectLst/>
                          <a:latin typeface="Roboto Light" panose="02000000000000000000" pitchFamily="2" charset="0"/>
                        </a:rPr>
                        <a:t>PRIO</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PRIO3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mai-26</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-5.6%</a:t>
                      </a:r>
                    </a:p>
                  </a:txBody>
                  <a:tcPr marL="7620" marR="7620" marT="762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3.0%</a:t>
                      </a:r>
                    </a:p>
                  </a:txBody>
                  <a:tcPr marL="7620" marR="7620" marT="7620" marB="0" anchor="b">
                    <a:lnL>
                      <a:noFill/>
                    </a:lnL>
                    <a:lnR>
                      <a:noFill/>
                    </a:lnR>
                    <a:lnT>
                      <a:noFill/>
                    </a:lnT>
                    <a:lnB>
                      <a:noFill/>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51.3%</a:t>
                      </a:r>
                    </a:p>
                  </a:txBody>
                  <a:tcPr marL="7620" marR="7620" marT="7620" marB="0" anchor="b">
                    <a:lnL>
                      <a:noFill/>
                    </a:lnL>
                    <a:lnR>
                      <a:noFill/>
                    </a:lnR>
                    <a:lnT>
                      <a:noFill/>
                    </a:lnT>
                    <a:lnB>
                      <a:noFill/>
                    </a:lnB>
                    <a:noFill/>
                  </a:tcPr>
                </a:tc>
                <a:extLst>
                  <a:ext uri="{0D108BD9-81ED-4DB2-BD59-A6C34878D82A}">
                    <a16:rowId xmlns:a16="http://schemas.microsoft.com/office/drawing/2014/main" val="2361046572"/>
                  </a:ext>
                </a:extLst>
              </a:tr>
              <a:tr h="152400">
                <a:tc>
                  <a:txBody>
                    <a:bodyPr/>
                    <a:lstStyle/>
                    <a:p>
                      <a:pPr algn="l" fontAlgn="b">
                        <a:buNone/>
                      </a:pPr>
                      <a:r>
                        <a:rPr lang="pt-BR" sz="900" b="0" i="0" u="none" strike="noStrike">
                          <a:solidFill>
                            <a:srgbClr val="000000"/>
                          </a:solidFill>
                          <a:effectLst/>
                          <a:latin typeface="Roboto Light" panose="02000000000000000000" pitchFamily="2" charset="0"/>
                        </a:rPr>
                        <a:t>Vale</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VALE3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12.50%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dez-23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34.0%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4.9%</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11.2%</a:t>
                      </a:r>
                    </a:p>
                  </a:txBody>
                  <a:tcPr marL="7620" marR="7620" marT="7620" marB="0" anchor="b">
                    <a:lnL>
                      <a:noFill/>
                    </a:lnL>
                    <a:lnR>
                      <a:noFill/>
                    </a:lnR>
                    <a:lnT>
                      <a:noFill/>
                    </a:lnT>
                    <a:lnB>
                      <a:noFill/>
                    </a:lnB>
                    <a:noFill/>
                  </a:tcPr>
                </a:tc>
                <a:extLst>
                  <a:ext uri="{0D108BD9-81ED-4DB2-BD59-A6C34878D82A}">
                    <a16:rowId xmlns:a16="http://schemas.microsoft.com/office/drawing/2014/main" val="4037985066"/>
                  </a:ext>
                </a:extLst>
              </a:tr>
              <a:tr h="152400">
                <a:tc>
                  <a:txBody>
                    <a:bodyPr/>
                    <a:lstStyle/>
                    <a:p>
                      <a:pPr algn="l" fontAlgn="b">
                        <a:buNone/>
                      </a:pPr>
                      <a:r>
                        <a:rPr lang="pt-BR" sz="900" b="0" i="0" u="none" strike="noStrike">
                          <a:solidFill>
                            <a:srgbClr val="000000"/>
                          </a:solidFill>
                          <a:effectLst/>
                          <a:latin typeface="Roboto Light" panose="02000000000000000000" pitchFamily="2" charset="0"/>
                        </a:rPr>
                        <a:t>Telefônica Brasil</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VIVT3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abr-24</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40.5%</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-8.2%</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-4.3%</a:t>
                      </a:r>
                    </a:p>
                  </a:txBody>
                  <a:tcPr marL="7620" marR="7620" marT="7620" marB="0" anchor="b">
                    <a:lnL>
                      <a:noFill/>
                    </a:lnL>
                    <a:lnR>
                      <a:noFill/>
                    </a:lnR>
                    <a:lnT>
                      <a:noFill/>
                    </a:lnT>
                    <a:lnB>
                      <a:noFill/>
                    </a:lnB>
                    <a:noFill/>
                  </a:tcPr>
                </a:tc>
                <a:extLst>
                  <a:ext uri="{0D108BD9-81ED-4DB2-BD59-A6C34878D82A}">
                    <a16:rowId xmlns:a16="http://schemas.microsoft.com/office/drawing/2014/main" val="3547009346"/>
                  </a:ext>
                </a:extLst>
              </a:tr>
            </a:tbl>
          </a:graphicData>
        </a:graphic>
      </p:graphicFrame>
      <p:graphicFrame>
        <p:nvGraphicFramePr>
          <p:cNvPr id="12" name="Chart 11">
            <a:extLst>
              <a:ext uri="{FF2B5EF4-FFF2-40B4-BE49-F238E27FC236}">
                <a16:creationId xmlns:a16="http://schemas.microsoft.com/office/drawing/2014/main" id="{A83F6196-FA40-8F33-91CB-9DBE75C2D3A4}"/>
              </a:ext>
            </a:extLst>
          </p:cNvPr>
          <p:cNvGraphicFramePr>
            <a:graphicFrameLocks/>
          </p:cNvGraphicFramePr>
          <p:nvPr>
            <p:extLst>
              <p:ext uri="{D42A27DB-BD31-4B8C-83A1-F6EECF244321}">
                <p14:modId xmlns:p14="http://schemas.microsoft.com/office/powerpoint/2010/main" val="1956911127"/>
              </p:ext>
            </p:extLst>
          </p:nvPr>
        </p:nvGraphicFramePr>
        <p:xfrm>
          <a:off x="6095449" y="3675437"/>
          <a:ext cx="5724550" cy="249886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036974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a:extLst>
              <a:ext uri="{FF2B5EF4-FFF2-40B4-BE49-F238E27FC236}">
                <a16:creationId xmlns:a16="http://schemas.microsoft.com/office/drawing/2014/main" id="{DBB5CD30-E91F-4291-80A3-7938CED2AAB6}"/>
              </a:ext>
            </a:extLst>
          </p:cNvPr>
          <p:cNvSpPr>
            <a:spLocks noGrp="1"/>
          </p:cNvSpPr>
          <p:nvPr>
            <p:ph type="body" sz="quarter" idx="18"/>
          </p:nvPr>
        </p:nvSpPr>
        <p:spPr/>
        <p:txBody>
          <a:bodyPr/>
          <a:lstStyle/>
          <a:p>
            <a:r>
              <a:rPr lang="pt-BR" dirty="0"/>
              <a:t>Fonte: </a:t>
            </a:r>
            <a:r>
              <a:rPr lang="pt-BR" dirty="0" err="1"/>
              <a:t>Economatica</a:t>
            </a:r>
            <a:r>
              <a:rPr lang="pt-BR" dirty="0"/>
              <a:t> e XP </a:t>
            </a:r>
            <a:r>
              <a:rPr lang="pt-BR" dirty="0" err="1"/>
              <a:t>Research</a:t>
            </a:r>
            <a:r>
              <a:rPr lang="pt-BR" dirty="0"/>
              <a:t>. Retornos da carteira incluem dividendos. Dados até 31/08/2026. /  Sempre consulte seu assessor de Investimentos</a:t>
            </a:r>
          </a:p>
        </p:txBody>
      </p:sp>
      <p:sp>
        <p:nvSpPr>
          <p:cNvPr id="3" name="Espaço Reservado para Conteúdo 2">
            <a:extLst>
              <a:ext uri="{FF2B5EF4-FFF2-40B4-BE49-F238E27FC236}">
                <a16:creationId xmlns:a16="http://schemas.microsoft.com/office/drawing/2014/main" id="{AFCBF091-DEB2-4DB0-B6CC-855F7198EB9E}"/>
              </a:ext>
            </a:extLst>
          </p:cNvPr>
          <p:cNvSpPr>
            <a:spLocks noGrp="1"/>
          </p:cNvSpPr>
          <p:nvPr>
            <p:ph sz="quarter" idx="25"/>
          </p:nvPr>
        </p:nvSpPr>
        <p:spPr>
          <a:xfrm>
            <a:off x="336000" y="782702"/>
            <a:ext cx="11518899" cy="230832"/>
          </a:xfrm>
        </p:spPr>
        <p:txBody>
          <a:bodyPr/>
          <a:lstStyle/>
          <a:p>
            <a:r>
              <a:rPr lang="pt-BR" dirty="0"/>
              <a:t>Figura 5: Desempenho da Carteira Top Dividendos XP vs. Ibovespa</a:t>
            </a:r>
          </a:p>
        </p:txBody>
      </p:sp>
      <p:sp>
        <p:nvSpPr>
          <p:cNvPr id="4" name="Espaço Reservado para Texto 3">
            <a:extLst>
              <a:ext uri="{FF2B5EF4-FFF2-40B4-BE49-F238E27FC236}">
                <a16:creationId xmlns:a16="http://schemas.microsoft.com/office/drawing/2014/main" id="{7BAF3492-CB90-404B-964F-A660E4266455}"/>
              </a:ext>
            </a:extLst>
          </p:cNvPr>
          <p:cNvSpPr>
            <a:spLocks noGrp="1"/>
          </p:cNvSpPr>
          <p:nvPr>
            <p:ph type="body" sz="quarter" idx="16"/>
          </p:nvPr>
        </p:nvSpPr>
        <p:spPr/>
        <p:txBody>
          <a:bodyPr/>
          <a:lstStyle/>
          <a:p>
            <a:r>
              <a:rPr lang="pt-BR" dirty="0"/>
              <a:t>Desempenho &amp; Dividendos</a:t>
            </a:r>
          </a:p>
        </p:txBody>
      </p:sp>
      <p:sp>
        <p:nvSpPr>
          <p:cNvPr id="5" name="Espaço Reservado para Data 4">
            <a:extLst>
              <a:ext uri="{FF2B5EF4-FFF2-40B4-BE49-F238E27FC236}">
                <a16:creationId xmlns:a16="http://schemas.microsoft.com/office/drawing/2014/main" id="{659551AE-585C-40AA-8AEB-6CA9C4CA4FBE}"/>
              </a:ext>
            </a:extLst>
          </p:cNvPr>
          <p:cNvSpPr>
            <a:spLocks noGrp="1"/>
          </p:cNvSpPr>
          <p:nvPr>
            <p:ph type="dt" sz="half" idx="2"/>
          </p:nvPr>
        </p:nvSpPr>
        <p:spPr/>
        <p:txBody>
          <a:bodyPr/>
          <a:lstStyle/>
          <a:p>
            <a:fld id="{A6844A8F-C80F-444C-AD01-359786A22A4E}" type="datetime4">
              <a:rPr lang="pt-BR" smtClean="0"/>
              <a:pPr/>
              <a:t>1 de setembro de 2026</a:t>
            </a:fld>
            <a:endParaRPr lang="en-US" dirty="0"/>
          </a:p>
        </p:txBody>
      </p:sp>
      <p:sp>
        <p:nvSpPr>
          <p:cNvPr id="7" name="Espaço Reservado para Conteúdo 6">
            <a:extLst>
              <a:ext uri="{FF2B5EF4-FFF2-40B4-BE49-F238E27FC236}">
                <a16:creationId xmlns:a16="http://schemas.microsoft.com/office/drawing/2014/main" id="{DCFD407F-3769-8C95-2843-6B8AE2E89CFE}"/>
              </a:ext>
            </a:extLst>
          </p:cNvPr>
          <p:cNvSpPr txBox="1">
            <a:spLocks/>
          </p:cNvSpPr>
          <p:nvPr/>
        </p:nvSpPr>
        <p:spPr>
          <a:xfrm>
            <a:off x="336550" y="3270988"/>
            <a:ext cx="11518900" cy="23083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pt-BR"/>
              <a:t>Figura 6: Fluxo de pagamento de dividendos</a:t>
            </a:r>
          </a:p>
        </p:txBody>
      </p:sp>
      <p:sp>
        <p:nvSpPr>
          <p:cNvPr id="9" name="Content Placeholder 2">
            <a:extLst>
              <a:ext uri="{FF2B5EF4-FFF2-40B4-BE49-F238E27FC236}">
                <a16:creationId xmlns:a16="http://schemas.microsoft.com/office/drawing/2014/main" id="{D95B56FA-44C4-A816-3DBA-279A6A458EE9}"/>
              </a:ext>
            </a:extLst>
          </p:cNvPr>
          <p:cNvSpPr txBox="1">
            <a:spLocks/>
          </p:cNvSpPr>
          <p:nvPr/>
        </p:nvSpPr>
        <p:spPr>
          <a:xfrm>
            <a:off x="259799" y="2331974"/>
            <a:ext cx="11518899" cy="2339691"/>
          </a:xfrm>
          <a:prstGeom prst="rect">
            <a:avLst/>
          </a:prstGeom>
        </p:spPr>
        <p:txBody>
          <a:bodyPr/>
          <a:lstStyle>
            <a:lvl1pPr marL="0" indent="0" algn="l" defTabSz="685808" rtl="0" eaLnBrk="1" latinLnBrk="0" hangingPunct="1">
              <a:lnSpc>
                <a:spcPct val="90000"/>
              </a:lnSpc>
              <a:spcBef>
                <a:spcPts val="751"/>
              </a:spcBef>
              <a:buFont typeface="Arial" panose="020B0604020202020204" pitchFamily="34" charset="0"/>
              <a:buNone/>
              <a:defRPr sz="1200" kern="1200">
                <a:solidFill>
                  <a:schemeClr val="tx2"/>
                </a:solidFill>
                <a:latin typeface="+mn-lt"/>
                <a:ea typeface="+mn-ea"/>
                <a:cs typeface="+mn-cs"/>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algn="just">
              <a:lnSpc>
                <a:spcPct val="125000"/>
              </a:lnSpc>
              <a:spcBef>
                <a:spcPts val="600"/>
              </a:spcBef>
            </a:pPr>
            <a:r>
              <a:rPr lang="pt-BR" sz="1000" dirty="0">
                <a:solidFill>
                  <a:schemeClr val="tx1"/>
                </a:solidFill>
                <a:latin typeface="Roboto Light" panose="02000000000000000000" pitchFamily="2" charset="0"/>
                <a:ea typeface="Roboto Light" panose="02000000000000000000" pitchFamily="2" charset="0"/>
                <a:cs typeface="Roboto Light" panose="02000000000000000000" pitchFamily="2" charset="0"/>
              </a:rPr>
              <a:t>Na tabela abaixo, mostramos os dividendos pagos pela Carteira Top Dividendos. </a:t>
            </a:r>
          </a:p>
          <a:p>
            <a:pPr algn="just">
              <a:lnSpc>
                <a:spcPct val="125000"/>
              </a:lnSpc>
              <a:spcBef>
                <a:spcPts val="600"/>
              </a:spcBef>
            </a:pPr>
            <a:r>
              <a:rPr lang="pt-BR" sz="1000" dirty="0">
                <a:solidFill>
                  <a:schemeClr val="tx1"/>
                </a:solidFill>
                <a:latin typeface="Roboto Light" panose="02000000000000000000" pitchFamily="2" charset="0"/>
                <a:ea typeface="Roboto Light" panose="02000000000000000000" pitchFamily="2" charset="0"/>
                <a:cs typeface="Roboto Light" panose="02000000000000000000" pitchFamily="2" charset="0"/>
              </a:rPr>
              <a:t>Medimos o quanto a carteira Top Dividendos XP pagou de dividendos para seus investidores mensalmente e o acumulado dos últimos 12 meses. Para isso, simulamos um investimento na carteira no valor de R$10.000,00.  Com esse aporte, o investidor teria o seguinte fluxo de dividendos</a:t>
            </a:r>
            <a:endParaRPr lang="en-US" sz="1000" dirty="0">
              <a:solidFill>
                <a:schemeClr val="tx1"/>
              </a:solidFill>
              <a:latin typeface="Roboto Light" panose="02000000000000000000" pitchFamily="2" charset="0"/>
              <a:ea typeface="Roboto Light" panose="02000000000000000000" pitchFamily="2" charset="0"/>
              <a:cs typeface="Roboto Light" panose="02000000000000000000" pitchFamily="2" charset="0"/>
            </a:endParaRPr>
          </a:p>
          <a:p>
            <a:pPr algn="just">
              <a:lnSpc>
                <a:spcPct val="125000"/>
              </a:lnSpc>
              <a:spcBef>
                <a:spcPts val="600"/>
              </a:spcBef>
            </a:pPr>
            <a:endParaRPr lang="en-US" dirty="0"/>
          </a:p>
        </p:txBody>
      </p:sp>
      <p:graphicFrame>
        <p:nvGraphicFramePr>
          <p:cNvPr id="12" name="Table 11">
            <a:extLst>
              <a:ext uri="{FF2B5EF4-FFF2-40B4-BE49-F238E27FC236}">
                <a16:creationId xmlns:a16="http://schemas.microsoft.com/office/drawing/2014/main" id="{C61E9A27-61C9-647F-9953-CF0BD4B98FA9}"/>
              </a:ext>
            </a:extLst>
          </p:cNvPr>
          <p:cNvGraphicFramePr>
            <a:graphicFrameLocks noGrp="1"/>
          </p:cNvGraphicFramePr>
          <p:nvPr>
            <p:extLst>
              <p:ext uri="{D42A27DB-BD31-4B8C-83A1-F6EECF244321}">
                <p14:modId xmlns:p14="http://schemas.microsoft.com/office/powerpoint/2010/main" val="1107093216"/>
              </p:ext>
            </p:extLst>
          </p:nvPr>
        </p:nvGraphicFramePr>
        <p:xfrm>
          <a:off x="336000" y="1097308"/>
          <a:ext cx="11556004" cy="792000"/>
        </p:xfrm>
        <a:graphic>
          <a:graphicData uri="http://schemas.openxmlformats.org/drawingml/2006/table">
            <a:tbl>
              <a:tblPr/>
              <a:tblGrid>
                <a:gridCol w="1127410">
                  <a:extLst>
                    <a:ext uri="{9D8B030D-6E8A-4147-A177-3AD203B41FA5}">
                      <a16:colId xmlns:a16="http://schemas.microsoft.com/office/drawing/2014/main" val="3854965617"/>
                    </a:ext>
                  </a:extLst>
                </a:gridCol>
                <a:gridCol w="1181964">
                  <a:extLst>
                    <a:ext uri="{9D8B030D-6E8A-4147-A177-3AD203B41FA5}">
                      <a16:colId xmlns:a16="http://schemas.microsoft.com/office/drawing/2014/main" val="2130869082"/>
                    </a:ext>
                  </a:extLst>
                </a:gridCol>
                <a:gridCol w="472791">
                  <a:extLst>
                    <a:ext uri="{9D8B030D-6E8A-4147-A177-3AD203B41FA5}">
                      <a16:colId xmlns:a16="http://schemas.microsoft.com/office/drawing/2014/main" val="735883867"/>
                    </a:ext>
                  </a:extLst>
                </a:gridCol>
                <a:gridCol w="563705">
                  <a:extLst>
                    <a:ext uri="{9D8B030D-6E8A-4147-A177-3AD203B41FA5}">
                      <a16:colId xmlns:a16="http://schemas.microsoft.com/office/drawing/2014/main" val="979560207"/>
                    </a:ext>
                  </a:extLst>
                </a:gridCol>
                <a:gridCol w="472791">
                  <a:extLst>
                    <a:ext uri="{9D8B030D-6E8A-4147-A177-3AD203B41FA5}">
                      <a16:colId xmlns:a16="http://schemas.microsoft.com/office/drawing/2014/main" val="883922478"/>
                    </a:ext>
                  </a:extLst>
                </a:gridCol>
                <a:gridCol w="472791">
                  <a:extLst>
                    <a:ext uri="{9D8B030D-6E8A-4147-A177-3AD203B41FA5}">
                      <a16:colId xmlns:a16="http://schemas.microsoft.com/office/drawing/2014/main" val="1942851271"/>
                    </a:ext>
                  </a:extLst>
                </a:gridCol>
                <a:gridCol w="472791">
                  <a:extLst>
                    <a:ext uri="{9D8B030D-6E8A-4147-A177-3AD203B41FA5}">
                      <a16:colId xmlns:a16="http://schemas.microsoft.com/office/drawing/2014/main" val="2606904717"/>
                    </a:ext>
                  </a:extLst>
                </a:gridCol>
                <a:gridCol w="472791">
                  <a:extLst>
                    <a:ext uri="{9D8B030D-6E8A-4147-A177-3AD203B41FA5}">
                      <a16:colId xmlns:a16="http://schemas.microsoft.com/office/drawing/2014/main" val="3552207100"/>
                    </a:ext>
                  </a:extLst>
                </a:gridCol>
                <a:gridCol w="472791">
                  <a:extLst>
                    <a:ext uri="{9D8B030D-6E8A-4147-A177-3AD203B41FA5}">
                      <a16:colId xmlns:a16="http://schemas.microsoft.com/office/drawing/2014/main" val="374950459"/>
                    </a:ext>
                  </a:extLst>
                </a:gridCol>
                <a:gridCol w="472791">
                  <a:extLst>
                    <a:ext uri="{9D8B030D-6E8A-4147-A177-3AD203B41FA5}">
                      <a16:colId xmlns:a16="http://schemas.microsoft.com/office/drawing/2014/main" val="3425217760"/>
                    </a:ext>
                  </a:extLst>
                </a:gridCol>
                <a:gridCol w="436417">
                  <a:extLst>
                    <a:ext uri="{9D8B030D-6E8A-4147-A177-3AD203B41FA5}">
                      <a16:colId xmlns:a16="http://schemas.microsoft.com/office/drawing/2014/main" val="2323873010"/>
                    </a:ext>
                  </a:extLst>
                </a:gridCol>
                <a:gridCol w="436417">
                  <a:extLst>
                    <a:ext uri="{9D8B030D-6E8A-4147-A177-3AD203B41FA5}">
                      <a16:colId xmlns:a16="http://schemas.microsoft.com/office/drawing/2014/main" val="3265851031"/>
                    </a:ext>
                  </a:extLst>
                </a:gridCol>
                <a:gridCol w="436417">
                  <a:extLst>
                    <a:ext uri="{9D8B030D-6E8A-4147-A177-3AD203B41FA5}">
                      <a16:colId xmlns:a16="http://schemas.microsoft.com/office/drawing/2014/main" val="2859723190"/>
                    </a:ext>
                  </a:extLst>
                </a:gridCol>
                <a:gridCol w="436417">
                  <a:extLst>
                    <a:ext uri="{9D8B030D-6E8A-4147-A177-3AD203B41FA5}">
                      <a16:colId xmlns:a16="http://schemas.microsoft.com/office/drawing/2014/main" val="1806943343"/>
                    </a:ext>
                  </a:extLst>
                </a:gridCol>
                <a:gridCol w="436417">
                  <a:extLst>
                    <a:ext uri="{9D8B030D-6E8A-4147-A177-3AD203B41FA5}">
                      <a16:colId xmlns:a16="http://schemas.microsoft.com/office/drawing/2014/main" val="695305076"/>
                    </a:ext>
                  </a:extLst>
                </a:gridCol>
                <a:gridCol w="436417">
                  <a:extLst>
                    <a:ext uri="{9D8B030D-6E8A-4147-A177-3AD203B41FA5}">
                      <a16:colId xmlns:a16="http://schemas.microsoft.com/office/drawing/2014/main" val="2281359436"/>
                    </a:ext>
                  </a:extLst>
                </a:gridCol>
                <a:gridCol w="136384">
                  <a:extLst>
                    <a:ext uri="{9D8B030D-6E8A-4147-A177-3AD203B41FA5}">
                      <a16:colId xmlns:a16="http://schemas.microsoft.com/office/drawing/2014/main" val="4038563011"/>
                    </a:ext>
                  </a:extLst>
                </a:gridCol>
                <a:gridCol w="436417">
                  <a:extLst>
                    <a:ext uri="{9D8B030D-6E8A-4147-A177-3AD203B41FA5}">
                      <a16:colId xmlns:a16="http://schemas.microsoft.com/office/drawing/2014/main" val="762245312"/>
                    </a:ext>
                  </a:extLst>
                </a:gridCol>
                <a:gridCol w="436417">
                  <a:extLst>
                    <a:ext uri="{9D8B030D-6E8A-4147-A177-3AD203B41FA5}">
                      <a16:colId xmlns:a16="http://schemas.microsoft.com/office/drawing/2014/main" val="2980147233"/>
                    </a:ext>
                  </a:extLst>
                </a:gridCol>
                <a:gridCol w="436417">
                  <a:extLst>
                    <a:ext uri="{9D8B030D-6E8A-4147-A177-3AD203B41FA5}">
                      <a16:colId xmlns:a16="http://schemas.microsoft.com/office/drawing/2014/main" val="3088965359"/>
                    </a:ext>
                  </a:extLst>
                </a:gridCol>
                <a:gridCol w="436417">
                  <a:extLst>
                    <a:ext uri="{9D8B030D-6E8A-4147-A177-3AD203B41FA5}">
                      <a16:colId xmlns:a16="http://schemas.microsoft.com/office/drawing/2014/main" val="1188179717"/>
                    </a:ext>
                  </a:extLst>
                </a:gridCol>
                <a:gridCol w="436417">
                  <a:extLst>
                    <a:ext uri="{9D8B030D-6E8A-4147-A177-3AD203B41FA5}">
                      <a16:colId xmlns:a16="http://schemas.microsoft.com/office/drawing/2014/main" val="2286154605"/>
                    </a:ext>
                  </a:extLst>
                </a:gridCol>
                <a:gridCol w="436417">
                  <a:extLst>
                    <a:ext uri="{9D8B030D-6E8A-4147-A177-3AD203B41FA5}">
                      <a16:colId xmlns:a16="http://schemas.microsoft.com/office/drawing/2014/main" val="1972322959"/>
                    </a:ext>
                  </a:extLst>
                </a:gridCol>
              </a:tblGrid>
              <a:tr h="264000">
                <a:tc>
                  <a:txBody>
                    <a:bodyPr/>
                    <a:lstStyle/>
                    <a:p>
                      <a:pPr algn="ctr" fontAlgn="b">
                        <a:buNone/>
                      </a:pPr>
                      <a:r>
                        <a:rPr lang="pt-BR" sz="1000" b="1" i="0" u="none" strike="noStrike" dirty="0">
                          <a:solidFill>
                            <a:srgbClr val="000000"/>
                          </a:solidFill>
                          <a:effectLst/>
                          <a:latin typeface="Roboto Light" panose="02000000000000000000" pitchFamily="2" charset="0"/>
                        </a:rPr>
                        <a:t> </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dirty="0">
                          <a:solidFill>
                            <a:srgbClr val="000000"/>
                          </a:solidFill>
                          <a:effectLst/>
                          <a:latin typeface="Roboto Light" panose="02000000000000000000" pitchFamily="2" charset="0"/>
                        </a:rPr>
                        <a:t>Desde o início</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2026</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Últ. 12M</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ago-26</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jul-26</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jun-26</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mai-26</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abr-26</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mar-26</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fev-26</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jan-26</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dez-25</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nov-25</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out-25</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set-25</a:t>
                      </a:r>
                    </a:p>
                  </a:txBody>
                  <a:tcPr marL="4964" marR="4964" marT="4964" marB="0" anchor="ctr">
                    <a:lnL>
                      <a:noFill/>
                    </a:lnL>
                    <a:lnR>
                      <a:noFill/>
                    </a:lnR>
                    <a:lnT>
                      <a:noFill/>
                    </a:lnT>
                    <a:lnB>
                      <a:noFill/>
                    </a:lnB>
                    <a:solidFill>
                      <a:srgbClr val="FFC000"/>
                    </a:solidFill>
                  </a:tcPr>
                </a:tc>
                <a:tc>
                  <a:txBody>
                    <a:bodyPr/>
                    <a:lstStyle/>
                    <a:p>
                      <a:pPr algn="l" fontAlgn="b">
                        <a:buNone/>
                      </a:pPr>
                      <a:endParaRPr lang="pt-BR" sz="1000" b="0" i="0" u="none" strike="noStrike">
                        <a:solidFill>
                          <a:srgbClr val="000000"/>
                        </a:solidFill>
                        <a:effectLst/>
                        <a:latin typeface="Roboto Light" panose="02000000000000000000" pitchFamily="2" charset="0"/>
                      </a:endParaRPr>
                    </a:p>
                  </a:txBody>
                  <a:tcPr marL="4964" marR="4964" marT="4964" marB="0" anchor="ctr">
                    <a:lnL>
                      <a:noFill/>
                    </a:lnL>
                    <a:lnR>
                      <a:noFill/>
                    </a:lnR>
                    <a:lnT>
                      <a:noFill/>
                    </a:lnT>
                    <a:lnB>
                      <a:noFill/>
                    </a:lnB>
                    <a:noFill/>
                  </a:tcPr>
                </a:tc>
                <a:tc>
                  <a:txBody>
                    <a:bodyPr/>
                    <a:lstStyle/>
                    <a:p>
                      <a:pPr algn="ctr" fontAlgn="b">
                        <a:buNone/>
                      </a:pPr>
                      <a:r>
                        <a:rPr lang="pt-BR" sz="1000" b="1" i="0" u="none" strike="noStrike">
                          <a:solidFill>
                            <a:srgbClr val="000000"/>
                          </a:solidFill>
                          <a:effectLst/>
                          <a:latin typeface="Roboto Light" panose="02000000000000000000" pitchFamily="2" charset="0"/>
                        </a:rPr>
                        <a:t>2025</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2024</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2023</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2022</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2021</a:t>
                      </a:r>
                    </a:p>
                  </a:txBody>
                  <a:tcPr marL="4964" marR="4964" marT="4964" marB="0" anchor="ctr">
                    <a:lnL>
                      <a:noFill/>
                    </a:lnL>
                    <a:lnR>
                      <a:noFill/>
                    </a:lnR>
                    <a:lnT>
                      <a:noFill/>
                    </a:lnT>
                    <a:lnB>
                      <a:noFill/>
                    </a:lnB>
                    <a:solidFill>
                      <a:srgbClr val="FFC000"/>
                    </a:solidFill>
                  </a:tcPr>
                </a:tc>
                <a:tc>
                  <a:txBody>
                    <a:bodyPr/>
                    <a:lstStyle/>
                    <a:p>
                      <a:pPr algn="ctr" fontAlgn="b">
                        <a:buNone/>
                      </a:pPr>
                      <a:r>
                        <a:rPr lang="pt-BR" sz="1000" b="1" i="0" u="none" strike="noStrike">
                          <a:solidFill>
                            <a:srgbClr val="000000"/>
                          </a:solidFill>
                          <a:effectLst/>
                          <a:latin typeface="Roboto Light" panose="02000000000000000000" pitchFamily="2" charset="0"/>
                        </a:rPr>
                        <a:t>2020</a:t>
                      </a:r>
                    </a:p>
                  </a:txBody>
                  <a:tcPr marL="4964" marR="4964" marT="4964" marB="0" anchor="ctr">
                    <a:lnL>
                      <a:noFill/>
                    </a:lnL>
                    <a:lnR>
                      <a:noFill/>
                    </a:lnR>
                    <a:lnT>
                      <a:noFill/>
                    </a:lnT>
                    <a:lnB>
                      <a:noFill/>
                    </a:lnB>
                    <a:solidFill>
                      <a:srgbClr val="FFC000"/>
                    </a:solidFill>
                  </a:tcPr>
                </a:tc>
                <a:extLst>
                  <a:ext uri="{0D108BD9-81ED-4DB2-BD59-A6C34878D82A}">
                    <a16:rowId xmlns:a16="http://schemas.microsoft.com/office/drawing/2014/main" val="2797619982"/>
                  </a:ext>
                </a:extLst>
              </a:tr>
              <a:tr h="264000">
                <a:tc>
                  <a:txBody>
                    <a:bodyPr/>
                    <a:lstStyle/>
                    <a:p>
                      <a:pPr algn="ctr" fontAlgn="b">
                        <a:buNone/>
                      </a:pPr>
                      <a:r>
                        <a:rPr lang="pt-BR" sz="1000" b="0" i="0" u="none" strike="noStrike">
                          <a:solidFill>
                            <a:srgbClr val="000000"/>
                          </a:solidFill>
                          <a:effectLst/>
                          <a:latin typeface="Roboto Light" panose="02000000000000000000" pitchFamily="2" charset="0"/>
                        </a:rPr>
                        <a:t>Top Dividendos XP</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332.8%</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15.0%</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34.0%</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-0.9%</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2.5%</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-1.0%</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-7.3%</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0.6%</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0.9%</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6.8%</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13.8%</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0.3%</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8.3%</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2.0%</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5.2%</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l" fontAlgn="b">
                        <a:buNone/>
                      </a:pPr>
                      <a:endParaRPr lang="pt-BR" sz="1000" b="0" i="0" u="none" strike="noStrike">
                        <a:solidFill>
                          <a:srgbClr val="000000"/>
                        </a:solidFill>
                        <a:effectLst/>
                        <a:latin typeface="Roboto Light" panose="02000000000000000000" pitchFamily="2" charset="0"/>
                      </a:endParaRPr>
                    </a:p>
                  </a:txBody>
                  <a:tcPr marL="4964" marR="4964" marT="4964" marB="0" anchor="ctr">
                    <a:lnL>
                      <a:noFill/>
                    </a:lnL>
                    <a:lnR>
                      <a:noFill/>
                    </a:lnR>
                    <a:lnT>
                      <a:noFill/>
                    </a:lnT>
                    <a:lnB>
                      <a:noFill/>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45.5%</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-1.6%</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38.1%</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19.4%</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-4.0%</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-0.7%</a:t>
                      </a:r>
                    </a:p>
                  </a:txBody>
                  <a:tcPr marL="4964" marR="4964" marT="4964" marB="0" anchor="ctr">
                    <a:lnL>
                      <a:noFill/>
                    </a:lnL>
                    <a:lnR>
                      <a:noFill/>
                    </a:lnR>
                    <a:lnT>
                      <a:noFill/>
                    </a:lnT>
                    <a:lnB w="6350" cap="flat" cmpd="sng" algn="ctr">
                      <a:solidFill>
                        <a:srgbClr val="7E7E7E"/>
                      </a:solidFill>
                      <a:prstDash val="solid"/>
                      <a:round/>
                      <a:headEnd type="none" w="med" len="med"/>
                      <a:tailEnd type="none" w="med" len="med"/>
                    </a:lnB>
                    <a:noFill/>
                  </a:tcPr>
                </a:tc>
                <a:extLst>
                  <a:ext uri="{0D108BD9-81ED-4DB2-BD59-A6C34878D82A}">
                    <a16:rowId xmlns:a16="http://schemas.microsoft.com/office/drawing/2014/main" val="2521713108"/>
                  </a:ext>
                </a:extLst>
              </a:tr>
              <a:tr h="264000">
                <a:tc>
                  <a:txBody>
                    <a:bodyPr/>
                    <a:lstStyle/>
                    <a:p>
                      <a:pPr algn="ctr" fontAlgn="b">
                        <a:buNone/>
                      </a:pPr>
                      <a:r>
                        <a:rPr lang="pt-BR" sz="1000" b="0" i="0" u="none" strike="noStrike">
                          <a:solidFill>
                            <a:srgbClr val="000000"/>
                          </a:solidFill>
                          <a:effectLst/>
                          <a:latin typeface="Roboto Light" panose="02000000000000000000" pitchFamily="2" charset="0"/>
                        </a:rPr>
                        <a:t>Ibovespa</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143.8%</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10.1%</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25.5%</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-0.3%</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3.5%</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-1.0%</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-7.2%</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-0.1%</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-0.7%</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4.1%</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12.6%</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1.3%</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6.4%</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2.3%</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3.4%</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l" fontAlgn="b">
                        <a:buNone/>
                      </a:pPr>
                      <a:endParaRPr lang="pt-BR" sz="1000" b="0" i="0" u="none" strike="noStrike">
                        <a:solidFill>
                          <a:srgbClr val="000000"/>
                        </a:solidFill>
                        <a:effectLst/>
                        <a:latin typeface="Roboto Light" panose="02000000000000000000" pitchFamily="2" charset="0"/>
                      </a:endParaRPr>
                    </a:p>
                  </a:txBody>
                  <a:tcPr marL="4964" marR="4964" marT="4964" marB="0" anchor="ctr">
                    <a:lnL>
                      <a:noFill/>
                    </a:lnL>
                    <a:lnR>
                      <a:noFill/>
                    </a:lnR>
                    <a:lnT>
                      <a:noFill/>
                    </a:lnT>
                    <a:lnB>
                      <a:noFill/>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34.0%</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-10.4%</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22.3%</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4.7%</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-11.9%</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2.9%</a:t>
                      </a:r>
                    </a:p>
                  </a:txBody>
                  <a:tcPr marL="4964" marR="4964" marT="4964" marB="0" anchor="ctr">
                    <a:lnL>
                      <a:noFill/>
                    </a:lnL>
                    <a:lnR>
                      <a:noFill/>
                    </a:lnR>
                    <a:lnT w="6350" cap="flat" cmpd="sng" algn="ctr">
                      <a:solidFill>
                        <a:srgbClr val="7E7E7E"/>
                      </a:solidFill>
                      <a:prstDash val="solid"/>
                      <a:round/>
                      <a:headEnd type="none" w="med" len="med"/>
                      <a:tailEnd type="none" w="med" len="med"/>
                    </a:lnT>
                    <a:lnB w="6350" cap="flat" cmpd="sng" algn="ctr">
                      <a:solidFill>
                        <a:srgbClr val="7E7E7E"/>
                      </a:solidFill>
                      <a:prstDash val="solid"/>
                      <a:round/>
                      <a:headEnd type="none" w="med" len="med"/>
                      <a:tailEnd type="none" w="med" len="med"/>
                    </a:lnB>
                    <a:noFill/>
                  </a:tcPr>
                </a:tc>
                <a:extLst>
                  <a:ext uri="{0D108BD9-81ED-4DB2-BD59-A6C34878D82A}">
                    <a16:rowId xmlns:a16="http://schemas.microsoft.com/office/drawing/2014/main" val="4086273949"/>
                  </a:ext>
                </a:extLst>
              </a:tr>
            </a:tbl>
          </a:graphicData>
        </a:graphic>
      </p:graphicFrame>
      <p:graphicFrame>
        <p:nvGraphicFramePr>
          <p:cNvPr id="10" name="Table 9">
            <a:extLst>
              <a:ext uri="{FF2B5EF4-FFF2-40B4-BE49-F238E27FC236}">
                <a16:creationId xmlns:a16="http://schemas.microsoft.com/office/drawing/2014/main" id="{F91506D0-E5EF-A706-2450-978F66101F7A}"/>
              </a:ext>
            </a:extLst>
          </p:cNvPr>
          <p:cNvGraphicFramePr>
            <a:graphicFrameLocks noGrp="1"/>
          </p:cNvGraphicFramePr>
          <p:nvPr>
            <p:extLst>
              <p:ext uri="{D42A27DB-BD31-4B8C-83A1-F6EECF244321}">
                <p14:modId xmlns:p14="http://schemas.microsoft.com/office/powerpoint/2010/main" val="2095772294"/>
              </p:ext>
            </p:extLst>
          </p:nvPr>
        </p:nvGraphicFramePr>
        <p:xfrm>
          <a:off x="336000" y="3588386"/>
          <a:ext cx="11519997" cy="864001"/>
        </p:xfrm>
        <a:graphic>
          <a:graphicData uri="http://schemas.openxmlformats.org/drawingml/2006/table">
            <a:tbl>
              <a:tblPr/>
              <a:tblGrid>
                <a:gridCol w="1709202">
                  <a:extLst>
                    <a:ext uri="{9D8B030D-6E8A-4147-A177-3AD203B41FA5}">
                      <a16:colId xmlns:a16="http://schemas.microsoft.com/office/drawing/2014/main" val="3535563879"/>
                    </a:ext>
                  </a:extLst>
                </a:gridCol>
                <a:gridCol w="865988">
                  <a:extLst>
                    <a:ext uri="{9D8B030D-6E8A-4147-A177-3AD203B41FA5}">
                      <a16:colId xmlns:a16="http://schemas.microsoft.com/office/drawing/2014/main" val="756988058"/>
                    </a:ext>
                  </a:extLst>
                </a:gridCol>
                <a:gridCol w="752043">
                  <a:extLst>
                    <a:ext uri="{9D8B030D-6E8A-4147-A177-3AD203B41FA5}">
                      <a16:colId xmlns:a16="http://schemas.microsoft.com/office/drawing/2014/main" val="3339380956"/>
                    </a:ext>
                  </a:extLst>
                </a:gridCol>
                <a:gridCol w="752043">
                  <a:extLst>
                    <a:ext uri="{9D8B030D-6E8A-4147-A177-3AD203B41FA5}">
                      <a16:colId xmlns:a16="http://schemas.microsoft.com/office/drawing/2014/main" val="563713755"/>
                    </a:ext>
                  </a:extLst>
                </a:gridCol>
                <a:gridCol w="740656">
                  <a:extLst>
                    <a:ext uri="{9D8B030D-6E8A-4147-A177-3AD203B41FA5}">
                      <a16:colId xmlns:a16="http://schemas.microsoft.com/office/drawing/2014/main" val="288723937"/>
                    </a:ext>
                  </a:extLst>
                </a:gridCol>
                <a:gridCol w="740656">
                  <a:extLst>
                    <a:ext uri="{9D8B030D-6E8A-4147-A177-3AD203B41FA5}">
                      <a16:colId xmlns:a16="http://schemas.microsoft.com/office/drawing/2014/main" val="3055664493"/>
                    </a:ext>
                  </a:extLst>
                </a:gridCol>
                <a:gridCol w="740656">
                  <a:extLst>
                    <a:ext uri="{9D8B030D-6E8A-4147-A177-3AD203B41FA5}">
                      <a16:colId xmlns:a16="http://schemas.microsoft.com/office/drawing/2014/main" val="1009100447"/>
                    </a:ext>
                  </a:extLst>
                </a:gridCol>
                <a:gridCol w="740656">
                  <a:extLst>
                    <a:ext uri="{9D8B030D-6E8A-4147-A177-3AD203B41FA5}">
                      <a16:colId xmlns:a16="http://schemas.microsoft.com/office/drawing/2014/main" val="1397222943"/>
                    </a:ext>
                  </a:extLst>
                </a:gridCol>
                <a:gridCol w="752043">
                  <a:extLst>
                    <a:ext uri="{9D8B030D-6E8A-4147-A177-3AD203B41FA5}">
                      <a16:colId xmlns:a16="http://schemas.microsoft.com/office/drawing/2014/main" val="3235364800"/>
                    </a:ext>
                  </a:extLst>
                </a:gridCol>
                <a:gridCol w="752043">
                  <a:extLst>
                    <a:ext uri="{9D8B030D-6E8A-4147-A177-3AD203B41FA5}">
                      <a16:colId xmlns:a16="http://schemas.microsoft.com/office/drawing/2014/main" val="2668572734"/>
                    </a:ext>
                  </a:extLst>
                </a:gridCol>
                <a:gridCol w="740656">
                  <a:extLst>
                    <a:ext uri="{9D8B030D-6E8A-4147-A177-3AD203B41FA5}">
                      <a16:colId xmlns:a16="http://schemas.microsoft.com/office/drawing/2014/main" val="1619669701"/>
                    </a:ext>
                  </a:extLst>
                </a:gridCol>
                <a:gridCol w="752043">
                  <a:extLst>
                    <a:ext uri="{9D8B030D-6E8A-4147-A177-3AD203B41FA5}">
                      <a16:colId xmlns:a16="http://schemas.microsoft.com/office/drawing/2014/main" val="4175372722"/>
                    </a:ext>
                  </a:extLst>
                </a:gridCol>
                <a:gridCol w="740656">
                  <a:extLst>
                    <a:ext uri="{9D8B030D-6E8A-4147-A177-3AD203B41FA5}">
                      <a16:colId xmlns:a16="http://schemas.microsoft.com/office/drawing/2014/main" val="3406173262"/>
                    </a:ext>
                  </a:extLst>
                </a:gridCol>
                <a:gridCol w="740656">
                  <a:extLst>
                    <a:ext uri="{9D8B030D-6E8A-4147-A177-3AD203B41FA5}">
                      <a16:colId xmlns:a16="http://schemas.microsoft.com/office/drawing/2014/main" val="4163292294"/>
                    </a:ext>
                  </a:extLst>
                </a:gridCol>
              </a:tblGrid>
              <a:tr h="413217">
                <a:tc>
                  <a:txBody>
                    <a:bodyPr/>
                    <a:lstStyle/>
                    <a:p>
                      <a:pPr algn="ctr" fontAlgn="ctr">
                        <a:buNone/>
                      </a:pPr>
                      <a:r>
                        <a:rPr lang="pt-BR" sz="1000" b="0" i="0" u="none" strike="noStrike" dirty="0">
                          <a:solidFill>
                            <a:srgbClr val="000000"/>
                          </a:solidFill>
                          <a:effectLst/>
                          <a:latin typeface="Roboto Light" panose="02000000000000000000" pitchFamily="2" charset="0"/>
                        </a:rPr>
                        <a:t> </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ctr" rtl="0" fontAlgn="ctr">
                        <a:buNone/>
                      </a:pPr>
                      <a:r>
                        <a:rPr lang="pt-BR" sz="1000" b="1" i="0" u="none" strike="noStrike">
                          <a:solidFill>
                            <a:srgbClr val="000000"/>
                          </a:solidFill>
                          <a:effectLst/>
                          <a:latin typeface="Roboto Light" panose="02000000000000000000" pitchFamily="2" charset="0"/>
                        </a:rPr>
                        <a:t>Últimos 12 meses</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ctr" rtl="0" fontAlgn="ctr">
                        <a:buNone/>
                      </a:pPr>
                      <a:r>
                        <a:rPr lang="pt-BR" sz="1000" b="1" i="0" u="none" strike="noStrike">
                          <a:solidFill>
                            <a:srgbClr val="000000"/>
                          </a:solidFill>
                          <a:effectLst/>
                          <a:latin typeface="Roboto Light" panose="02000000000000000000" pitchFamily="2" charset="0"/>
                        </a:rPr>
                        <a:t>jun/26</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ctr" rtl="0" fontAlgn="ctr">
                        <a:buNone/>
                      </a:pPr>
                      <a:r>
                        <a:rPr lang="pt-BR" sz="1000" b="1" i="0" u="none" strike="noStrike">
                          <a:solidFill>
                            <a:srgbClr val="000000"/>
                          </a:solidFill>
                          <a:effectLst/>
                          <a:latin typeface="Roboto Light" panose="02000000000000000000" pitchFamily="2" charset="0"/>
                        </a:rPr>
                        <a:t>mai/26</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ctr" rtl="0" fontAlgn="ctr">
                        <a:buNone/>
                      </a:pPr>
                      <a:r>
                        <a:rPr lang="pt-BR" sz="1000" b="1" i="0" u="none" strike="noStrike">
                          <a:solidFill>
                            <a:srgbClr val="000000"/>
                          </a:solidFill>
                          <a:effectLst/>
                          <a:latin typeface="Roboto Light" panose="02000000000000000000" pitchFamily="2" charset="0"/>
                        </a:rPr>
                        <a:t>abr/26</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ctr" rtl="0" fontAlgn="ctr">
                        <a:buNone/>
                      </a:pPr>
                      <a:r>
                        <a:rPr lang="pt-BR" sz="1000" b="1" i="0" u="none" strike="noStrike">
                          <a:solidFill>
                            <a:srgbClr val="000000"/>
                          </a:solidFill>
                          <a:effectLst/>
                          <a:latin typeface="Roboto Light" panose="02000000000000000000" pitchFamily="2" charset="0"/>
                        </a:rPr>
                        <a:t>mar/26</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ctr" rtl="0" fontAlgn="ctr">
                        <a:buNone/>
                      </a:pPr>
                      <a:r>
                        <a:rPr lang="pt-BR" sz="1000" b="1" i="0" u="none" strike="noStrike">
                          <a:solidFill>
                            <a:srgbClr val="000000"/>
                          </a:solidFill>
                          <a:effectLst/>
                          <a:latin typeface="Roboto Light" panose="02000000000000000000" pitchFamily="2" charset="0"/>
                        </a:rPr>
                        <a:t>fev/26</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ctr" rtl="0" fontAlgn="ctr">
                        <a:buNone/>
                      </a:pPr>
                      <a:r>
                        <a:rPr lang="pt-BR" sz="1000" b="1" i="0" u="none" strike="noStrike">
                          <a:solidFill>
                            <a:srgbClr val="000000"/>
                          </a:solidFill>
                          <a:effectLst/>
                          <a:latin typeface="Roboto Light" panose="02000000000000000000" pitchFamily="2" charset="0"/>
                        </a:rPr>
                        <a:t>jan/26</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ctr" rtl="0" fontAlgn="ctr">
                        <a:buNone/>
                      </a:pPr>
                      <a:r>
                        <a:rPr lang="pt-BR" sz="1000" b="1" i="0" u="none" strike="noStrike">
                          <a:solidFill>
                            <a:srgbClr val="000000"/>
                          </a:solidFill>
                          <a:effectLst/>
                          <a:latin typeface="Roboto Light" panose="02000000000000000000" pitchFamily="2" charset="0"/>
                        </a:rPr>
                        <a:t>dez/25</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ctr" rtl="0" fontAlgn="ctr">
                        <a:buNone/>
                      </a:pPr>
                      <a:r>
                        <a:rPr lang="pt-BR" sz="1000" b="1" i="0" u="none" strike="noStrike">
                          <a:solidFill>
                            <a:srgbClr val="000000"/>
                          </a:solidFill>
                          <a:effectLst/>
                          <a:latin typeface="Roboto Light" panose="02000000000000000000" pitchFamily="2" charset="0"/>
                        </a:rPr>
                        <a:t>nov/25</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ctr" rtl="0" fontAlgn="ctr">
                        <a:buNone/>
                      </a:pPr>
                      <a:r>
                        <a:rPr lang="pt-BR" sz="1000" b="1" i="0" u="none" strike="noStrike">
                          <a:solidFill>
                            <a:srgbClr val="000000"/>
                          </a:solidFill>
                          <a:effectLst/>
                          <a:latin typeface="Roboto Light" panose="02000000000000000000" pitchFamily="2" charset="0"/>
                        </a:rPr>
                        <a:t>out/25</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ctr" rtl="0" fontAlgn="ctr">
                        <a:buNone/>
                      </a:pPr>
                      <a:r>
                        <a:rPr lang="pt-BR" sz="1000" b="1" i="0" u="none" strike="noStrike">
                          <a:solidFill>
                            <a:srgbClr val="000000"/>
                          </a:solidFill>
                          <a:effectLst/>
                          <a:latin typeface="Roboto Light" panose="02000000000000000000" pitchFamily="2" charset="0"/>
                        </a:rPr>
                        <a:t>set/25</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ctr" rtl="0" fontAlgn="ctr">
                        <a:buNone/>
                      </a:pPr>
                      <a:r>
                        <a:rPr lang="pt-BR" sz="1000" b="1" i="0" u="none" strike="noStrike">
                          <a:solidFill>
                            <a:srgbClr val="000000"/>
                          </a:solidFill>
                          <a:effectLst/>
                          <a:latin typeface="Roboto Light" panose="02000000000000000000" pitchFamily="2" charset="0"/>
                        </a:rPr>
                        <a:t>ago/25</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ctr" rtl="0" fontAlgn="ctr">
                        <a:buNone/>
                      </a:pPr>
                      <a:r>
                        <a:rPr lang="pt-BR" sz="1000" b="1" i="0" u="none" strike="noStrike">
                          <a:solidFill>
                            <a:srgbClr val="000000"/>
                          </a:solidFill>
                          <a:effectLst/>
                          <a:latin typeface="Roboto Light" panose="02000000000000000000" pitchFamily="2" charset="0"/>
                        </a:rPr>
                        <a:t>jul/25</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extLst>
                  <a:ext uri="{0D108BD9-81ED-4DB2-BD59-A6C34878D82A}">
                    <a16:rowId xmlns:a16="http://schemas.microsoft.com/office/drawing/2014/main" val="3697609846"/>
                  </a:ext>
                </a:extLst>
              </a:tr>
              <a:tr h="225392">
                <a:tc>
                  <a:txBody>
                    <a:bodyPr/>
                    <a:lstStyle/>
                    <a:p>
                      <a:pPr algn="ctr" rtl="0" fontAlgn="ctr">
                        <a:buNone/>
                      </a:pPr>
                      <a:r>
                        <a:rPr lang="pt-BR" sz="1000" b="1" i="0" u="none" strike="noStrike" dirty="0">
                          <a:solidFill>
                            <a:srgbClr val="000000"/>
                          </a:solidFill>
                          <a:effectLst/>
                          <a:latin typeface="Roboto Light" panose="02000000000000000000" pitchFamily="2" charset="0"/>
                        </a:rPr>
                        <a:t>Dividendos</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R$ 724.65</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R$ 53.34</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R$ 35.60</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R$ 54.34</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R$ 19.22</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R$ 8.94</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R$ 153.22</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R$ 192.15</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R$ 42.13</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R$ 8.64</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R$ 14.77</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R$ 133.05</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R$ 9.24</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extLst>
                  <a:ext uri="{0D108BD9-81ED-4DB2-BD59-A6C34878D82A}">
                    <a16:rowId xmlns:a16="http://schemas.microsoft.com/office/drawing/2014/main" val="1209615958"/>
                  </a:ext>
                </a:extLst>
              </a:tr>
              <a:tr h="225392">
                <a:tc>
                  <a:txBody>
                    <a:bodyPr/>
                    <a:lstStyle/>
                    <a:p>
                      <a:pPr algn="ctr" rtl="0" fontAlgn="ctr">
                        <a:buNone/>
                      </a:pPr>
                      <a:r>
                        <a:rPr lang="pt-BR" sz="1000" b="1" i="0" u="none" strike="noStrike">
                          <a:solidFill>
                            <a:srgbClr val="000000"/>
                          </a:solidFill>
                          <a:effectLst/>
                          <a:latin typeface="Roboto Light" panose="02000000000000000000" pitchFamily="2" charset="0"/>
                        </a:rPr>
                        <a:t>Dividend yield realizado</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dirty="0">
                          <a:solidFill>
                            <a:srgbClr val="000000"/>
                          </a:solidFill>
                          <a:effectLst/>
                          <a:latin typeface="Roboto Light" panose="02000000000000000000" pitchFamily="2" charset="0"/>
                        </a:rPr>
                        <a:t>7.2%</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dirty="0">
                          <a:solidFill>
                            <a:srgbClr val="000000"/>
                          </a:solidFill>
                          <a:effectLst/>
                          <a:latin typeface="Roboto Light" panose="02000000000000000000" pitchFamily="2" charset="0"/>
                        </a:rPr>
                        <a:t>0.5%</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dirty="0">
                          <a:solidFill>
                            <a:srgbClr val="000000"/>
                          </a:solidFill>
                          <a:effectLst/>
                          <a:latin typeface="Roboto Light" panose="02000000000000000000" pitchFamily="2" charset="0"/>
                        </a:rPr>
                        <a:t>0.4%</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dirty="0">
                          <a:solidFill>
                            <a:srgbClr val="000000"/>
                          </a:solidFill>
                          <a:effectLst/>
                          <a:latin typeface="Roboto Light" panose="02000000000000000000" pitchFamily="2" charset="0"/>
                        </a:rPr>
                        <a:t>0.5%</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dirty="0">
                          <a:solidFill>
                            <a:srgbClr val="000000"/>
                          </a:solidFill>
                          <a:effectLst/>
                          <a:latin typeface="Roboto Light" panose="02000000000000000000" pitchFamily="2" charset="0"/>
                        </a:rPr>
                        <a:t>0.2%</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dirty="0">
                          <a:solidFill>
                            <a:srgbClr val="000000"/>
                          </a:solidFill>
                          <a:effectLst/>
                          <a:latin typeface="Roboto Light" panose="02000000000000000000" pitchFamily="2" charset="0"/>
                        </a:rPr>
                        <a:t>0.1%</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dirty="0">
                          <a:solidFill>
                            <a:srgbClr val="000000"/>
                          </a:solidFill>
                          <a:effectLst/>
                          <a:latin typeface="Roboto Light" panose="02000000000000000000" pitchFamily="2" charset="0"/>
                        </a:rPr>
                        <a:t>1.5%</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dirty="0">
                          <a:solidFill>
                            <a:srgbClr val="000000"/>
                          </a:solidFill>
                          <a:effectLst/>
                          <a:latin typeface="Roboto Light" panose="02000000000000000000" pitchFamily="2" charset="0"/>
                        </a:rPr>
                        <a:t>1.9%</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dirty="0">
                          <a:solidFill>
                            <a:srgbClr val="000000"/>
                          </a:solidFill>
                          <a:effectLst/>
                          <a:latin typeface="Roboto Light" panose="02000000000000000000" pitchFamily="2" charset="0"/>
                        </a:rPr>
                        <a:t>0.4%</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dirty="0">
                          <a:solidFill>
                            <a:srgbClr val="000000"/>
                          </a:solidFill>
                          <a:effectLst/>
                          <a:latin typeface="Roboto Light" panose="02000000000000000000" pitchFamily="2" charset="0"/>
                        </a:rPr>
                        <a:t>0.1%</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dirty="0">
                          <a:solidFill>
                            <a:srgbClr val="000000"/>
                          </a:solidFill>
                          <a:effectLst/>
                          <a:latin typeface="Roboto Light" panose="02000000000000000000" pitchFamily="2" charset="0"/>
                        </a:rPr>
                        <a:t>0.1%</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dirty="0">
                          <a:solidFill>
                            <a:srgbClr val="000000"/>
                          </a:solidFill>
                          <a:effectLst/>
                          <a:latin typeface="Roboto Light" panose="02000000000000000000" pitchFamily="2" charset="0"/>
                        </a:rPr>
                        <a:t>1.3%</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rtl="0" fontAlgn="ctr">
                        <a:buNone/>
                      </a:pPr>
                      <a:r>
                        <a:rPr lang="pt-BR" sz="1000" b="0" i="0" u="none" strike="noStrike" dirty="0">
                          <a:solidFill>
                            <a:srgbClr val="000000"/>
                          </a:solidFill>
                          <a:effectLst/>
                          <a:latin typeface="Roboto Light" panose="02000000000000000000" pitchFamily="2" charset="0"/>
                        </a:rPr>
                        <a:t>0.1%</a:t>
                      </a:r>
                    </a:p>
                  </a:txBody>
                  <a:tcPr marL="6241" marR="6241" marT="6241"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extLst>
                  <a:ext uri="{0D108BD9-81ED-4DB2-BD59-A6C34878D82A}">
                    <a16:rowId xmlns:a16="http://schemas.microsoft.com/office/drawing/2014/main" val="461633158"/>
                  </a:ext>
                </a:extLst>
              </a:tr>
            </a:tbl>
          </a:graphicData>
        </a:graphic>
      </p:graphicFrame>
    </p:spTree>
    <p:extLst>
      <p:ext uri="{BB962C8B-B14F-4D97-AF65-F5344CB8AC3E}">
        <p14:creationId xmlns:p14="http://schemas.microsoft.com/office/powerpoint/2010/main" val="367711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8C40DA1-478C-B075-3A2C-A21FA6B7505A}"/>
              </a:ext>
            </a:extLst>
          </p:cNvPr>
          <p:cNvSpPr>
            <a:spLocks noGrp="1"/>
          </p:cNvSpPr>
          <p:nvPr>
            <p:ph type="body" sz="quarter" idx="18"/>
          </p:nvPr>
        </p:nvSpPr>
        <p:spPr/>
        <p:txBody>
          <a:bodyPr/>
          <a:lstStyle/>
          <a:p>
            <a:r>
              <a:rPr lang="pt-BR" dirty="0"/>
              <a:t>Fonte: XP Research.</a:t>
            </a:r>
            <a:endParaRPr lang="en-US" dirty="0"/>
          </a:p>
        </p:txBody>
      </p:sp>
      <p:sp>
        <p:nvSpPr>
          <p:cNvPr id="4" name="Text Placeholder 3">
            <a:extLst>
              <a:ext uri="{FF2B5EF4-FFF2-40B4-BE49-F238E27FC236}">
                <a16:creationId xmlns:a16="http://schemas.microsoft.com/office/drawing/2014/main" id="{86D8F126-AE2F-72A0-ED35-012943A505ED}"/>
              </a:ext>
            </a:extLst>
          </p:cNvPr>
          <p:cNvSpPr>
            <a:spLocks noGrp="1"/>
          </p:cNvSpPr>
          <p:nvPr>
            <p:ph type="body" sz="quarter" idx="16"/>
          </p:nvPr>
        </p:nvSpPr>
        <p:spPr/>
        <p:txBody>
          <a:bodyPr/>
          <a:lstStyle/>
          <a:p>
            <a:r>
              <a:rPr lang="pt-BR" dirty="0"/>
              <a:t>Carteira Top Dividendos XP</a:t>
            </a:r>
            <a:endParaRPr lang="en-US" dirty="0"/>
          </a:p>
        </p:txBody>
      </p:sp>
      <p:sp>
        <p:nvSpPr>
          <p:cNvPr id="5" name="Date Placeholder 4">
            <a:extLst>
              <a:ext uri="{FF2B5EF4-FFF2-40B4-BE49-F238E27FC236}">
                <a16:creationId xmlns:a16="http://schemas.microsoft.com/office/drawing/2014/main" id="{C40E08F6-950D-06E8-1DD7-9736E7BB7076}"/>
              </a:ext>
            </a:extLst>
          </p:cNvPr>
          <p:cNvSpPr>
            <a:spLocks noGrp="1"/>
          </p:cNvSpPr>
          <p:nvPr>
            <p:ph type="dt" sz="half" idx="2"/>
          </p:nvPr>
        </p:nvSpPr>
        <p:spPr/>
        <p:txBody>
          <a:bodyPr/>
          <a:lstStyle/>
          <a:p>
            <a:fld id="{A6844A8F-C80F-444C-AD01-359786A22A4E}" type="datetime4">
              <a:rPr lang="pt-BR" smtClean="0"/>
              <a:pPr/>
              <a:t>1 de setembro de 2026</a:t>
            </a:fld>
            <a:endParaRPr lang="en-US" dirty="0"/>
          </a:p>
        </p:txBody>
      </p:sp>
      <p:graphicFrame>
        <p:nvGraphicFramePr>
          <p:cNvPr id="6" name="Table 21">
            <a:extLst>
              <a:ext uri="{FF2B5EF4-FFF2-40B4-BE49-F238E27FC236}">
                <a16:creationId xmlns:a16="http://schemas.microsoft.com/office/drawing/2014/main" id="{37ABCDA2-AFE1-FCA6-2923-CA57ECB4F0C9}"/>
              </a:ext>
            </a:extLst>
          </p:cNvPr>
          <p:cNvGraphicFramePr>
            <a:graphicFrameLocks/>
          </p:cNvGraphicFramePr>
          <p:nvPr>
            <p:extLst>
              <p:ext uri="{D42A27DB-BD31-4B8C-83A1-F6EECF244321}">
                <p14:modId xmlns:p14="http://schemas.microsoft.com/office/powerpoint/2010/main" val="1044614656"/>
              </p:ext>
            </p:extLst>
          </p:nvPr>
        </p:nvGraphicFramePr>
        <p:xfrm>
          <a:off x="338400" y="917390"/>
          <a:ext cx="11586509" cy="5023220"/>
        </p:xfrm>
        <a:graphic>
          <a:graphicData uri="http://schemas.openxmlformats.org/drawingml/2006/table">
            <a:tbl>
              <a:tblPr firstRow="1" bandRow="1">
                <a:tableStyleId>{F2DE63D5-997A-4646-A377-4702673A728D}</a:tableStyleId>
              </a:tblPr>
              <a:tblGrid>
                <a:gridCol w="1009015">
                  <a:extLst>
                    <a:ext uri="{9D8B030D-6E8A-4147-A177-3AD203B41FA5}">
                      <a16:colId xmlns:a16="http://schemas.microsoft.com/office/drawing/2014/main" val="4145286018"/>
                    </a:ext>
                  </a:extLst>
                </a:gridCol>
                <a:gridCol w="562053">
                  <a:extLst>
                    <a:ext uri="{9D8B030D-6E8A-4147-A177-3AD203B41FA5}">
                      <a16:colId xmlns:a16="http://schemas.microsoft.com/office/drawing/2014/main" val="173187423"/>
                    </a:ext>
                  </a:extLst>
                </a:gridCol>
                <a:gridCol w="425096">
                  <a:extLst>
                    <a:ext uri="{9D8B030D-6E8A-4147-A177-3AD203B41FA5}">
                      <a16:colId xmlns:a16="http://schemas.microsoft.com/office/drawing/2014/main" val="4270396654"/>
                    </a:ext>
                  </a:extLst>
                </a:gridCol>
                <a:gridCol w="999763">
                  <a:extLst>
                    <a:ext uri="{9D8B030D-6E8A-4147-A177-3AD203B41FA5}">
                      <a16:colId xmlns:a16="http://schemas.microsoft.com/office/drawing/2014/main" val="235090091"/>
                    </a:ext>
                  </a:extLst>
                </a:gridCol>
                <a:gridCol w="692728">
                  <a:extLst>
                    <a:ext uri="{9D8B030D-6E8A-4147-A177-3AD203B41FA5}">
                      <a16:colId xmlns:a16="http://schemas.microsoft.com/office/drawing/2014/main" val="542523139"/>
                    </a:ext>
                  </a:extLst>
                </a:gridCol>
                <a:gridCol w="7040318">
                  <a:extLst>
                    <a:ext uri="{9D8B030D-6E8A-4147-A177-3AD203B41FA5}">
                      <a16:colId xmlns:a16="http://schemas.microsoft.com/office/drawing/2014/main" val="1650878578"/>
                    </a:ext>
                  </a:extLst>
                </a:gridCol>
                <a:gridCol w="857536">
                  <a:extLst>
                    <a:ext uri="{9D8B030D-6E8A-4147-A177-3AD203B41FA5}">
                      <a16:colId xmlns:a16="http://schemas.microsoft.com/office/drawing/2014/main" val="2243829412"/>
                    </a:ext>
                  </a:extLst>
                </a:gridCol>
              </a:tblGrid>
              <a:tr h="173416">
                <a:tc>
                  <a:txBody>
                    <a:bodyPr/>
                    <a:lstStyle/>
                    <a:p>
                      <a:pPr algn="ctr" fontAlgn="b">
                        <a:buNone/>
                      </a:pPr>
                      <a:r>
                        <a:rPr lang="pt-BR" sz="800" b="1" i="0" u="none" strike="noStrike" dirty="0">
                          <a:solidFill>
                            <a:srgbClr val="000000"/>
                          </a:solidFill>
                          <a:effectLst/>
                          <a:latin typeface="+mj-lt"/>
                        </a:rPr>
                        <a:t>Companhia</a:t>
                      </a:r>
                    </a:p>
                  </a:txBody>
                  <a:tcPr marL="9525" marR="9525" marT="9525" marB="0" anchor="ctr"/>
                </a:tc>
                <a:tc>
                  <a:txBody>
                    <a:bodyPr/>
                    <a:lstStyle/>
                    <a:p>
                      <a:pPr algn="ctr" fontAlgn="b">
                        <a:buNone/>
                      </a:pPr>
                      <a:r>
                        <a:rPr lang="pt-BR" sz="800" b="1" i="0" u="none" strike="noStrike" dirty="0" err="1">
                          <a:solidFill>
                            <a:srgbClr val="000000"/>
                          </a:solidFill>
                          <a:effectLst/>
                          <a:latin typeface="+mj-lt"/>
                        </a:rPr>
                        <a:t>Ticker</a:t>
                      </a:r>
                      <a:endParaRPr lang="pt-BR" sz="800" b="1" i="0" u="none" strike="noStrike" dirty="0">
                        <a:solidFill>
                          <a:srgbClr val="000000"/>
                        </a:solidFill>
                        <a:effectLst/>
                        <a:latin typeface="+mj-lt"/>
                      </a:endParaRPr>
                    </a:p>
                  </a:txBody>
                  <a:tcPr marL="9525" marR="9525" marT="9525" marB="0" anchor="ctr"/>
                </a:tc>
                <a:tc>
                  <a:txBody>
                    <a:bodyPr/>
                    <a:lstStyle/>
                    <a:p>
                      <a:pPr algn="ctr" fontAlgn="b">
                        <a:buNone/>
                      </a:pPr>
                      <a:r>
                        <a:rPr lang="pt-BR" sz="800" b="1" i="0" u="none" strike="noStrike" dirty="0">
                          <a:solidFill>
                            <a:srgbClr val="000000"/>
                          </a:solidFill>
                          <a:effectLst/>
                          <a:latin typeface="+mj-lt"/>
                        </a:rPr>
                        <a:t>Peso </a:t>
                      </a:r>
                    </a:p>
                  </a:txBody>
                  <a:tcPr marL="9525" marR="9525" marT="9525" marB="0" anchor="ctr"/>
                </a:tc>
                <a:tc>
                  <a:txBody>
                    <a:bodyPr/>
                    <a:lstStyle/>
                    <a:p>
                      <a:pPr algn="ctr" fontAlgn="b">
                        <a:buNone/>
                      </a:pPr>
                      <a:r>
                        <a:rPr lang="pt-BR" sz="800" b="1" i="0" u="none" strike="noStrike" dirty="0">
                          <a:solidFill>
                            <a:srgbClr val="000000"/>
                          </a:solidFill>
                          <a:effectLst/>
                          <a:latin typeface="+mj-lt"/>
                        </a:rPr>
                        <a:t>Recomendação</a:t>
                      </a:r>
                    </a:p>
                  </a:txBody>
                  <a:tcPr marL="9525" marR="9525" marT="9525" marB="0" anchor="ctr"/>
                </a:tc>
                <a:tc>
                  <a:txBody>
                    <a:bodyPr/>
                    <a:lstStyle/>
                    <a:p>
                      <a:pPr algn="ctr" fontAlgn="b">
                        <a:buNone/>
                      </a:pPr>
                      <a:r>
                        <a:rPr lang="pt-BR" sz="800" b="1" i="0" u="none" strike="noStrike" dirty="0">
                          <a:solidFill>
                            <a:srgbClr val="000000"/>
                          </a:solidFill>
                          <a:effectLst/>
                          <a:latin typeface="+mj-lt"/>
                        </a:rPr>
                        <a:t>Preço-Alvo</a:t>
                      </a:r>
                    </a:p>
                  </a:txBody>
                  <a:tcPr marL="9525" marR="9525" marT="9525" marB="0" anchor="ctr"/>
                </a:tc>
                <a:tc>
                  <a:txBody>
                    <a:bodyPr/>
                    <a:lstStyle/>
                    <a:p>
                      <a:pPr algn="ctr" rtl="0" fontAlgn="ctr"/>
                      <a:r>
                        <a:rPr lang="pt-BR" sz="800" b="1" i="0" u="none" strike="noStrike" dirty="0">
                          <a:solidFill>
                            <a:schemeClr val="tx1"/>
                          </a:solidFill>
                          <a:effectLst/>
                          <a:latin typeface="+mj-lt"/>
                        </a:rPr>
                        <a:t>Comentários</a:t>
                      </a:r>
                    </a:p>
                  </a:txBody>
                  <a:tcPr marL="2739" marR="2739" marT="2739" marB="0" anchor="ctr"/>
                </a:tc>
                <a:tc>
                  <a:txBody>
                    <a:bodyPr/>
                    <a:lstStyle/>
                    <a:p>
                      <a:pPr algn="ctr" rtl="0" fontAlgn="ctr"/>
                      <a:r>
                        <a:rPr lang="pt-BR" sz="800" b="1" i="0" u="none" strike="noStrike" dirty="0">
                          <a:solidFill>
                            <a:schemeClr val="tx1"/>
                          </a:solidFill>
                          <a:effectLst/>
                          <a:latin typeface="+mj-lt"/>
                        </a:rPr>
                        <a:t>Link para tese</a:t>
                      </a:r>
                    </a:p>
                  </a:txBody>
                  <a:tcPr marL="2739" marR="2739" marT="2739" marB="0" anchor="ctr"/>
                </a:tc>
                <a:extLst>
                  <a:ext uri="{0D108BD9-81ED-4DB2-BD59-A6C34878D82A}">
                    <a16:rowId xmlns:a16="http://schemas.microsoft.com/office/drawing/2014/main" val="3107392619"/>
                  </a:ext>
                </a:extLst>
              </a:tr>
              <a:tr h="319155">
                <a:tc>
                  <a:txBody>
                    <a:bodyPr/>
                    <a:lstStyle/>
                    <a:p>
                      <a:pPr algn="ctr" fontAlgn="ctr">
                        <a:buNone/>
                      </a:pPr>
                      <a:r>
                        <a:rPr lang="pt-BR" sz="800" b="0" i="0" u="none" strike="noStrike" dirty="0">
                          <a:solidFill>
                            <a:srgbClr val="000000"/>
                          </a:solidFill>
                          <a:effectLst/>
                          <a:latin typeface="Roboto Light" panose="02000000000000000000" pitchFamily="2" charset="0"/>
                        </a:rPr>
                        <a:t>Petrobras</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PETR4</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12,5%</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R$ 63,00</a:t>
                      </a:r>
                    </a:p>
                  </a:txBody>
                  <a:tcPr marL="4409" marR="4409" marT="4409" marB="0" anchor="ctr"/>
                </a:tc>
                <a:tc>
                  <a:txBody>
                    <a:bodyPr/>
                    <a:lstStyle/>
                    <a:p>
                      <a:pPr algn="just"/>
                      <a:r>
                        <a:rPr lang="pt-BR" sz="800" b="0" kern="1200" dirty="0">
                          <a:solidFill>
                            <a:schemeClr val="tx1"/>
                          </a:solidFill>
                          <a:effectLst/>
                          <a:latin typeface="+mj-lt"/>
                          <a:ea typeface="+mn-ea"/>
                          <a:cs typeface="+mn-cs"/>
                        </a:rPr>
                        <a:t>Alta em agosto, acima do Ibovespa. A Petrobras segue entre nossas preferências no setor: em nossa visão, a companhia oferece uma das melhores relações entre risco e retorno diante da volatilidade associada ao conflito entre Estados Unidos e Irã, e os retornos permanecem atrativos caso os preços do petróleo se mantenham em patamares elevados.</a:t>
                      </a:r>
                    </a:p>
                  </a:txBody>
                  <a:tcPr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800" b="1" i="0" dirty="0">
                          <a:solidFill>
                            <a:schemeClr val="tx1"/>
                          </a:solidFill>
                          <a:latin typeface="+mj-lt"/>
                          <a:ea typeface="Roboto Light" panose="02000000000000000000" pitchFamily="2" charset="0"/>
                          <a:cs typeface="Roboto Light" panose="02000000000000000000" pitchFamily="2" charset="0"/>
                          <a:hlinkClick r:id="rId13"/>
                        </a:rPr>
                        <a:t>Clique aqui</a:t>
                      </a:r>
                      <a:endParaRPr lang="pt-BR" sz="800" i="0" dirty="0">
                        <a:solidFill>
                          <a:schemeClr val="tx1"/>
                        </a:solidFill>
                        <a:latin typeface="+mj-lt"/>
                      </a:endParaRPr>
                    </a:p>
                  </a:txBody>
                  <a:tcPr anchor="ctr"/>
                </a:tc>
                <a:extLst>
                  <a:ext uri="{0D108BD9-81ED-4DB2-BD59-A6C34878D82A}">
                    <a16:rowId xmlns:a16="http://schemas.microsoft.com/office/drawing/2014/main" val="2605982814"/>
                  </a:ext>
                </a:extLst>
              </a:tr>
              <a:tr h="319155">
                <a:tc>
                  <a:txBody>
                    <a:bodyPr/>
                    <a:lstStyle/>
                    <a:p>
                      <a:pPr algn="ctr" fontAlgn="ctr">
                        <a:buNone/>
                      </a:pPr>
                      <a:r>
                        <a:rPr lang="pt-BR" sz="800" b="0" i="0" u="none" strike="noStrike" dirty="0">
                          <a:solidFill>
                            <a:srgbClr val="000000"/>
                          </a:solidFill>
                          <a:effectLst/>
                          <a:latin typeface="Roboto Light" panose="02000000000000000000" pitchFamily="2" charset="0"/>
                        </a:rPr>
                        <a:t>PRIO</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PRIO3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R$ 78,00</a:t>
                      </a:r>
                    </a:p>
                  </a:txBody>
                  <a:tcPr marL="4409" marR="4409" marT="4409" marB="0" anchor="ctr"/>
                </a:tc>
                <a:tc>
                  <a:txBody>
                    <a:bodyPr/>
                    <a:lstStyle/>
                    <a:p>
                      <a:pPr algn="just"/>
                      <a:r>
                        <a:rPr lang="pt-BR" sz="800" kern="1200" dirty="0">
                          <a:solidFill>
                            <a:schemeClr val="tx1"/>
                          </a:solidFill>
                          <a:effectLst/>
                          <a:latin typeface="+mj-lt"/>
                          <a:ea typeface="+mn-ea"/>
                          <a:cs typeface="+mn-cs"/>
                        </a:rPr>
                        <a:t>Alta em agosto, acima do Ibovespa. A PRIO segue como nossa principal preferência em óleo e gás: os preços do petróleo permanecem em patamares relativamente elevados e esperamos forte geração de caixa em 2027. A companhia mantém níveis elevados de produção, impulsionados sobretudo pela entrada em regime do campo de Wahoo e por Peregrino.</a:t>
                      </a:r>
                    </a:p>
                  </a:txBody>
                  <a:tcPr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800" b="1" i="0" dirty="0">
                          <a:solidFill>
                            <a:schemeClr val="tx1"/>
                          </a:solidFill>
                          <a:latin typeface="+mj-lt"/>
                          <a:ea typeface="Roboto Light" panose="02000000000000000000" pitchFamily="2" charset="0"/>
                          <a:cs typeface="Roboto Light" panose="02000000000000000000" pitchFamily="2" charset="0"/>
                          <a:hlinkClick r:id="rId14"/>
                        </a:rPr>
                        <a:t>Clique aqui</a:t>
                      </a:r>
                      <a:endParaRPr lang="pt-BR" sz="800" i="0" dirty="0">
                        <a:solidFill>
                          <a:schemeClr val="tx1"/>
                        </a:solidFill>
                        <a:latin typeface="+mj-lt"/>
                      </a:endParaRPr>
                    </a:p>
                  </a:txBody>
                  <a:tcPr anchor="ctr"/>
                </a:tc>
                <a:extLst>
                  <a:ext uri="{0D108BD9-81ED-4DB2-BD59-A6C34878D82A}">
                    <a16:rowId xmlns:a16="http://schemas.microsoft.com/office/drawing/2014/main" val="949369240"/>
                  </a:ext>
                </a:extLst>
              </a:tr>
              <a:tr h="435211">
                <a:tc>
                  <a:txBody>
                    <a:bodyPr/>
                    <a:lstStyle/>
                    <a:p>
                      <a:pPr algn="ctr" fontAlgn="ctr">
                        <a:buNone/>
                      </a:pPr>
                      <a:r>
                        <a:rPr lang="pt-BR" sz="800" b="0" i="0" u="none" strike="noStrike" dirty="0">
                          <a:solidFill>
                            <a:srgbClr val="000000"/>
                          </a:solidFill>
                          <a:effectLst/>
                          <a:latin typeface="Roboto Light" panose="02000000000000000000" pitchFamily="2" charset="0"/>
                        </a:rPr>
                        <a:t>Vale</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VALE3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12,5%</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Neutro</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R$ 85,00</a:t>
                      </a:r>
                    </a:p>
                  </a:txBody>
                  <a:tcPr marL="4409" marR="4409" marT="4409" marB="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pt-BR" sz="800" b="0" i="0" u="none" strike="noStrike" kern="1200" cap="none" spc="0" normalizeH="0" baseline="0" noProof="0" dirty="0">
                          <a:ln>
                            <a:noFill/>
                          </a:ln>
                          <a:solidFill>
                            <a:schemeClr val="tx1"/>
                          </a:solidFill>
                          <a:effectLst/>
                          <a:uLnTx/>
                          <a:uFillTx/>
                          <a:latin typeface="+mj-lt"/>
                          <a:ea typeface="Calibri" panose="020F0502020204030204" pitchFamily="34" charset="0"/>
                          <a:cs typeface="+mn-cs"/>
                        </a:rPr>
                        <a:t>Alta em agosto, acima do Ibovespa, apesar de fundamentos ainda frágeis para o minério de ferro, com demanda fraca na China e oferta confortável. Ao longo do mês, as discussões apontaram um mercado de minério relativamente equilibrado, enquanto o bom desempenho de Metais Básicos trouxe uma leitura mais favorável para essa parte da tese.</a:t>
                      </a:r>
                    </a:p>
                  </a:txBody>
                  <a:tcPr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800" b="1" i="0" dirty="0">
                          <a:solidFill>
                            <a:schemeClr val="tx1"/>
                          </a:solidFill>
                          <a:latin typeface="+mj-lt"/>
                          <a:ea typeface="Roboto Light" panose="02000000000000000000" pitchFamily="2" charset="0"/>
                          <a:cs typeface="Roboto Light" panose="02000000000000000000" pitchFamily="2" charset="0"/>
                          <a:hlinkClick r:id="rId5"/>
                        </a:rPr>
                        <a:t>Clique aqui</a:t>
                      </a:r>
                      <a:endParaRPr lang="pt-BR" sz="800" i="0" dirty="0">
                        <a:solidFill>
                          <a:schemeClr val="tx1"/>
                        </a:solidFill>
                        <a:latin typeface="+mj-lt"/>
                      </a:endParaRPr>
                    </a:p>
                  </a:txBody>
                  <a:tcPr anchor="ctr"/>
                </a:tc>
                <a:extLst>
                  <a:ext uri="{0D108BD9-81ED-4DB2-BD59-A6C34878D82A}">
                    <a16:rowId xmlns:a16="http://schemas.microsoft.com/office/drawing/2014/main" val="3933063405"/>
                  </a:ext>
                </a:extLst>
              </a:tr>
              <a:tr h="435211">
                <a:tc>
                  <a:txBody>
                    <a:bodyPr/>
                    <a:lstStyle/>
                    <a:p>
                      <a:pPr algn="ctr" fontAlgn="ctr">
                        <a:buNone/>
                      </a:pPr>
                      <a:r>
                        <a:rPr lang="pt-BR" sz="800" b="0" i="0" u="none" strike="noStrike" dirty="0">
                          <a:solidFill>
                            <a:srgbClr val="000000"/>
                          </a:solidFill>
                          <a:effectLst/>
                          <a:latin typeface="Roboto Light" panose="02000000000000000000" pitchFamily="2" charset="0"/>
                        </a:rPr>
                        <a:t>Telefônica Brasil</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VIVT3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R$ 43,00</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800" kern="1200" dirty="0">
                          <a:solidFill>
                            <a:schemeClr val="tx1"/>
                          </a:solidFill>
                          <a:effectLst/>
                          <a:latin typeface="+mj-lt"/>
                          <a:ea typeface="+mn-ea"/>
                          <a:cs typeface="+mn-cs"/>
                        </a:rPr>
                        <a:t>Queda em agosto, abaixo do Ibovespa. Apesar dos resultados sólidos no 2T26, a reação do mercado foi negativa, já que as expectativas dos investidores estavam acima do que foi entregue. O movimento foi agravado pela percepção de competição mais intensa no setor e pela continuidade das saídas de capital estrangeiro da Bolsa.</a:t>
                      </a:r>
                    </a:p>
                  </a:txBody>
                  <a:tcPr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800" b="1" i="0" dirty="0">
                          <a:solidFill>
                            <a:schemeClr val="tx1"/>
                          </a:solidFill>
                          <a:latin typeface="+mj-lt"/>
                          <a:ea typeface="Roboto Light" panose="02000000000000000000" pitchFamily="2" charset="0"/>
                          <a:cs typeface="Roboto Light" panose="02000000000000000000" pitchFamily="2" charset="0"/>
                          <a:hlinkClick r:id="rId6"/>
                        </a:rPr>
                        <a:t>Clique aqui</a:t>
                      </a:r>
                      <a:endParaRPr lang="pt-BR" sz="800" i="0" dirty="0">
                        <a:solidFill>
                          <a:schemeClr val="tx1"/>
                        </a:solidFill>
                        <a:latin typeface="+mj-lt"/>
                      </a:endParaRPr>
                    </a:p>
                  </a:txBody>
                  <a:tcPr anchor="ctr"/>
                </a:tc>
                <a:extLst>
                  <a:ext uri="{0D108BD9-81ED-4DB2-BD59-A6C34878D82A}">
                    <a16:rowId xmlns:a16="http://schemas.microsoft.com/office/drawing/2014/main" val="131953208"/>
                  </a:ext>
                </a:extLst>
              </a:tr>
              <a:tr h="435211">
                <a:tc>
                  <a:txBody>
                    <a:bodyPr/>
                    <a:lstStyle/>
                    <a:p>
                      <a:pPr algn="ctr" fontAlgn="ctr">
                        <a:buNone/>
                      </a:pPr>
                      <a:r>
                        <a:rPr lang="pt-BR" sz="800" b="0" i="0" u="none" strike="noStrike" dirty="0" err="1">
                          <a:solidFill>
                            <a:srgbClr val="000000"/>
                          </a:solidFill>
                          <a:effectLst/>
                          <a:latin typeface="Roboto Light" panose="02000000000000000000" pitchFamily="2" charset="0"/>
                        </a:rPr>
                        <a:t>Allos</a:t>
                      </a:r>
                      <a:endParaRPr lang="pt-BR" sz="800" b="0" i="0" u="none" strike="noStrike" dirty="0">
                        <a:solidFill>
                          <a:srgbClr val="000000"/>
                        </a:solidFill>
                        <a:effectLst/>
                        <a:latin typeface="Roboto Light" panose="02000000000000000000" pitchFamily="2" charset="0"/>
                      </a:endParaRP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ALOS3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10,0%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R$ 38,00</a:t>
                      </a:r>
                    </a:p>
                  </a:txBody>
                  <a:tcPr marL="4409" marR="4409" marT="4409" marB="0" anchor="ctr"/>
                </a:tc>
                <a:tc>
                  <a:txBody>
                    <a:bodyPr/>
                    <a:lstStyle/>
                    <a:p>
                      <a:pPr marL="0" marR="0" lvl="0" indent="0" algn="just" defTabSz="685808" rtl="0" eaLnBrk="1" fontAlgn="b" latinLnBrk="0" hangingPunct="1">
                        <a:lnSpc>
                          <a:spcPct val="100000"/>
                        </a:lnSpc>
                        <a:spcBef>
                          <a:spcPts val="0"/>
                        </a:spcBef>
                        <a:spcAft>
                          <a:spcPts val="0"/>
                        </a:spcAft>
                        <a:buClrTx/>
                        <a:buSzTx/>
                        <a:buFontTx/>
                        <a:buNone/>
                        <a:tabLst/>
                        <a:defRPr/>
                      </a:pPr>
                      <a:r>
                        <a:rPr lang="pt-BR" sz="800" kern="1200" dirty="0">
                          <a:solidFill>
                            <a:schemeClr val="tx1"/>
                          </a:solidFill>
                          <a:effectLst/>
                          <a:latin typeface="+mj-lt"/>
                          <a:ea typeface="+mn-ea"/>
                          <a:cs typeface="+mn-cs"/>
                        </a:rPr>
                        <a:t>Desempenho praticamente estável em agosto, em linha com o Ibovespa. O resultado do 2T26 reforçou nossa visão positiva, com crescimento de receitas e EBITDA e fundamentos operacionais saudáveis. Mantemos a posição pela combinação de geração de caixa, potencial de retorno ao acionista e oportunidades de reciclagem do portfólio.</a:t>
                      </a:r>
                    </a:p>
                  </a:txBody>
                  <a:tcPr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800" b="1" i="0" dirty="0">
                          <a:solidFill>
                            <a:schemeClr val="tx1"/>
                          </a:solidFill>
                          <a:latin typeface="+mj-lt"/>
                          <a:ea typeface="Roboto Light" panose="02000000000000000000" pitchFamily="2" charset="0"/>
                          <a:cs typeface="Roboto Light" panose="02000000000000000000" pitchFamily="2" charset="0"/>
                          <a:hlinkClick r:id="rId7"/>
                        </a:rPr>
                        <a:t>Clique aqui</a:t>
                      </a:r>
                      <a:endParaRPr lang="pt-BR" sz="800" i="0" dirty="0">
                        <a:solidFill>
                          <a:schemeClr val="tx1"/>
                        </a:solidFill>
                        <a:latin typeface="+mj-lt"/>
                      </a:endParaRPr>
                    </a:p>
                  </a:txBody>
                  <a:tcPr anchor="ctr"/>
                </a:tc>
                <a:extLst>
                  <a:ext uri="{0D108BD9-81ED-4DB2-BD59-A6C34878D82A}">
                    <a16:rowId xmlns:a16="http://schemas.microsoft.com/office/drawing/2014/main" val="1262842000"/>
                  </a:ext>
                </a:extLst>
              </a:tr>
              <a:tr h="435211">
                <a:tc>
                  <a:txBody>
                    <a:bodyPr/>
                    <a:lstStyle/>
                    <a:p>
                      <a:pPr algn="ctr" fontAlgn="ctr">
                        <a:buNone/>
                      </a:pPr>
                      <a:r>
                        <a:rPr lang="pt-BR" sz="800" b="0" i="0" u="none" strike="noStrike" dirty="0" err="1">
                          <a:solidFill>
                            <a:srgbClr val="000000"/>
                          </a:solidFill>
                          <a:effectLst/>
                          <a:latin typeface="Roboto Light" panose="02000000000000000000" pitchFamily="2" charset="0"/>
                        </a:rPr>
                        <a:t>Copasa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CSMG3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7,5%</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R$ 88,32</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800" i="0" kern="1200" dirty="0">
                          <a:solidFill>
                            <a:schemeClr val="tx1"/>
                          </a:solidFill>
                          <a:latin typeface="+mj-lt"/>
                          <a:ea typeface="+mn-ea"/>
                          <a:cs typeface="+mn-cs"/>
                        </a:rPr>
                        <a:t>Queda em agosto, abaixo do Ibovespa. O resultado do 2T26 veio abaixo das expectativas, pressionado por despesas operacionais e custos variáveis elevados, apesar da receita em linha. A companhia avançou na repactuação dos contratos municipais e formalizou acordo para expansão dos serviços de esgoto, reforçando a perspectiva de crescimento de ativos.</a:t>
                      </a:r>
                    </a:p>
                  </a:txBody>
                  <a:tcPr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800" b="1" i="0" dirty="0">
                          <a:solidFill>
                            <a:schemeClr val="tx1"/>
                          </a:solidFill>
                          <a:latin typeface="+mj-lt"/>
                          <a:ea typeface="Roboto Light" panose="02000000000000000000" pitchFamily="2" charset="0"/>
                          <a:cs typeface="Roboto Light" panose="02000000000000000000" pitchFamily="2" charset="0"/>
                          <a:hlinkClick r:id="rId8"/>
                        </a:rPr>
                        <a:t>Clique aqui</a:t>
                      </a:r>
                      <a:endParaRPr lang="pt-BR" sz="800" i="0" dirty="0">
                        <a:solidFill>
                          <a:schemeClr val="tx1"/>
                        </a:solidFill>
                        <a:latin typeface="+mj-lt"/>
                      </a:endParaRPr>
                    </a:p>
                  </a:txBody>
                  <a:tcPr anchor="ctr"/>
                </a:tc>
                <a:extLst>
                  <a:ext uri="{0D108BD9-81ED-4DB2-BD59-A6C34878D82A}">
                    <a16:rowId xmlns:a16="http://schemas.microsoft.com/office/drawing/2014/main" val="2764233566"/>
                  </a:ext>
                </a:extLst>
              </a:tr>
              <a:tr h="435211">
                <a:tc>
                  <a:txBody>
                    <a:bodyPr/>
                    <a:lstStyle/>
                    <a:p>
                      <a:pPr algn="ctr" fontAlgn="ctr">
                        <a:buNone/>
                      </a:pPr>
                      <a:r>
                        <a:rPr lang="pt-BR" sz="800" b="0" i="0" u="none" strike="noStrike" dirty="0">
                          <a:solidFill>
                            <a:srgbClr val="000000"/>
                          </a:solidFill>
                          <a:effectLst/>
                          <a:latin typeface="Roboto Light" panose="02000000000000000000" pitchFamily="2" charset="0"/>
                        </a:rPr>
                        <a:t>Axia Energia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AXIA3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12,5%</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R$ 63,32</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800" kern="1200" dirty="0">
                          <a:solidFill>
                            <a:schemeClr val="tx1"/>
                          </a:solidFill>
                          <a:latin typeface="+mj-lt"/>
                          <a:ea typeface="+mn-ea"/>
                          <a:cs typeface="+mn-cs"/>
                        </a:rPr>
                        <a:t>Alta em agosto, acima do Ibovespa. As chuvas recentes no Sul recuperaram os níveis dos reservatórios e reduziram a pressão sobre os preços de energia, movimento que pode se intensificar caso o El Niño traga maior precipitação na região. A companhia segue entre as elétricas brasileiras preferidas dos investidores estrangeiros.</a:t>
                      </a:r>
                    </a:p>
                  </a:txBody>
                  <a:tcPr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800" b="1" i="0" dirty="0">
                          <a:solidFill>
                            <a:schemeClr val="tx1"/>
                          </a:solidFill>
                          <a:latin typeface="+mj-lt"/>
                          <a:ea typeface="Roboto Light" panose="02000000000000000000" pitchFamily="2" charset="0"/>
                          <a:cs typeface="Roboto Light" panose="02000000000000000000" pitchFamily="2" charset="0"/>
                          <a:hlinkClick r:id="rId9"/>
                        </a:rPr>
                        <a:t>Clique aqui</a:t>
                      </a:r>
                      <a:endParaRPr lang="pt-BR" sz="800" i="0" dirty="0">
                        <a:solidFill>
                          <a:schemeClr val="tx1"/>
                        </a:solidFill>
                        <a:latin typeface="+mj-lt"/>
                      </a:endParaRPr>
                    </a:p>
                  </a:txBody>
                  <a:tcPr anchor="ctr"/>
                </a:tc>
                <a:extLst>
                  <a:ext uri="{0D108BD9-81ED-4DB2-BD59-A6C34878D82A}">
                    <a16:rowId xmlns:a16="http://schemas.microsoft.com/office/drawing/2014/main" val="281520302"/>
                  </a:ext>
                </a:extLst>
              </a:tr>
              <a:tr h="435211">
                <a:tc>
                  <a:txBody>
                    <a:bodyPr/>
                    <a:lstStyle/>
                    <a:p>
                      <a:pPr algn="ctr" fontAlgn="ctr">
                        <a:buNone/>
                      </a:pPr>
                      <a:r>
                        <a:rPr lang="pt-BR" sz="800" b="0" i="0" u="none" strike="noStrike" dirty="0">
                          <a:solidFill>
                            <a:srgbClr val="000000"/>
                          </a:solidFill>
                          <a:effectLst/>
                          <a:latin typeface="Roboto Light" panose="02000000000000000000" pitchFamily="2" charset="0"/>
                        </a:rPr>
                        <a:t>Copel</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CPLE3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10,0%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R$ 19,87</a:t>
                      </a:r>
                    </a:p>
                  </a:txBody>
                  <a:tcPr marL="4409" marR="4409" marT="4409" marB="0" anchor="ctr"/>
                </a:tc>
                <a:tc>
                  <a:txBody>
                    <a:bodyPr/>
                    <a:lstStyle/>
                    <a:p>
                      <a:pPr algn="just"/>
                      <a:r>
                        <a:rPr lang="pt-BR" sz="800" b="0" i="0" dirty="0">
                          <a:solidFill>
                            <a:schemeClr val="tx1"/>
                          </a:solidFill>
                          <a:latin typeface="+mj-lt"/>
                        </a:rPr>
                        <a:t>Alta em agosto, acima do Ibovespa. O resultado do 2T26 veio em linha com as expectativas do mercado: em geração e transmissão, os efeitos favoráveis da modulação de energia foram parcialmente neutralizados pelo maior custo de compra associado à restrição de geração, enquanto na distribuição o maior volume foi compensado pelo avanço das despesas.</a:t>
                      </a:r>
                    </a:p>
                  </a:txBody>
                  <a:tcPr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800" b="1" i="0" dirty="0">
                          <a:solidFill>
                            <a:schemeClr val="tx1"/>
                          </a:solidFill>
                          <a:latin typeface="+mj-lt"/>
                          <a:ea typeface="Roboto Light" panose="02000000000000000000" pitchFamily="2" charset="0"/>
                          <a:cs typeface="Roboto Light" panose="02000000000000000000" pitchFamily="2" charset="0"/>
                          <a:hlinkClick r:id="rId10"/>
                        </a:rPr>
                        <a:t>Clique aqui</a:t>
                      </a:r>
                      <a:endParaRPr lang="pt-BR" sz="800" i="0" dirty="0">
                        <a:solidFill>
                          <a:schemeClr val="tx1"/>
                        </a:solidFill>
                        <a:latin typeface="+mj-lt"/>
                      </a:endParaRPr>
                    </a:p>
                  </a:txBody>
                  <a:tcPr anchor="ctr"/>
                </a:tc>
                <a:extLst>
                  <a:ext uri="{0D108BD9-81ED-4DB2-BD59-A6C34878D82A}">
                    <a16:rowId xmlns:a16="http://schemas.microsoft.com/office/drawing/2014/main" val="1243717988"/>
                  </a:ext>
                </a:extLst>
              </a:tr>
              <a:tr h="435211">
                <a:tc>
                  <a:txBody>
                    <a:bodyPr/>
                    <a:lstStyle/>
                    <a:p>
                      <a:pPr algn="ctr" fontAlgn="ctr">
                        <a:buNone/>
                      </a:pPr>
                      <a:r>
                        <a:rPr lang="pt-BR" sz="800" b="0" i="0" u="none" strike="noStrike" dirty="0">
                          <a:solidFill>
                            <a:srgbClr val="000000"/>
                          </a:solidFill>
                          <a:effectLst/>
                          <a:latin typeface="Roboto Light" panose="02000000000000000000" pitchFamily="2" charset="0"/>
                        </a:rPr>
                        <a:t>Itaú Unibanco</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ITUB4</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10,0%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R$ 50,00</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800" kern="100" dirty="0">
                          <a:solidFill>
                            <a:schemeClr val="tx1"/>
                          </a:solidFill>
                          <a:effectLst/>
                          <a:latin typeface="+mj-lt"/>
                          <a:ea typeface="Calibri" panose="020F0502020204030204" pitchFamily="34" charset="0"/>
                          <a:cs typeface="Times New Roman" panose="02020603050405020304" pitchFamily="18" charset="0"/>
                        </a:rPr>
                        <a:t>Queda em agosto, abaixo do Ibovespa e em linha com os pares, refletindo o cenário macroeconômico desafiador, que pode pesar sobre o crescimento da carteira e a qualidade do crédito. Seguimos vendo o banco bem posicionado para manter retornos sobre o patrimônio acima dos pares e do próprio custo de capital, com riscos altistas relevantes para a tese.</a:t>
                      </a:r>
                    </a:p>
                  </a:txBody>
                  <a:tcPr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800" b="1" i="0" dirty="0">
                          <a:solidFill>
                            <a:schemeClr val="tx1"/>
                          </a:solidFill>
                          <a:latin typeface="+mj-lt"/>
                          <a:ea typeface="Roboto Light" panose="02000000000000000000" pitchFamily="2" charset="0"/>
                          <a:cs typeface="Roboto Light" panose="02000000000000000000" pitchFamily="2" charset="0"/>
                          <a:hlinkClick r:id="rId11"/>
                        </a:rPr>
                        <a:t>Clique aqui</a:t>
                      </a:r>
                      <a:endParaRPr lang="pt-BR" sz="800" i="0" dirty="0">
                        <a:solidFill>
                          <a:schemeClr val="tx1"/>
                        </a:solidFill>
                        <a:latin typeface="+mj-lt"/>
                      </a:endParaRPr>
                    </a:p>
                  </a:txBody>
                  <a:tcPr anchor="ctr"/>
                </a:tc>
                <a:extLst>
                  <a:ext uri="{0D108BD9-81ED-4DB2-BD59-A6C34878D82A}">
                    <a16:rowId xmlns:a16="http://schemas.microsoft.com/office/drawing/2014/main" val="1006860959"/>
                  </a:ext>
                </a:extLst>
              </a:tr>
              <a:tr h="435211">
                <a:tc>
                  <a:txBody>
                    <a:bodyPr/>
                    <a:lstStyle/>
                    <a:p>
                      <a:pPr algn="ctr" fontAlgn="ctr">
                        <a:buNone/>
                      </a:pPr>
                      <a:r>
                        <a:rPr lang="pt-BR" sz="800" b="0" i="0" u="none" strike="noStrike" dirty="0">
                          <a:solidFill>
                            <a:srgbClr val="000000"/>
                          </a:solidFill>
                          <a:effectLst/>
                          <a:latin typeface="Roboto Light" panose="02000000000000000000" pitchFamily="2" charset="0"/>
                        </a:rPr>
                        <a:t>B3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B3SA3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10,0%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Neutro</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R$ 16,00</a:t>
                      </a:r>
                    </a:p>
                  </a:txBody>
                  <a:tcPr marL="4409" marR="4409" marT="4409" marB="0" anchor="ctr"/>
                </a:tc>
                <a:tc>
                  <a:txBody>
                    <a:bodyPr/>
                    <a:lstStyle/>
                    <a:p>
                      <a:pPr marL="0" marR="0" lvl="0" indent="0" algn="just" defTabSz="685808" rtl="0" eaLnBrk="1" fontAlgn="auto" latinLnBrk="0" hangingPunct="1">
                        <a:lnSpc>
                          <a:spcPct val="100000"/>
                        </a:lnSpc>
                        <a:spcBef>
                          <a:spcPts val="0"/>
                        </a:spcBef>
                        <a:spcAft>
                          <a:spcPts val="0"/>
                        </a:spcAft>
                        <a:buClrTx/>
                        <a:buSzTx/>
                        <a:buFontTx/>
                        <a:buNone/>
                        <a:tabLst/>
                        <a:defRPr/>
                      </a:pPr>
                      <a:r>
                        <a:rPr lang="pt-BR" sz="800" kern="100" dirty="0">
                          <a:solidFill>
                            <a:schemeClr val="tx1"/>
                          </a:solidFill>
                          <a:effectLst/>
                          <a:latin typeface="+mj-lt"/>
                          <a:ea typeface="Calibri" panose="020F0502020204030204" pitchFamily="34" charset="0"/>
                          <a:cs typeface="Times New Roman" panose="02020603050405020304" pitchFamily="18" charset="0"/>
                        </a:rPr>
                        <a:t>Alta em agosto, acima do Ibovespa, apesar do cenário macroeconômico mais desafiador. O carrego segue interessante, o que motiva a permanência do papel na carteira de dividendos.</a:t>
                      </a:r>
                    </a:p>
                  </a:txBody>
                  <a:tcPr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800" b="1" i="0" dirty="0">
                          <a:solidFill>
                            <a:schemeClr val="tx1"/>
                          </a:solidFill>
                          <a:latin typeface="+mj-lt"/>
                          <a:ea typeface="Roboto Light" panose="02000000000000000000" pitchFamily="2" charset="0"/>
                          <a:cs typeface="Roboto Light" panose="02000000000000000000" pitchFamily="2" charset="0"/>
                          <a:hlinkClick r:id="rId12"/>
                        </a:rPr>
                        <a:t>Clique aqui</a:t>
                      </a:r>
                      <a:endParaRPr lang="pt-BR" sz="800" i="0" dirty="0">
                        <a:solidFill>
                          <a:schemeClr val="tx1"/>
                        </a:solidFill>
                        <a:latin typeface="+mj-lt"/>
                      </a:endParaRPr>
                    </a:p>
                  </a:txBody>
                  <a:tcPr anchor="ctr"/>
                </a:tc>
                <a:extLst>
                  <a:ext uri="{0D108BD9-81ED-4DB2-BD59-A6C34878D82A}">
                    <a16:rowId xmlns:a16="http://schemas.microsoft.com/office/drawing/2014/main" val="300089981"/>
                  </a:ext>
                </a:extLst>
              </a:tr>
              <a:tr h="319155">
                <a:tc>
                  <a:txBody>
                    <a:bodyPr/>
                    <a:lstStyle/>
                    <a:p>
                      <a:pPr algn="ctr" fontAlgn="ctr">
                        <a:buNone/>
                      </a:pPr>
                      <a:r>
                        <a:rPr lang="pt-BR" sz="800" b="0" i="0" u="none" strike="noStrike" dirty="0">
                          <a:solidFill>
                            <a:srgbClr val="000000"/>
                          </a:solidFill>
                          <a:effectLst/>
                          <a:latin typeface="Roboto Light" panose="02000000000000000000" pitchFamily="2" charset="0"/>
                        </a:rPr>
                        <a:t>Caixa Seguridade</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CXSE3</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5,0%</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Compra</a:t>
                      </a:r>
                    </a:p>
                  </a:txBody>
                  <a:tcPr marL="4409" marR="4409" marT="4409" marB="0" anchor="ctr"/>
                </a:tc>
                <a:tc>
                  <a:txBody>
                    <a:bodyPr/>
                    <a:lstStyle/>
                    <a:p>
                      <a:pPr algn="ctr" fontAlgn="ctr">
                        <a:buNone/>
                      </a:pPr>
                      <a:r>
                        <a:rPr lang="pt-BR" sz="800" b="0" i="0" u="none" strike="noStrike" dirty="0">
                          <a:solidFill>
                            <a:srgbClr val="000000"/>
                          </a:solidFill>
                          <a:effectLst/>
                          <a:latin typeface="Roboto Light" panose="02000000000000000000" pitchFamily="2" charset="0"/>
                        </a:rPr>
                        <a:t>R$ 20,00</a:t>
                      </a:r>
                    </a:p>
                  </a:txBody>
                  <a:tcPr marL="4409" marR="4409" marT="4409" marB="0" anchor="ctr"/>
                </a:tc>
                <a:tc>
                  <a:txBody>
                    <a:bodyPr/>
                    <a:lstStyle/>
                    <a:p>
                      <a:pPr algn="just"/>
                      <a:r>
                        <a:rPr lang="pt-BR" sz="800" kern="1200" dirty="0">
                          <a:solidFill>
                            <a:schemeClr val="tx1"/>
                          </a:solidFill>
                          <a:effectLst/>
                          <a:latin typeface="+mj-lt"/>
                          <a:ea typeface="+mn-ea"/>
                          <a:cs typeface="+mn-cs"/>
                        </a:rPr>
                        <a:t>Queda em agosto, abaixo do Ibovespa, corrigindo após um desempenho forte nos meses anteriores. Com um múltiplo que exige menos, uma operação que segue tracionada e retorno em dividendos próximo de 8%, preferimos manter o nome na carteira.</a:t>
                      </a:r>
                    </a:p>
                  </a:txBody>
                  <a:tcPr anchor="ctr"/>
                </a:tc>
                <a:tc>
                  <a:txBody>
                    <a:bodyPr/>
                    <a:lstStyle/>
                    <a:p>
                      <a:pPr marL="0" marR="0" lvl="0" indent="0" algn="ctr" defTabSz="685808" rtl="0" eaLnBrk="1" fontAlgn="auto" latinLnBrk="0" hangingPunct="1">
                        <a:lnSpc>
                          <a:spcPct val="100000"/>
                        </a:lnSpc>
                        <a:spcBef>
                          <a:spcPts val="0"/>
                        </a:spcBef>
                        <a:spcAft>
                          <a:spcPts val="0"/>
                        </a:spcAft>
                        <a:buClrTx/>
                        <a:buSzTx/>
                        <a:buFontTx/>
                        <a:buNone/>
                        <a:tabLst/>
                        <a:defRPr/>
                      </a:pPr>
                      <a:r>
                        <a:rPr lang="pt-BR" sz="800" b="1" i="0" dirty="0">
                          <a:solidFill>
                            <a:schemeClr val="tx1"/>
                          </a:solidFill>
                          <a:latin typeface="+mj-lt"/>
                          <a:ea typeface="Roboto Light" panose="02000000000000000000" pitchFamily="2" charset="0"/>
                          <a:cs typeface="Roboto Light" panose="02000000000000000000" pitchFamily="2" charset="0"/>
                          <a:hlinkClick r:id="rId4"/>
                        </a:rPr>
                        <a:t>Clique aqui</a:t>
                      </a:r>
                      <a:endParaRPr lang="pt-BR" sz="800" i="0" dirty="0">
                        <a:solidFill>
                          <a:schemeClr val="tx1"/>
                        </a:solidFill>
                        <a:latin typeface="+mj-lt"/>
                      </a:endParaRPr>
                    </a:p>
                  </a:txBody>
                  <a:tcPr anchor="ctr"/>
                </a:tc>
                <a:extLst>
                  <a:ext uri="{0D108BD9-81ED-4DB2-BD59-A6C34878D82A}">
                    <a16:rowId xmlns:a16="http://schemas.microsoft.com/office/drawing/2014/main" val="949369240"/>
                  </a:ext>
                </a:extLst>
              </a:tr>
            </a:tbl>
          </a:graphicData>
        </a:graphic>
      </p:graphicFrame>
    </p:spTree>
    <p:extLst>
      <p:ext uri="{BB962C8B-B14F-4D97-AF65-F5344CB8AC3E}">
        <p14:creationId xmlns:p14="http://schemas.microsoft.com/office/powerpoint/2010/main" val="3776347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554A37-0243-8E93-0FE1-6326D9D6D491}"/>
              </a:ext>
            </a:extLst>
          </p:cNvPr>
          <p:cNvSpPr>
            <a:spLocks noGrp="1"/>
          </p:cNvSpPr>
          <p:nvPr>
            <p:ph sz="quarter" idx="20"/>
          </p:nvPr>
        </p:nvSpPr>
        <p:spPr>
          <a:xfrm>
            <a:off x="335999" y="797169"/>
            <a:ext cx="11518900" cy="5393906"/>
          </a:xfrm>
        </p:spPr>
        <p:txBody>
          <a:bodyPr/>
          <a:lstStyle/>
          <a:p>
            <a:pPr lvl="0" algn="just">
              <a:lnSpc>
                <a:spcPct val="100000"/>
              </a:lnSpc>
              <a:spcBef>
                <a:spcPts val="400"/>
              </a:spcBef>
              <a:tabLst>
                <a:tab pos="270510" algn="l"/>
              </a:tabLst>
            </a:pPr>
            <a:r>
              <a:rPr lang="pt-BR" sz="700" dirty="0">
                <a:solidFill>
                  <a:schemeClr val="tx2"/>
                </a:solidFill>
                <a:latin typeface="+mj-lt"/>
                <a:ea typeface="Calibri" panose="020F0502020204030204" pitchFamily="34" charset="0"/>
                <a:cs typeface="Times New Roman" panose="02020603050405020304" pitchFamily="18" charset="0"/>
              </a:rPr>
              <a:t>1) </a:t>
            </a:r>
            <a:r>
              <a:rPr lang="pt-BR" sz="700" dirty="0">
                <a:solidFill>
                  <a:schemeClr val="tx2"/>
                </a:solidFill>
                <a:effectLst/>
                <a:latin typeface="+mj-lt"/>
                <a:ea typeface="Calibri" panose="020F0502020204030204" pitchFamily="34" charset="0"/>
                <a:cs typeface="Times New Roman" panose="02020603050405020304" pitchFamily="18" charset="0"/>
              </a:rPr>
              <a:t>Este relatório de análise foi elaborado pela XP Investimentos CCTVM S.A. (“XP Investimentos ou XP”) de acordo com todas as exigências previstas na Resolução CVM 20/2021, tem como objetivo fornecer informações que possam auxiliar o investidor a tomar sua própria decisão de investimento, não constituindo qualquer tipo de oferta ou solicitação de compra e/ou venda de qualquer produto. As informações contidas neste relatório são consideradas válidas na data de sua divulgação e foram obtidas de fontes públicas. A XP Investimentos não se responsabiliza por qualquer decisão tomada pelo cliente com base no presente relatório. </a:t>
            </a:r>
          </a:p>
          <a:p>
            <a:pPr lvl="0" algn="just">
              <a:lnSpc>
                <a:spcPct val="100000"/>
              </a:lnSpc>
              <a:spcBef>
                <a:spcPts val="400"/>
              </a:spcBef>
              <a:tabLst>
                <a:tab pos="270510" algn="l"/>
              </a:tabLst>
            </a:pPr>
            <a:r>
              <a:rPr lang="pt-BR" sz="700" dirty="0">
                <a:solidFill>
                  <a:schemeClr val="tx2"/>
                </a:solidFill>
                <a:latin typeface="+mj-lt"/>
                <a:ea typeface="Calibri" panose="020F0502020204030204" pitchFamily="34" charset="0"/>
                <a:cs typeface="Times New Roman" panose="02020603050405020304" pitchFamily="18" charset="0"/>
              </a:rPr>
              <a:t>2) </a:t>
            </a:r>
            <a:r>
              <a:rPr lang="pt-BR" sz="700" dirty="0">
                <a:solidFill>
                  <a:schemeClr val="tx2"/>
                </a:solidFill>
                <a:effectLst/>
                <a:latin typeface="+mj-lt"/>
                <a:ea typeface="Calibri" panose="020F0502020204030204" pitchFamily="34" charset="0"/>
                <a:cs typeface="Times New Roman" panose="02020603050405020304" pitchFamily="18" charset="0"/>
              </a:rPr>
              <a:t>Este relatório foi elaborado considerando a classificação de risco dos produtos de modo a gerar resultados de alocação para cada perfil de investidor. </a:t>
            </a:r>
          </a:p>
          <a:p>
            <a:pPr lvl="0" algn="just">
              <a:lnSpc>
                <a:spcPct val="100000"/>
              </a:lnSpc>
              <a:spcBef>
                <a:spcPts val="400"/>
              </a:spcBef>
              <a:tabLst>
                <a:tab pos="270510" algn="l"/>
              </a:tabLst>
            </a:pPr>
            <a:r>
              <a:rPr lang="pt-BR" sz="700" dirty="0">
                <a:solidFill>
                  <a:schemeClr val="tx2"/>
                </a:solidFill>
                <a:latin typeface="+mj-lt"/>
                <a:ea typeface="Calibri" panose="020F0502020204030204" pitchFamily="34" charset="0"/>
                <a:cs typeface="Times New Roman" panose="02020603050405020304" pitchFamily="18" charset="0"/>
              </a:rPr>
              <a:t>3) </a:t>
            </a:r>
            <a:r>
              <a:rPr lang="pt-BR" sz="700" dirty="0">
                <a:solidFill>
                  <a:schemeClr val="tx2"/>
                </a:solidFill>
                <a:effectLst/>
                <a:latin typeface="+mj-lt"/>
                <a:ea typeface="Calibri" panose="020F0502020204030204" pitchFamily="34" charset="0"/>
                <a:cs typeface="Times New Roman" panose="02020603050405020304" pitchFamily="18" charset="0"/>
              </a:rPr>
              <a:t>O(s) signatário(s) deste relatório declara(m) que as recomendações refletem única e exclusivamente suas análises e opiniões pessoais, que foram produzidas de forma independente, inclusive em relação à XP Investimentos e que estão sujeitas a modificações sem aviso prévio em decorrência de alterações nas condições de mercado, e que sua(s) remuneração(es) é(são) indiretamente influenciada por receitas provenientes dos negócios e operações financeiras realizadas pela XP Investimentos.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4) O analista responsável pelo conteúdo deste relatório e pelo cumprimento da Resolução CVM nº 20/2021 está indicado acima, sendo que, caso constem a indicação de mais um analista no relatório, o responsável será o primeiro analista credenciado a ser mencionado no relatório.  </a:t>
            </a:r>
          </a:p>
          <a:p>
            <a:pPr lvl="0" algn="just">
              <a:lnSpc>
                <a:spcPct val="100000"/>
              </a:lnSpc>
              <a:spcBef>
                <a:spcPts val="400"/>
              </a:spcBef>
              <a:tabLst>
                <a:tab pos="270510" algn="l"/>
              </a:tabLst>
            </a:pPr>
            <a:r>
              <a:rPr lang="pt-BR" sz="700" dirty="0">
                <a:solidFill>
                  <a:schemeClr val="tx2"/>
                </a:solidFill>
                <a:latin typeface="+mj-lt"/>
                <a:ea typeface="Calibri" panose="020F0502020204030204" pitchFamily="34" charset="0"/>
                <a:cs typeface="Times New Roman" panose="02020603050405020304" pitchFamily="18" charset="0"/>
              </a:rPr>
              <a:t>5) O</a:t>
            </a:r>
            <a:r>
              <a:rPr lang="pt-BR" sz="700" dirty="0">
                <a:solidFill>
                  <a:schemeClr val="tx2"/>
                </a:solidFill>
                <a:effectLst/>
                <a:latin typeface="+mj-lt"/>
                <a:ea typeface="Calibri" panose="020F0502020204030204" pitchFamily="34" charset="0"/>
                <a:cs typeface="Times New Roman" panose="02020603050405020304" pitchFamily="18" charset="0"/>
              </a:rPr>
              <a:t>s analistas da XP Investimentos estão obrigados ao cumprimento de todas as regras previstas no Código de Conduta da APIMEC para o Analista de Valores Mobiliários e na Política de Conduta dos Analistas de Valores Mobiliários da XP Investimentos.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6) O atendimento de nossos clientes é realizado por empregados da XP Investimentos ou por agentes autônomos de investimento que desempenham suas atividades por meio da XP, em conformidade com a Resolução CVM nº 178/2023, os quais encontram-se registrados na Associação Nacional das Corretoras e Distribuidoras de Títulos e Valores Mobiliários – ANCORD. O agente autônomo de investimento não pode realizar consultoria, administração ou gestão de patrimônio de clientes, devendo atuar como intermediário e solicitar autorização prévia do cliente para a realização de qualquer operação no mercado de capitais.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7)Para fins de verificação da adequação do perfil do investidor aos serviços e produtos de investimento oferecidos pela XP Investimentos, utilizamos a metodologia de adequação dos produtos por portfólio, nos termos das Regras e Procedimentos ANBIMA de </a:t>
            </a:r>
            <a:r>
              <a:rPr lang="pt-BR" sz="700" dirty="0" err="1">
                <a:solidFill>
                  <a:schemeClr val="tx2"/>
                </a:solidFill>
                <a:effectLst/>
                <a:latin typeface="+mj-lt"/>
                <a:ea typeface="Calibri" panose="020F0502020204030204" pitchFamily="34" charset="0"/>
                <a:cs typeface="Times New Roman" panose="02020603050405020304" pitchFamily="18" charset="0"/>
              </a:rPr>
              <a:t>Suitability</a:t>
            </a:r>
            <a:r>
              <a:rPr lang="pt-BR" sz="700" dirty="0">
                <a:solidFill>
                  <a:schemeClr val="tx2"/>
                </a:solidFill>
                <a:effectLst/>
                <a:latin typeface="+mj-lt"/>
                <a:ea typeface="Calibri" panose="020F0502020204030204" pitchFamily="34" charset="0"/>
                <a:cs typeface="Times New Roman" panose="02020603050405020304" pitchFamily="18" charset="0"/>
              </a:rPr>
              <a:t> nº 01 e do Código ANBIMA de Regulação e Melhores Práticas para Distribuição de Produtos de Investimento. Essa metodologia consiste em atribuir uma pontuação máxima de risco para cada perfil de investidor (conservador, moderado e agressivo), bem como uma pontuação de risco para cada um dos produtos oferecidos pela XP Investimentos, de modo que todos os clientes possam ter acesso a todos os produtos, desde que dentro das quantidades e limites da pontuação de risco definidas para o seu perfil. Antes de aplicar nos produtos e/ou contratar os serviços objeto deste material, é importante que você verifique se a sua pontuação de risco atual comporta a aplicação nos produtos e/ou a contratação dos serviços em questão, bem como se há limitações de volume, concentração e/ou quantidade para a aplicação desejada. Você pode consultar essas informações diretamente no momento da transmissão da sua ordem ou, ainda, consultando o risco geral da sua carteira na tela de carteira (Visão Risco). Caso a sua pontuação de risco atual não comporte a aplicação/contratação pretendida, ou caso existam limitações em relação à quantidade e/ou volume financeiro para a referida aplicação/contratação, isto significa que, com base na composição atual da sua carteira, esta aplicação/contratação não está adequada ao seu perfil. Em caso de dúvidas sobre o processo de adequação dos produtos oferecidos pela XP Investimentos ao seu perfil de investidor, consulte o FAQ. As condições de mercado, mudanças climáticas e o cenário macroeconômico podem afetar o desempenho do investimento.</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8) A rentabilidade de produtos financeiros pode apresentar variações e seu preço ou valor pode aumentar ou diminuir num curto espaço de tempo. Os desempenhos anteriores não são necessariamente indicativos de resultados futuros. A rentabilidade divulgada não é líquida de impostos. As informações presentes neste material são baseadas em simulações e os resultados reais poderão ser significativamente diferentes.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9) Este relatório é destinado à circulação exclusiva para a rede de relacionamento da XP Investimentos, incluindo agentes autônomos da XP e clientes da XP, podendo também ser divulgado no site da XP. Fica proibida sua reprodução ou redistribuição para qualquer pessoa, no todo ou em parte, qualquer que seja o propósito, sem o prévio consentimento expresso da XP Investimentos. </a:t>
            </a:r>
          </a:p>
          <a:p>
            <a:pPr lvl="0" algn="just">
              <a:lnSpc>
                <a:spcPct val="100000"/>
              </a:lnSpc>
              <a:spcBef>
                <a:spcPts val="400"/>
              </a:spcBef>
              <a:tabLst>
                <a:tab pos="270510" algn="l"/>
              </a:tabLst>
            </a:pPr>
            <a:r>
              <a:rPr lang="pt-BR" sz="700" dirty="0">
                <a:solidFill>
                  <a:schemeClr val="tx2"/>
                </a:solidFill>
                <a:latin typeface="+mj-lt"/>
                <a:ea typeface="Calibri" panose="020F0502020204030204" pitchFamily="34" charset="0"/>
                <a:cs typeface="Times New Roman" panose="02020603050405020304" pitchFamily="18" charset="0"/>
              </a:rPr>
              <a:t>10) </a:t>
            </a:r>
            <a:r>
              <a:rPr lang="pt-BR" sz="700" dirty="0">
                <a:solidFill>
                  <a:schemeClr val="tx2"/>
                </a:solidFill>
                <a:effectLst/>
                <a:latin typeface="+mj-lt"/>
                <a:ea typeface="Calibri" panose="020F0502020204030204" pitchFamily="34" charset="0"/>
                <a:cs typeface="Times New Roman" panose="02020603050405020304" pitchFamily="18" charset="0"/>
              </a:rPr>
              <a:t>SAC. 0800 77 20202. A Ouvidoria da XP Investimentos tem a missão de servir de canal de contato sempre que os clientes que não se sentirem satisfeitos com as soluções dadas pela empresa aos seus problemas. O contato pode ser realizado por meio do telefone: 0800 722 3710.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11) O custo da operação e a política de cobrança estão definidos nas tabelas de custos operacionais disponibilizadas no site da XP Investimentos: www.xpi.com.br.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12) A XP Investimentos se exime de qualquer responsabilidade por quaisquer prejuízos, diretos ou indiretos, que venham a decorrer da utilização deste relatório ou seu conteúdo.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13) A Avaliação Técnica e a Avaliação de Fundamentos seguem diferentes metodologias de análise. A Análise Técnica é executada seguindo conceitos como tendência, suporte, resistência, </a:t>
            </a:r>
            <a:r>
              <a:rPr lang="pt-BR" sz="700" dirty="0" err="1">
                <a:solidFill>
                  <a:schemeClr val="tx2"/>
                </a:solidFill>
                <a:effectLst/>
                <a:latin typeface="+mj-lt"/>
                <a:ea typeface="Calibri" panose="020F0502020204030204" pitchFamily="34" charset="0"/>
                <a:cs typeface="Times New Roman" panose="02020603050405020304" pitchFamily="18" charset="0"/>
              </a:rPr>
              <a:t>candles</a:t>
            </a:r>
            <a:r>
              <a:rPr lang="pt-BR" sz="700" dirty="0">
                <a:solidFill>
                  <a:schemeClr val="tx2"/>
                </a:solidFill>
                <a:effectLst/>
                <a:latin typeface="+mj-lt"/>
                <a:ea typeface="Calibri" panose="020F0502020204030204" pitchFamily="34" charset="0"/>
                <a:cs typeface="Times New Roman" panose="02020603050405020304" pitchFamily="18" charset="0"/>
              </a:rPr>
              <a:t>, volumes, médias móveis entre outros. Já a Análise Fundamentalista utiliza como informação os resultados divulgados pelas companhias emissoras e suas projeções. Desta forma, as opiniões dos Analistas Fundamentalistas, que buscam os melhores retornos dadas as condições de mercado, o cenário macroeconômico e os eventos específicos da empresa e do setor, podem divergir das opiniões dos Analistas Técnicos, que visam identificar os movimentos mais prováveis dos preços dos ativos, com utilização de “</a:t>
            </a:r>
            <a:r>
              <a:rPr lang="pt-BR" sz="700" dirty="0" err="1">
                <a:solidFill>
                  <a:schemeClr val="tx2"/>
                </a:solidFill>
                <a:effectLst/>
                <a:latin typeface="+mj-lt"/>
                <a:ea typeface="Calibri" panose="020F0502020204030204" pitchFamily="34" charset="0"/>
                <a:cs typeface="Times New Roman" panose="02020603050405020304" pitchFamily="18" charset="0"/>
              </a:rPr>
              <a:t>stops</a:t>
            </a:r>
            <a:r>
              <a:rPr lang="pt-BR" sz="700" dirty="0">
                <a:solidFill>
                  <a:schemeClr val="tx2"/>
                </a:solidFill>
                <a:effectLst/>
                <a:latin typeface="+mj-lt"/>
                <a:ea typeface="Calibri" panose="020F0502020204030204" pitchFamily="34" charset="0"/>
                <a:cs typeface="Times New Roman" panose="02020603050405020304" pitchFamily="18" charset="0"/>
              </a:rPr>
              <a:t>” para limitar as possíveis perdas.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14) Ação é uma fração do capital de uma empresa que é negociada no mercado. É um título de renda variável, ou seja, um investimento no qual a rentabilidade não é preestabelecida, varia conforme as cotações de mercado. O investimento em ações é um investimento de alto risco e os desempenhos anteriores não são necessariamente indicativos de resultados futuros e nenhuma declaração ou garantia, de forma expressa ou implícita, é feita neste material em relação a desempenhos. As condições de mercado, o cenário macroeconômico, os eventos específicos da empresa e do setor podem afetar o desempenho do investimento, podendo resultar até mesmo em significativas perdas patrimoniais. A duração recomendada para o investimento é de médio-longo prazo. Não há quaisquer garantias sobre o patrimônio do cliente neste tipo de produto.</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15) O investimento em opções é preferencialmente indicado para investidores de perfil agressivo, de acordo com a política de </a:t>
            </a:r>
            <a:r>
              <a:rPr lang="pt-BR" sz="700" dirty="0" err="1">
                <a:solidFill>
                  <a:schemeClr val="tx2"/>
                </a:solidFill>
                <a:effectLst/>
                <a:latin typeface="+mj-lt"/>
                <a:ea typeface="Calibri" panose="020F0502020204030204" pitchFamily="34" charset="0"/>
                <a:cs typeface="Times New Roman" panose="02020603050405020304" pitchFamily="18" charset="0"/>
              </a:rPr>
              <a:t>suitability</a:t>
            </a:r>
            <a:r>
              <a:rPr lang="pt-BR" sz="700" dirty="0">
                <a:solidFill>
                  <a:schemeClr val="tx2"/>
                </a:solidFill>
                <a:effectLst/>
                <a:latin typeface="+mj-lt"/>
                <a:ea typeface="Calibri" panose="020F0502020204030204" pitchFamily="34" charset="0"/>
                <a:cs typeface="Times New Roman" panose="02020603050405020304" pitchFamily="18" charset="0"/>
              </a:rPr>
              <a:t> praticada pela XP Investimentos. No mercado de opções, são negociados direitos de compra ou venda de um bem por preço fixado em data futura, devendo o adquirente do direito negociado pagar um prêmio ao vendedor tal como num acordo seguro. As operações com esses derivativos são consideradas de risco muito alto por apresentarem altas relações de risco e retorno e algumas posições apresentarem a possibilidade de perdas superiores ao capital investido. A duração recomendada para o investimento é de curto prazo e o patrimônio do cliente não está garantido neste tipo de produto.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16) O investimento em termos são contratos para compra ou a venda de uma determinada quantidade de ações, a um preço fixado, para liquidação em prazo determinado. O prazo do contrato a Termo é livremente escolhido pelos investidores, obedecendo o prazo mínimo de 16 dias e máximo de 999 dias corridos. O preço será o valor da ação adicionado de uma parcela correspondente aos juros – que são fixados livremente em mercado, em função do prazo do contrato. Toda transação a termo requer um depósito de garantia. Essas garantias são prestadas em duas formas: cobertura ou margem.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17) O investimento em Mercados Futuros embute riscos de perdas patrimoniais significativos. Commodity é um objeto ou determinante de preço de um contrato futuro ou outro instrumento derivativo, podendo consubstanciar um índice, uma taxa, um valor mobiliário ou produto físico. É um investimento de risco muito alto, que contempla a possibilidade de oscilação de preço devido à utilização de alavancagem financeira. A duração recomendada para o investimento é de curto prazo e o patrimônio do cliente não está garantido neste tipo de produto. As condições de mercado, mudanças climáticas e o cenário macroeconômico podem afetar o desempenho do investimento. </a:t>
            </a:r>
          </a:p>
          <a:p>
            <a:pPr lvl="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18) ESTA INSTITUIÇÃO É ADERENTE AO CÓDIGO ANBIMA DE REGULAÇÃO E MELHORES PRÁTICAS PARA ATIVIDADE DE DISTRIBUIÇÃO DE PRODUTOS DE INVESTIMENTO NO VAREJO. </a:t>
            </a:r>
          </a:p>
          <a:p>
            <a:pPr marL="180340" indent="-457200" algn="just">
              <a:lnSpc>
                <a:spcPct val="100000"/>
              </a:lnSpc>
              <a:spcBef>
                <a:spcPts val="400"/>
              </a:spcBef>
              <a:tabLst>
                <a:tab pos="270510" algn="l"/>
              </a:tabLst>
            </a:pPr>
            <a:r>
              <a:rPr lang="pt-BR" sz="700" dirty="0">
                <a:solidFill>
                  <a:schemeClr val="tx2"/>
                </a:solidFill>
                <a:effectLst/>
                <a:latin typeface="+mj-lt"/>
                <a:ea typeface="Calibri" panose="020F0502020204030204" pitchFamily="34" charset="0"/>
                <a:cs typeface="Times New Roman" panose="02020603050405020304" pitchFamily="18" charset="0"/>
              </a:rPr>
              <a:t> </a:t>
            </a:r>
          </a:p>
          <a:p>
            <a:pPr>
              <a:lnSpc>
                <a:spcPct val="100000"/>
              </a:lnSpc>
              <a:spcBef>
                <a:spcPts val="400"/>
              </a:spcBef>
            </a:pPr>
            <a:endParaRPr lang="pt-BR" sz="700" dirty="0">
              <a:solidFill>
                <a:schemeClr val="tx2"/>
              </a:solidFill>
              <a:latin typeface="+mj-lt"/>
            </a:endParaRPr>
          </a:p>
        </p:txBody>
      </p:sp>
      <p:sp>
        <p:nvSpPr>
          <p:cNvPr id="8" name="Text Placeholder 7">
            <a:extLst>
              <a:ext uri="{FF2B5EF4-FFF2-40B4-BE49-F238E27FC236}">
                <a16:creationId xmlns:a16="http://schemas.microsoft.com/office/drawing/2014/main" id="{9CAFF29E-4FBB-9DEE-55A9-7477DF81D287}"/>
              </a:ext>
            </a:extLst>
          </p:cNvPr>
          <p:cNvSpPr>
            <a:spLocks noGrp="1"/>
          </p:cNvSpPr>
          <p:nvPr>
            <p:ph type="body" sz="quarter" idx="16"/>
          </p:nvPr>
        </p:nvSpPr>
        <p:spPr/>
        <p:txBody>
          <a:bodyPr/>
          <a:lstStyle/>
          <a:p>
            <a:r>
              <a:rPr lang="pt-BR" dirty="0" err="1"/>
              <a:t>Disclaimer</a:t>
            </a:r>
            <a:endParaRPr lang="pt-BR" dirty="0"/>
          </a:p>
        </p:txBody>
      </p:sp>
      <p:sp>
        <p:nvSpPr>
          <p:cNvPr id="10" name="Date Placeholder 9">
            <a:extLst>
              <a:ext uri="{FF2B5EF4-FFF2-40B4-BE49-F238E27FC236}">
                <a16:creationId xmlns:a16="http://schemas.microsoft.com/office/drawing/2014/main" id="{4AC1D66F-0BA3-5117-C669-4427A142A817}"/>
              </a:ext>
            </a:extLst>
          </p:cNvPr>
          <p:cNvSpPr>
            <a:spLocks noGrp="1"/>
          </p:cNvSpPr>
          <p:nvPr>
            <p:ph type="dt" sz="half" idx="2"/>
          </p:nvPr>
        </p:nvSpPr>
        <p:spPr/>
        <p:txBody>
          <a:bodyPr/>
          <a:lstStyle/>
          <a:p>
            <a:fld id="{A6844A8F-C80F-444C-AD01-359786A22A4E}" type="datetime4">
              <a:rPr lang="pt-BR" smtClean="0"/>
              <a:pPr/>
              <a:t>1 de setembro de 2026</a:t>
            </a:fld>
            <a:endParaRPr lang="en-US" dirty="0"/>
          </a:p>
        </p:txBody>
      </p:sp>
    </p:spTree>
    <p:extLst>
      <p:ext uri="{BB962C8B-B14F-4D97-AF65-F5344CB8AC3E}">
        <p14:creationId xmlns:p14="http://schemas.microsoft.com/office/powerpoint/2010/main" val="3039004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69185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MM_SLIDE_TYPE" val="6"/>
</p:tagLst>
</file>

<file path=ppt/tags/tag16.xml><?xml version="1.0" encoding="utf-8"?>
<p:tagLst xmlns:a="http://schemas.openxmlformats.org/drawingml/2006/main" xmlns:r="http://schemas.openxmlformats.org/officeDocument/2006/relationships" xmlns:p="http://schemas.openxmlformats.org/presentationml/2006/main">
  <p:tag name="MM_SLIDE_TYPE" val="6"/>
</p:tagLst>
</file>

<file path=ppt/tags/tag17.xml><?xml version="1.0" encoding="utf-8"?>
<p:tagLst xmlns:a="http://schemas.openxmlformats.org/drawingml/2006/main" xmlns:r="http://schemas.openxmlformats.org/officeDocument/2006/relationships" xmlns:p="http://schemas.openxmlformats.org/presentationml/2006/main">
  <p:tag name="MM_SLIDE_TYPE" val="6"/>
</p:tagLst>
</file>

<file path=ppt/tags/tag18.xml><?xml version="1.0" encoding="utf-8"?>
<p:tagLst xmlns:a="http://schemas.openxmlformats.org/drawingml/2006/main" xmlns:r="http://schemas.openxmlformats.org/officeDocument/2006/relationships" xmlns:p="http://schemas.openxmlformats.org/presentationml/2006/main">
  <p:tag name="MM_SLIDE_TYPE" val="6"/>
</p:tagLst>
</file>

<file path=ppt/tags/tag19.xml><?xml version="1.0" encoding="utf-8"?>
<p:tagLst xmlns:a="http://schemas.openxmlformats.org/drawingml/2006/main" xmlns:r="http://schemas.openxmlformats.org/officeDocument/2006/relationships" xmlns:p="http://schemas.openxmlformats.org/presentationml/2006/main">
  <p:tag name="MM_SLIDE_TYPE" val="6"/>
</p:tagLst>
</file>

<file path=ppt/tags/tag20.xml><?xml version="1.0" encoding="utf-8"?>
<p:tagLst xmlns:a="http://schemas.openxmlformats.org/drawingml/2006/main" xmlns:r="http://schemas.openxmlformats.org/officeDocument/2006/relationships" xmlns:p="http://schemas.openxmlformats.org/presentationml/2006/main">
  <p:tag name="MM_SLIDE_TYPE" val="6"/>
</p:tagLst>
</file>

<file path=ppt/tags/tag21.xml><?xml version="1.0" encoding="utf-8"?>
<p:tagLst xmlns:a="http://schemas.openxmlformats.org/drawingml/2006/main" xmlns:r="http://schemas.openxmlformats.org/officeDocument/2006/relationships" xmlns:p="http://schemas.openxmlformats.org/presentationml/2006/main">
  <p:tag name="MM_SLIDE_TYPE" val="6"/>
</p:tagLst>
</file>

<file path=ppt/tags/tag22.xml><?xml version="1.0" encoding="utf-8"?>
<p:tagLst xmlns:a="http://schemas.openxmlformats.org/drawingml/2006/main" xmlns:r="http://schemas.openxmlformats.org/officeDocument/2006/relationships" xmlns:p="http://schemas.openxmlformats.org/presentationml/2006/main">
  <p:tag name="MM_SLIDE_TYPE" val="6"/>
</p:tagLst>
</file>

<file path=ppt/tags/tag23.xml><?xml version="1.0" encoding="utf-8"?>
<p:tagLst xmlns:a="http://schemas.openxmlformats.org/drawingml/2006/main" xmlns:r="http://schemas.openxmlformats.org/officeDocument/2006/relationships" xmlns:p="http://schemas.openxmlformats.org/presentationml/2006/main">
  <p:tag name="MM_SLIDE_TYPE" val="6"/>
</p:tagLst>
</file>

<file path=ppt/tags/tag24.xml><?xml version="1.0" encoding="utf-8"?>
<p:tagLst xmlns:a="http://schemas.openxmlformats.org/drawingml/2006/main" xmlns:r="http://schemas.openxmlformats.org/officeDocument/2006/relationships" xmlns:p="http://schemas.openxmlformats.org/presentationml/2006/main">
  <p:tag name="MM_SLIDE_TYPE" val="6"/>
</p:tagLst>
</file>

<file path=ppt/tags/tag25.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3_Template DGA 16-9">
  <a:themeElements>
    <a:clrScheme name="XP Expert">
      <a:dk1>
        <a:srgbClr val="18191A"/>
      </a:dk1>
      <a:lt1>
        <a:srgbClr val="FFFFFF"/>
      </a:lt1>
      <a:dk2>
        <a:srgbClr val="74797C"/>
      </a:dk2>
      <a:lt2>
        <a:srgbClr val="3F3F3F"/>
      </a:lt2>
      <a:accent1>
        <a:srgbClr val="000000"/>
      </a:accent1>
      <a:accent2>
        <a:srgbClr val="323436"/>
      </a:accent2>
      <a:accent3>
        <a:srgbClr val="FFBC00"/>
      </a:accent3>
      <a:accent4>
        <a:srgbClr val="00D2C5"/>
      </a:accent4>
      <a:accent5>
        <a:srgbClr val="404040"/>
      </a:accent5>
      <a:accent6>
        <a:srgbClr val="7E7E7E"/>
      </a:accent6>
      <a:hlink>
        <a:srgbClr val="ABAAA8"/>
      </a:hlink>
      <a:folHlink>
        <a:srgbClr val="D8D7D6"/>
      </a:folHlink>
    </a:clrScheme>
    <a:fontScheme name="Custom 7">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plate DGA 16-9" id="{20AC8966-54B3-4AEB-9F15-2FAC00677CE9}" vid="{A89D11F2-817A-467C-A0C0-7C8864D65902}"/>
    </a:ext>
  </a:ext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8">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B0B99CD-C880-4F27-BFB1-85A4DFB94125}">
  <we:reference id="wa200003052" version="1.0.0.0" store="pt-BR" storeType="OMEX"/>
  <we:alternateReferences>
    <we:reference id="wa200003052" version="1.0.0.0" store="WA200003052"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7A14A92C739A9B409ACF3DE01F946714" ma:contentTypeVersion="0" ma:contentTypeDescription="Crie um novo documento." ma:contentTypeScope="" ma:versionID="d6970213fcc3b4899587e607469b7075">
  <xsd:schema xmlns:xsd="http://www.w3.org/2001/XMLSchema" xmlns:xs="http://www.w3.org/2001/XMLSchema" xmlns:p="http://schemas.microsoft.com/office/2006/metadata/properties" targetNamespace="http://schemas.microsoft.com/office/2006/metadata/properties" ma:root="true" ma:fieldsID="f5caa2381842e2c7ed36c9a781c7f9f9">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3C14C19-827A-43CC-840A-25F83CDFFAAA}">
  <ds:schemaRefs>
    <ds:schemaRef ds:uri="http://schemas.microsoft.com/sharepoint/v3/contenttype/forms"/>
  </ds:schemaRefs>
</ds:datastoreItem>
</file>

<file path=customXml/itemProps2.xml><?xml version="1.0" encoding="utf-8"?>
<ds:datastoreItem xmlns:ds="http://schemas.openxmlformats.org/officeDocument/2006/customXml" ds:itemID="{98E4DE29-FCA5-441A-A5C0-116A6978817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291DFE75-644F-4655-9AAB-1BA51DEA2D18}">
  <ds:schemaRefs>
    <ds:schemaRef ds:uri="http://purl.org/dc/terms/"/>
    <ds:schemaRef ds:uri="http://purl.org/dc/dcmitype/"/>
    <ds:schemaRef ds:uri="http://purl.org/dc/elements/1.1/"/>
    <ds:schemaRef ds:uri="http://schemas.openxmlformats.org/package/2006/metadata/core-properties"/>
    <ds:schemaRef ds:uri="http://schemas.microsoft.com/office/2006/documentManagement/types"/>
    <ds:schemaRef ds:uri="http://schemas.microsoft.com/office/2006/metadata/properties"/>
    <ds:schemaRef ds:uri="http://schemas.microsoft.com/office/infopath/2007/PartnerControls"/>
    <ds:schemaRef ds:uri="http://www.w3.org/XML/1998/namespace"/>
  </ds:schemaRefs>
</ds:datastoreItem>
</file>

<file path=docMetadata/LabelInfo.xml><?xml version="1.0" encoding="utf-8"?>
<clbl:labelList xmlns:clbl="http://schemas.microsoft.com/office/2020/mipLabelMetadata">
  <clbl:label id="{e6a9157b-bcf3-4eac-b03e-7cf007ba9fdf}" enabled="1" method="Privileged" siteId="{cf56e405-d2b0-4266-b210-aa04636b6161}" removed="0"/>
</clbl:labelList>
</file>

<file path=docProps/app.xml><?xml version="1.0" encoding="utf-8"?>
<Properties xmlns="http://schemas.openxmlformats.org/officeDocument/2006/extended-properties" xmlns:vt="http://schemas.openxmlformats.org/officeDocument/2006/docPropsVTypes">
  <Template/>
  <TotalTime>94903</TotalTime>
  <Words>3710</Words>
  <Application>Microsoft Office PowerPoint</Application>
  <PresentationFormat>Widescreen</PresentationFormat>
  <Paragraphs>432</Paragraphs>
  <Slides>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Roboto</vt:lpstr>
      <vt:lpstr>Roboto Light</vt:lpstr>
      <vt:lpstr>Roboto Medium</vt:lpstr>
      <vt:lpstr>3_Template DGA 16-9</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 Dividendos</dc:title>
  <dc:creator>Pedro Urbinati</dc:creator>
  <cp:lastModifiedBy>Guilherme Ramos</cp:lastModifiedBy>
  <cp:revision>4635</cp:revision>
  <cp:lastPrinted>2019-11-05T18:41:12Z</cp:lastPrinted>
  <dcterms:created xsi:type="dcterms:W3CDTF">2016-08-23T12:44:29Z</dcterms:created>
  <dcterms:modified xsi:type="dcterms:W3CDTF">2026-07-02T17:07:45Z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0x0101007A14A92C739A9B409ACF3DE01F946714</vt:lpwstr>
  </property>
  <property fmtid="{D5CDD505-2E9C-101B-9397-08002B2CF9AE}" pid="3" name="ClassificationContentMarkingFooterLocations">
    <vt:lpwstr>3_Template DGA 16-9:4</vt:lpwstr>
  </property>
  <property fmtid="{D5CDD505-2E9C-101B-9397-08002B2CF9AE}" pid="4" name="ClassificationContentMarkingFooterText">
    <vt:lpwstr>[ CLASSIFICAÇÃO: PÚBLICA ]</vt:lpwstr>
  </property>
  <property fmtid="{D5CDD505-2E9C-101B-9397-08002B2CF9AE}" pid="5" name="MSIP_Label_e6a9157b-bcf3-4eac-b03e-7cf007ba9fdf_Enabled">
    <vt:lpwstr>true</vt:lpwstr>
  </property>
  <property fmtid="{D5CDD505-2E9C-101B-9397-08002B2CF9AE}" pid="6" name="MSIP_Label_e6a9157b-bcf3-4eac-b03e-7cf007ba9fdf_SetDate">
    <vt:lpwstr>2024-04-09T17:53:06Z</vt:lpwstr>
  </property>
  <property fmtid="{D5CDD505-2E9C-101B-9397-08002B2CF9AE}" pid="7" name="MSIP_Label_e6a9157b-bcf3-4eac-b03e-7cf007ba9fdf_Method">
    <vt:lpwstr>Standard</vt:lpwstr>
  </property>
  <property fmtid="{D5CDD505-2E9C-101B-9397-08002B2CF9AE}" pid="8" name="MSIP_Label_e6a9157b-bcf3-4eac-b03e-7cf007ba9fdf_Name">
    <vt:lpwstr>Publica</vt:lpwstr>
  </property>
  <property fmtid="{D5CDD505-2E9C-101B-9397-08002B2CF9AE}" pid="9" name="MSIP_Label_e6a9157b-bcf3-4eac-b03e-7cf007ba9fdf_SiteId">
    <vt:lpwstr>cf56e405-d2b0-4266-b210-aa04636b6161</vt:lpwstr>
  </property>
  <property fmtid="{D5CDD505-2E9C-101B-9397-08002B2CF9AE}" pid="10" name="MSIP_Label_e6a9157b-bcf3-4eac-b03e-7cf007ba9fdf_ActionId">
    <vt:lpwstr>f9c0e384-4780-4eab-8453-f58cd64d25e4</vt:lpwstr>
  </property>
  <property fmtid="{D5CDD505-2E9C-101B-9397-08002B2CF9AE}" pid="11" name="MSIP_Label_e6a9157b-bcf3-4eac-b03e-7cf007ba9fdf_ContentBits">
    <vt:lpwstr>2</vt:lpwstr>
  </property>
</Properties>
</file>