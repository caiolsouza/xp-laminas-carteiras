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Lst>
  <p:notesMasterIdLst>
    <p:notesMasterId r:id="rId11"/>
  </p:notesMasterIdLst>
  <p:handoutMasterIdLst>
    <p:handoutMasterId r:id="rId12"/>
  </p:handoutMasterIdLst>
  <p:sldIdLst>
    <p:sldId id="272" r:id="rId5"/>
    <p:sldId id="264" r:id="rId6"/>
    <p:sldId id="312" r:id="rId7"/>
    <p:sldId id="311" r:id="rId8"/>
    <p:sldId id="314" r:id="rId9"/>
    <p:sldId id="271" r:id="rId10"/>
  </p:sldIdLst>
  <p:sldSz cx="12192000" cy="6858000"/>
  <p:notesSz cx="6950075" cy="9236075"/>
  <p:custDataLst>
    <p:tags r:id="rId13"/>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6" orient="horz" pos="363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130"/>
    <a:srgbClr val="D2D2D2"/>
    <a:srgbClr val="F2F2F2"/>
    <a:srgbClr val="E7E6E6"/>
    <a:srgbClr val="000000"/>
    <a:srgbClr val="18191A"/>
    <a:srgbClr val="D9D9D9"/>
    <a:srgbClr val="263C3E"/>
    <a:srgbClr val="498F87"/>
    <a:srgbClr val="C8F9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91" autoAdjust="0"/>
    <p:restoredTop sz="96061" autoAdjust="0"/>
  </p:normalViewPr>
  <p:slideViewPr>
    <p:cSldViewPr snapToGrid="0">
      <p:cViewPr varScale="1">
        <p:scale>
          <a:sx n="106" d="100"/>
          <a:sy n="106" d="100"/>
        </p:scale>
        <p:origin x="1122" y="108"/>
      </p:cViewPr>
      <p:guideLst>
        <p:guide pos="3840"/>
        <p:guide orient="horz" pos="3634"/>
      </p:guideLst>
    </p:cSldViewPr>
  </p:slideViewPr>
  <p:outlineViewPr>
    <p:cViewPr>
      <p:scale>
        <a:sx n="33" d="100"/>
        <a:sy n="33" d="100"/>
      </p:scale>
      <p:origin x="0" y="-13122"/>
    </p:cViewPr>
  </p:outlineViewPr>
  <p:notesTextViewPr>
    <p:cViewPr>
      <p:scale>
        <a:sx n="3" d="2"/>
        <a:sy n="3" d="2"/>
      </p:scale>
      <p:origin x="0" y="0"/>
    </p:cViewPr>
  </p:notesTextViewPr>
  <p:sorterViewPr>
    <p:cViewPr varScale="1">
      <p:scale>
        <a:sx n="1" d="1"/>
        <a:sy n="1" d="1"/>
      </p:scale>
      <p:origin x="0" y="-7806"/>
    </p:cViewPr>
  </p:sorterViewPr>
  <p:notesViewPr>
    <p:cSldViewPr snapToGrid="0">
      <p:cViewPr varScale="1">
        <p:scale>
          <a:sx n="83" d="100"/>
          <a:sy n="83" d="100"/>
        </p:scale>
        <p:origin x="3828" y="96"/>
      </p:cViewPr>
      <p:guideLst/>
    </p:cSldViewPr>
  </p:notesViewPr>
  <p:gridSpacing cx="59999" cy="59999"/>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Top Small Caps XP</c:v>
                </c:pt>
              </c:strCache>
            </c:strRef>
          </c:tx>
          <c:spPr>
            <a:ln w="22225" cap="rnd">
              <a:solidFill>
                <a:schemeClr val="accent4"/>
              </a:solidFill>
              <a:round/>
            </a:ln>
            <a:effectLst/>
          </c:spPr>
          <c:marker>
            <c:symbol val="none"/>
          </c:marker>
          <c:cat>
            <c:numRef>
              <c:f>Sheet1!$A$2:$A$1334</c:f>
              <c:numCache>
                <c:formatCode>yyyy\-mm\-dd</c:formatCode>
                <c:ptCount val="1333"/>
                <c:pt idx="0">
                  <c:v>44316.0</c:v>
                </c:pt>
                <c:pt idx="1">
                  <c:v>44319.0</c:v>
                </c:pt>
                <c:pt idx="2">
                  <c:v>44320.0</c:v>
                </c:pt>
                <c:pt idx="3">
                  <c:v>44321.0</c:v>
                </c:pt>
                <c:pt idx="4">
                  <c:v>44322.0</c:v>
                </c:pt>
                <c:pt idx="5">
                  <c:v>44323.0</c:v>
                </c:pt>
                <c:pt idx="6">
                  <c:v>44326.0</c:v>
                </c:pt>
                <c:pt idx="7">
                  <c:v>44327.0</c:v>
                </c:pt>
                <c:pt idx="8">
                  <c:v>44328.0</c:v>
                </c:pt>
                <c:pt idx="9">
                  <c:v>44329.0</c:v>
                </c:pt>
                <c:pt idx="10">
                  <c:v>44330.0</c:v>
                </c:pt>
                <c:pt idx="11">
                  <c:v>44333.0</c:v>
                </c:pt>
                <c:pt idx="12">
                  <c:v>44334.0</c:v>
                </c:pt>
                <c:pt idx="13">
                  <c:v>44335.0</c:v>
                </c:pt>
                <c:pt idx="14">
                  <c:v>44336.0</c:v>
                </c:pt>
                <c:pt idx="15">
                  <c:v>44337.0</c:v>
                </c:pt>
                <c:pt idx="16">
                  <c:v>44340.0</c:v>
                </c:pt>
                <c:pt idx="17">
                  <c:v>44341.0</c:v>
                </c:pt>
                <c:pt idx="18">
                  <c:v>44342.0</c:v>
                </c:pt>
                <c:pt idx="19">
                  <c:v>44343.0</c:v>
                </c:pt>
                <c:pt idx="20">
                  <c:v>44344.0</c:v>
                </c:pt>
                <c:pt idx="21">
                  <c:v>44347.0</c:v>
                </c:pt>
                <c:pt idx="22">
                  <c:v>44348.0</c:v>
                </c:pt>
                <c:pt idx="23">
                  <c:v>44349.0</c:v>
                </c:pt>
                <c:pt idx="24">
                  <c:v>44351.0</c:v>
                </c:pt>
                <c:pt idx="25">
                  <c:v>44354.0</c:v>
                </c:pt>
                <c:pt idx="26">
                  <c:v>44355.0</c:v>
                </c:pt>
                <c:pt idx="27">
                  <c:v>44356.0</c:v>
                </c:pt>
                <c:pt idx="28">
                  <c:v>44357.0</c:v>
                </c:pt>
                <c:pt idx="29">
                  <c:v>44358.0</c:v>
                </c:pt>
                <c:pt idx="30">
                  <c:v>44361.0</c:v>
                </c:pt>
                <c:pt idx="31">
                  <c:v>44362.0</c:v>
                </c:pt>
                <c:pt idx="32">
                  <c:v>44363.0</c:v>
                </c:pt>
                <c:pt idx="33">
                  <c:v>44364.0</c:v>
                </c:pt>
                <c:pt idx="34">
                  <c:v>44365.0</c:v>
                </c:pt>
                <c:pt idx="35">
                  <c:v>44368.0</c:v>
                </c:pt>
                <c:pt idx="36">
                  <c:v>44369.0</c:v>
                </c:pt>
                <c:pt idx="37">
                  <c:v>44370.0</c:v>
                </c:pt>
                <c:pt idx="38">
                  <c:v>44371.0</c:v>
                </c:pt>
                <c:pt idx="39">
                  <c:v>44372.0</c:v>
                </c:pt>
                <c:pt idx="40">
                  <c:v>44375.0</c:v>
                </c:pt>
                <c:pt idx="41">
                  <c:v>44376.0</c:v>
                </c:pt>
                <c:pt idx="42">
                  <c:v>44377.0</c:v>
                </c:pt>
                <c:pt idx="43">
                  <c:v>44378.0</c:v>
                </c:pt>
                <c:pt idx="44">
                  <c:v>44379.0</c:v>
                </c:pt>
                <c:pt idx="45">
                  <c:v>44382.0</c:v>
                </c:pt>
                <c:pt idx="46">
                  <c:v>44383.0</c:v>
                </c:pt>
                <c:pt idx="47">
                  <c:v>44384.0</c:v>
                </c:pt>
                <c:pt idx="48">
                  <c:v>44385.0</c:v>
                </c:pt>
                <c:pt idx="49">
                  <c:v>44389.0</c:v>
                </c:pt>
                <c:pt idx="50">
                  <c:v>44390.0</c:v>
                </c:pt>
                <c:pt idx="51">
                  <c:v>44391.0</c:v>
                </c:pt>
                <c:pt idx="52">
                  <c:v>44392.0</c:v>
                </c:pt>
                <c:pt idx="53">
                  <c:v>44393.0</c:v>
                </c:pt>
                <c:pt idx="54">
                  <c:v>44396.0</c:v>
                </c:pt>
                <c:pt idx="55">
                  <c:v>44397.0</c:v>
                </c:pt>
                <c:pt idx="56">
                  <c:v>44398.0</c:v>
                </c:pt>
                <c:pt idx="57">
                  <c:v>44399.0</c:v>
                </c:pt>
                <c:pt idx="58">
                  <c:v>44400.0</c:v>
                </c:pt>
                <c:pt idx="59">
                  <c:v>44403.0</c:v>
                </c:pt>
                <c:pt idx="60">
                  <c:v>44404.0</c:v>
                </c:pt>
                <c:pt idx="61">
                  <c:v>44405.0</c:v>
                </c:pt>
                <c:pt idx="62">
                  <c:v>44406.0</c:v>
                </c:pt>
                <c:pt idx="63">
                  <c:v>44407.0</c:v>
                </c:pt>
                <c:pt idx="64">
                  <c:v>44410.0</c:v>
                </c:pt>
                <c:pt idx="65">
                  <c:v>44411.0</c:v>
                </c:pt>
                <c:pt idx="66">
                  <c:v>44412.0</c:v>
                </c:pt>
                <c:pt idx="67">
                  <c:v>44413.0</c:v>
                </c:pt>
                <c:pt idx="68">
                  <c:v>44414.0</c:v>
                </c:pt>
                <c:pt idx="69">
                  <c:v>44417.0</c:v>
                </c:pt>
                <c:pt idx="70">
                  <c:v>44418.0</c:v>
                </c:pt>
                <c:pt idx="71">
                  <c:v>44419.0</c:v>
                </c:pt>
                <c:pt idx="72">
                  <c:v>44420.0</c:v>
                </c:pt>
                <c:pt idx="73">
                  <c:v>44421.0</c:v>
                </c:pt>
                <c:pt idx="74">
                  <c:v>44424.0</c:v>
                </c:pt>
                <c:pt idx="75">
                  <c:v>44425.0</c:v>
                </c:pt>
                <c:pt idx="76">
                  <c:v>44426.0</c:v>
                </c:pt>
                <c:pt idx="77">
                  <c:v>44427.0</c:v>
                </c:pt>
                <c:pt idx="78">
                  <c:v>44428.0</c:v>
                </c:pt>
                <c:pt idx="79">
                  <c:v>44431.0</c:v>
                </c:pt>
                <c:pt idx="80">
                  <c:v>44432.0</c:v>
                </c:pt>
                <c:pt idx="81">
                  <c:v>44433.0</c:v>
                </c:pt>
                <c:pt idx="82">
                  <c:v>44434.0</c:v>
                </c:pt>
                <c:pt idx="83">
                  <c:v>44435.0</c:v>
                </c:pt>
                <c:pt idx="84">
                  <c:v>44438.0</c:v>
                </c:pt>
                <c:pt idx="85">
                  <c:v>44439.0</c:v>
                </c:pt>
                <c:pt idx="86">
                  <c:v>44440.0</c:v>
                </c:pt>
                <c:pt idx="87">
                  <c:v>44441.0</c:v>
                </c:pt>
                <c:pt idx="88">
                  <c:v>44442.0</c:v>
                </c:pt>
                <c:pt idx="89">
                  <c:v>44445.0</c:v>
                </c:pt>
                <c:pt idx="90">
                  <c:v>44447.0</c:v>
                </c:pt>
                <c:pt idx="91">
                  <c:v>44448.0</c:v>
                </c:pt>
                <c:pt idx="92">
                  <c:v>44449.0</c:v>
                </c:pt>
                <c:pt idx="93">
                  <c:v>44452.0</c:v>
                </c:pt>
                <c:pt idx="94">
                  <c:v>44453.0</c:v>
                </c:pt>
                <c:pt idx="95">
                  <c:v>44454.0</c:v>
                </c:pt>
                <c:pt idx="96">
                  <c:v>44455.0</c:v>
                </c:pt>
                <c:pt idx="97">
                  <c:v>44456.0</c:v>
                </c:pt>
                <c:pt idx="98">
                  <c:v>44459.0</c:v>
                </c:pt>
                <c:pt idx="99">
                  <c:v>44460.0</c:v>
                </c:pt>
                <c:pt idx="100">
                  <c:v>44461.0</c:v>
                </c:pt>
                <c:pt idx="101">
                  <c:v>44462.0</c:v>
                </c:pt>
                <c:pt idx="102">
                  <c:v>44463.0</c:v>
                </c:pt>
                <c:pt idx="103">
                  <c:v>44466.0</c:v>
                </c:pt>
                <c:pt idx="104">
                  <c:v>44467.0</c:v>
                </c:pt>
                <c:pt idx="105">
                  <c:v>44468.0</c:v>
                </c:pt>
                <c:pt idx="106">
                  <c:v>44469.0</c:v>
                </c:pt>
                <c:pt idx="107">
                  <c:v>44470.0</c:v>
                </c:pt>
                <c:pt idx="108">
                  <c:v>44473.0</c:v>
                </c:pt>
                <c:pt idx="109">
                  <c:v>44474.0</c:v>
                </c:pt>
                <c:pt idx="110">
                  <c:v>44475.0</c:v>
                </c:pt>
                <c:pt idx="111">
                  <c:v>44476.0</c:v>
                </c:pt>
                <c:pt idx="112">
                  <c:v>44477.0</c:v>
                </c:pt>
                <c:pt idx="113">
                  <c:v>44480.0</c:v>
                </c:pt>
                <c:pt idx="114">
                  <c:v>44482.0</c:v>
                </c:pt>
                <c:pt idx="115">
                  <c:v>44483.0</c:v>
                </c:pt>
                <c:pt idx="116">
                  <c:v>44484.0</c:v>
                </c:pt>
                <c:pt idx="117">
                  <c:v>44487.0</c:v>
                </c:pt>
                <c:pt idx="118">
                  <c:v>44488.0</c:v>
                </c:pt>
                <c:pt idx="119">
                  <c:v>44489.0</c:v>
                </c:pt>
                <c:pt idx="120">
                  <c:v>44490.0</c:v>
                </c:pt>
                <c:pt idx="121">
                  <c:v>44491.0</c:v>
                </c:pt>
                <c:pt idx="122">
                  <c:v>44494.0</c:v>
                </c:pt>
                <c:pt idx="123">
                  <c:v>44495.0</c:v>
                </c:pt>
                <c:pt idx="124">
                  <c:v>44496.0</c:v>
                </c:pt>
                <c:pt idx="125">
                  <c:v>44497.0</c:v>
                </c:pt>
                <c:pt idx="126">
                  <c:v>44498.0</c:v>
                </c:pt>
                <c:pt idx="127">
                  <c:v>44501.0</c:v>
                </c:pt>
                <c:pt idx="128">
                  <c:v>44503.0</c:v>
                </c:pt>
                <c:pt idx="129">
                  <c:v>44504.0</c:v>
                </c:pt>
                <c:pt idx="130">
                  <c:v>44505.0</c:v>
                </c:pt>
                <c:pt idx="131">
                  <c:v>44508.0</c:v>
                </c:pt>
                <c:pt idx="132">
                  <c:v>44509.0</c:v>
                </c:pt>
                <c:pt idx="133">
                  <c:v>44510.0</c:v>
                </c:pt>
                <c:pt idx="134">
                  <c:v>44511.0</c:v>
                </c:pt>
                <c:pt idx="135">
                  <c:v>44512.0</c:v>
                </c:pt>
                <c:pt idx="136">
                  <c:v>44516.0</c:v>
                </c:pt>
                <c:pt idx="137">
                  <c:v>44517.0</c:v>
                </c:pt>
                <c:pt idx="138">
                  <c:v>44518.0</c:v>
                </c:pt>
                <c:pt idx="139">
                  <c:v>44519.0</c:v>
                </c:pt>
                <c:pt idx="140">
                  <c:v>44522.0</c:v>
                </c:pt>
                <c:pt idx="141">
                  <c:v>44523.0</c:v>
                </c:pt>
                <c:pt idx="142">
                  <c:v>44524.0</c:v>
                </c:pt>
                <c:pt idx="143">
                  <c:v>44525.0</c:v>
                </c:pt>
                <c:pt idx="144">
                  <c:v>44526.0</c:v>
                </c:pt>
                <c:pt idx="145">
                  <c:v>44529.0</c:v>
                </c:pt>
                <c:pt idx="146">
                  <c:v>44530.0</c:v>
                </c:pt>
                <c:pt idx="147">
                  <c:v>44531.0</c:v>
                </c:pt>
                <c:pt idx="148">
                  <c:v>44532.0</c:v>
                </c:pt>
                <c:pt idx="149">
                  <c:v>44533.0</c:v>
                </c:pt>
                <c:pt idx="150">
                  <c:v>44536.0</c:v>
                </c:pt>
                <c:pt idx="151">
                  <c:v>44537.0</c:v>
                </c:pt>
                <c:pt idx="152">
                  <c:v>44538.0</c:v>
                </c:pt>
                <c:pt idx="153">
                  <c:v>44539.0</c:v>
                </c:pt>
                <c:pt idx="154">
                  <c:v>44540.0</c:v>
                </c:pt>
                <c:pt idx="155">
                  <c:v>44543.0</c:v>
                </c:pt>
                <c:pt idx="156">
                  <c:v>44544.0</c:v>
                </c:pt>
                <c:pt idx="157">
                  <c:v>44545.0</c:v>
                </c:pt>
                <c:pt idx="158">
                  <c:v>44546.0</c:v>
                </c:pt>
                <c:pt idx="159">
                  <c:v>44547.0</c:v>
                </c:pt>
                <c:pt idx="160">
                  <c:v>44550.0</c:v>
                </c:pt>
                <c:pt idx="161">
                  <c:v>44551.0</c:v>
                </c:pt>
                <c:pt idx="162">
                  <c:v>44552.0</c:v>
                </c:pt>
                <c:pt idx="163">
                  <c:v>44553.0</c:v>
                </c:pt>
                <c:pt idx="164">
                  <c:v>44557.0</c:v>
                </c:pt>
                <c:pt idx="165">
                  <c:v>44558.0</c:v>
                </c:pt>
                <c:pt idx="166">
                  <c:v>44559.0</c:v>
                </c:pt>
                <c:pt idx="167">
                  <c:v>44560.0</c:v>
                </c:pt>
                <c:pt idx="168">
                  <c:v>44564.0</c:v>
                </c:pt>
                <c:pt idx="169">
                  <c:v>44565.0</c:v>
                </c:pt>
                <c:pt idx="170">
                  <c:v>44566.0</c:v>
                </c:pt>
                <c:pt idx="171">
                  <c:v>44567.0</c:v>
                </c:pt>
                <c:pt idx="172">
                  <c:v>44568.0</c:v>
                </c:pt>
                <c:pt idx="173">
                  <c:v>44571.0</c:v>
                </c:pt>
                <c:pt idx="174">
                  <c:v>44572.0</c:v>
                </c:pt>
                <c:pt idx="175">
                  <c:v>44573.0</c:v>
                </c:pt>
                <c:pt idx="176">
                  <c:v>44574.0</c:v>
                </c:pt>
                <c:pt idx="177">
                  <c:v>44575.0</c:v>
                </c:pt>
                <c:pt idx="178">
                  <c:v>44578.0</c:v>
                </c:pt>
                <c:pt idx="179">
                  <c:v>44579.0</c:v>
                </c:pt>
                <c:pt idx="180">
                  <c:v>44580.0</c:v>
                </c:pt>
                <c:pt idx="181">
                  <c:v>44581.0</c:v>
                </c:pt>
                <c:pt idx="182">
                  <c:v>44582.0</c:v>
                </c:pt>
                <c:pt idx="183">
                  <c:v>44585.0</c:v>
                </c:pt>
                <c:pt idx="184">
                  <c:v>44586.0</c:v>
                </c:pt>
                <c:pt idx="185">
                  <c:v>44587.0</c:v>
                </c:pt>
                <c:pt idx="186">
                  <c:v>44588.0</c:v>
                </c:pt>
                <c:pt idx="187">
                  <c:v>44589.0</c:v>
                </c:pt>
                <c:pt idx="188">
                  <c:v>44592.0</c:v>
                </c:pt>
                <c:pt idx="189">
                  <c:v>44593.0</c:v>
                </c:pt>
                <c:pt idx="190">
                  <c:v>44594.0</c:v>
                </c:pt>
                <c:pt idx="191">
                  <c:v>44595.0</c:v>
                </c:pt>
                <c:pt idx="192">
                  <c:v>44596.0</c:v>
                </c:pt>
                <c:pt idx="193">
                  <c:v>44599.0</c:v>
                </c:pt>
                <c:pt idx="194">
                  <c:v>44600.0</c:v>
                </c:pt>
                <c:pt idx="195">
                  <c:v>44601.0</c:v>
                </c:pt>
                <c:pt idx="196">
                  <c:v>44602.0</c:v>
                </c:pt>
                <c:pt idx="197">
                  <c:v>44603.0</c:v>
                </c:pt>
                <c:pt idx="198">
                  <c:v>44606.0</c:v>
                </c:pt>
                <c:pt idx="199">
                  <c:v>44607.0</c:v>
                </c:pt>
                <c:pt idx="200">
                  <c:v>44608.0</c:v>
                </c:pt>
                <c:pt idx="201">
                  <c:v>44609.0</c:v>
                </c:pt>
                <c:pt idx="202">
                  <c:v>44610.0</c:v>
                </c:pt>
                <c:pt idx="203">
                  <c:v>44613.0</c:v>
                </c:pt>
                <c:pt idx="204">
                  <c:v>44614.0</c:v>
                </c:pt>
                <c:pt idx="205">
                  <c:v>44615.0</c:v>
                </c:pt>
                <c:pt idx="206">
                  <c:v>44616.0</c:v>
                </c:pt>
                <c:pt idx="207">
                  <c:v>44617.0</c:v>
                </c:pt>
                <c:pt idx="208">
                  <c:v>44622.0</c:v>
                </c:pt>
                <c:pt idx="209">
                  <c:v>44623.0</c:v>
                </c:pt>
                <c:pt idx="210">
                  <c:v>44624.0</c:v>
                </c:pt>
                <c:pt idx="211">
                  <c:v>44627.0</c:v>
                </c:pt>
                <c:pt idx="212">
                  <c:v>44628.0</c:v>
                </c:pt>
                <c:pt idx="213">
                  <c:v>44629.0</c:v>
                </c:pt>
                <c:pt idx="214">
                  <c:v>44630.0</c:v>
                </c:pt>
                <c:pt idx="215">
                  <c:v>44631.0</c:v>
                </c:pt>
                <c:pt idx="216">
                  <c:v>44634.0</c:v>
                </c:pt>
                <c:pt idx="217">
                  <c:v>44635.0</c:v>
                </c:pt>
                <c:pt idx="218">
                  <c:v>44636.0</c:v>
                </c:pt>
                <c:pt idx="219">
                  <c:v>44637.0</c:v>
                </c:pt>
                <c:pt idx="220">
                  <c:v>44638.0</c:v>
                </c:pt>
                <c:pt idx="221">
                  <c:v>44641.0</c:v>
                </c:pt>
                <c:pt idx="222">
                  <c:v>44642.0</c:v>
                </c:pt>
                <c:pt idx="223">
                  <c:v>44643.0</c:v>
                </c:pt>
                <c:pt idx="224">
                  <c:v>44644.0</c:v>
                </c:pt>
                <c:pt idx="225">
                  <c:v>44645.0</c:v>
                </c:pt>
                <c:pt idx="226">
                  <c:v>44648.0</c:v>
                </c:pt>
                <c:pt idx="227">
                  <c:v>44649.0</c:v>
                </c:pt>
                <c:pt idx="228">
                  <c:v>44650.0</c:v>
                </c:pt>
                <c:pt idx="229">
                  <c:v>44651.0</c:v>
                </c:pt>
                <c:pt idx="230">
                  <c:v>44652.0</c:v>
                </c:pt>
                <c:pt idx="231">
                  <c:v>44655.0</c:v>
                </c:pt>
                <c:pt idx="232">
                  <c:v>44656.0</c:v>
                </c:pt>
                <c:pt idx="233">
                  <c:v>44657.0</c:v>
                </c:pt>
                <c:pt idx="234">
                  <c:v>44658.0</c:v>
                </c:pt>
                <c:pt idx="235">
                  <c:v>44659.0</c:v>
                </c:pt>
                <c:pt idx="236">
                  <c:v>44662.0</c:v>
                </c:pt>
                <c:pt idx="237">
                  <c:v>44663.0</c:v>
                </c:pt>
                <c:pt idx="238">
                  <c:v>44664.0</c:v>
                </c:pt>
                <c:pt idx="239">
                  <c:v>44665.0</c:v>
                </c:pt>
                <c:pt idx="240">
                  <c:v>44669.0</c:v>
                </c:pt>
                <c:pt idx="241">
                  <c:v>44670.0</c:v>
                </c:pt>
                <c:pt idx="242">
                  <c:v>44671.0</c:v>
                </c:pt>
                <c:pt idx="243">
                  <c:v>44673.0</c:v>
                </c:pt>
                <c:pt idx="244">
                  <c:v>44676.0</c:v>
                </c:pt>
                <c:pt idx="245">
                  <c:v>44677.0</c:v>
                </c:pt>
                <c:pt idx="246">
                  <c:v>44678.0</c:v>
                </c:pt>
                <c:pt idx="247">
                  <c:v>44679.0</c:v>
                </c:pt>
                <c:pt idx="248">
                  <c:v>44680.0</c:v>
                </c:pt>
                <c:pt idx="249">
                  <c:v>44683.0</c:v>
                </c:pt>
                <c:pt idx="250">
                  <c:v>44684.0</c:v>
                </c:pt>
                <c:pt idx="251">
                  <c:v>44685.0</c:v>
                </c:pt>
                <c:pt idx="252">
                  <c:v>44686.0</c:v>
                </c:pt>
                <c:pt idx="253">
                  <c:v>44687.0</c:v>
                </c:pt>
                <c:pt idx="254">
                  <c:v>44690.0</c:v>
                </c:pt>
                <c:pt idx="255">
                  <c:v>44691.0</c:v>
                </c:pt>
                <c:pt idx="256">
                  <c:v>44692.0</c:v>
                </c:pt>
                <c:pt idx="257">
                  <c:v>44693.0</c:v>
                </c:pt>
                <c:pt idx="258">
                  <c:v>44694.0</c:v>
                </c:pt>
                <c:pt idx="259">
                  <c:v>44697.0</c:v>
                </c:pt>
                <c:pt idx="260">
                  <c:v>44698.0</c:v>
                </c:pt>
                <c:pt idx="261">
                  <c:v>44699.0</c:v>
                </c:pt>
                <c:pt idx="262">
                  <c:v>44700.0</c:v>
                </c:pt>
                <c:pt idx="263">
                  <c:v>44701.0</c:v>
                </c:pt>
                <c:pt idx="264">
                  <c:v>44704.0</c:v>
                </c:pt>
                <c:pt idx="265">
                  <c:v>44705.0</c:v>
                </c:pt>
                <c:pt idx="266">
                  <c:v>44706.0</c:v>
                </c:pt>
                <c:pt idx="267">
                  <c:v>44707.0</c:v>
                </c:pt>
                <c:pt idx="268">
                  <c:v>44708.0</c:v>
                </c:pt>
                <c:pt idx="269">
                  <c:v>44711.0</c:v>
                </c:pt>
                <c:pt idx="270">
                  <c:v>44712.0</c:v>
                </c:pt>
                <c:pt idx="271">
                  <c:v>44713.0</c:v>
                </c:pt>
                <c:pt idx="272">
                  <c:v>44714.0</c:v>
                </c:pt>
                <c:pt idx="273">
                  <c:v>44715.0</c:v>
                </c:pt>
                <c:pt idx="274">
                  <c:v>44718.0</c:v>
                </c:pt>
                <c:pt idx="275">
                  <c:v>44719.0</c:v>
                </c:pt>
                <c:pt idx="276">
                  <c:v>44720.0</c:v>
                </c:pt>
                <c:pt idx="277">
                  <c:v>44721.0</c:v>
                </c:pt>
                <c:pt idx="278">
                  <c:v>44722.0</c:v>
                </c:pt>
                <c:pt idx="279">
                  <c:v>44725.0</c:v>
                </c:pt>
                <c:pt idx="280">
                  <c:v>44726.0</c:v>
                </c:pt>
                <c:pt idx="281">
                  <c:v>44727.0</c:v>
                </c:pt>
                <c:pt idx="282">
                  <c:v>44729.0</c:v>
                </c:pt>
                <c:pt idx="283">
                  <c:v>44732.0</c:v>
                </c:pt>
                <c:pt idx="284">
                  <c:v>44733.0</c:v>
                </c:pt>
                <c:pt idx="285">
                  <c:v>44734.0</c:v>
                </c:pt>
                <c:pt idx="286">
                  <c:v>44735.0</c:v>
                </c:pt>
                <c:pt idx="287">
                  <c:v>44736.0</c:v>
                </c:pt>
                <c:pt idx="288">
                  <c:v>44739.0</c:v>
                </c:pt>
                <c:pt idx="289">
                  <c:v>44740.0</c:v>
                </c:pt>
                <c:pt idx="290">
                  <c:v>44741.0</c:v>
                </c:pt>
                <c:pt idx="291">
                  <c:v>44742.0</c:v>
                </c:pt>
                <c:pt idx="292">
                  <c:v>44743.0</c:v>
                </c:pt>
                <c:pt idx="293">
                  <c:v>44746.0</c:v>
                </c:pt>
                <c:pt idx="294">
                  <c:v>44747.0</c:v>
                </c:pt>
                <c:pt idx="295">
                  <c:v>44748.0</c:v>
                </c:pt>
                <c:pt idx="296">
                  <c:v>44749.0</c:v>
                </c:pt>
                <c:pt idx="297">
                  <c:v>44750.0</c:v>
                </c:pt>
                <c:pt idx="298">
                  <c:v>44753.0</c:v>
                </c:pt>
                <c:pt idx="299">
                  <c:v>44754.0</c:v>
                </c:pt>
                <c:pt idx="300">
                  <c:v>44755.0</c:v>
                </c:pt>
                <c:pt idx="301">
                  <c:v>44756.0</c:v>
                </c:pt>
                <c:pt idx="302">
                  <c:v>44757.0</c:v>
                </c:pt>
                <c:pt idx="303">
                  <c:v>44760.0</c:v>
                </c:pt>
                <c:pt idx="304">
                  <c:v>44761.0</c:v>
                </c:pt>
                <c:pt idx="305">
                  <c:v>44762.0</c:v>
                </c:pt>
                <c:pt idx="306">
                  <c:v>44763.0</c:v>
                </c:pt>
                <c:pt idx="307">
                  <c:v>44764.0</c:v>
                </c:pt>
                <c:pt idx="308">
                  <c:v>44767.0</c:v>
                </c:pt>
                <c:pt idx="309">
                  <c:v>44768.0</c:v>
                </c:pt>
                <c:pt idx="310">
                  <c:v>44769.0</c:v>
                </c:pt>
                <c:pt idx="311">
                  <c:v>44770.0</c:v>
                </c:pt>
                <c:pt idx="312">
                  <c:v>44771.0</c:v>
                </c:pt>
                <c:pt idx="313">
                  <c:v>44774.0</c:v>
                </c:pt>
                <c:pt idx="314">
                  <c:v>44775.0</c:v>
                </c:pt>
                <c:pt idx="315">
                  <c:v>44776.0</c:v>
                </c:pt>
                <c:pt idx="316">
                  <c:v>44777.0</c:v>
                </c:pt>
                <c:pt idx="317">
                  <c:v>44778.0</c:v>
                </c:pt>
                <c:pt idx="318">
                  <c:v>44781.0</c:v>
                </c:pt>
                <c:pt idx="319">
                  <c:v>44782.0</c:v>
                </c:pt>
                <c:pt idx="320">
                  <c:v>44783.0</c:v>
                </c:pt>
                <c:pt idx="321">
                  <c:v>44784.0</c:v>
                </c:pt>
                <c:pt idx="322">
                  <c:v>44785.0</c:v>
                </c:pt>
                <c:pt idx="323">
                  <c:v>44788.0</c:v>
                </c:pt>
                <c:pt idx="324">
                  <c:v>44789.0</c:v>
                </c:pt>
                <c:pt idx="325">
                  <c:v>44790.0</c:v>
                </c:pt>
                <c:pt idx="326">
                  <c:v>44791.0</c:v>
                </c:pt>
                <c:pt idx="327">
                  <c:v>44792.0</c:v>
                </c:pt>
                <c:pt idx="328">
                  <c:v>44795.0</c:v>
                </c:pt>
                <c:pt idx="329">
                  <c:v>44796.0</c:v>
                </c:pt>
                <c:pt idx="330">
                  <c:v>44797.0</c:v>
                </c:pt>
                <c:pt idx="331">
                  <c:v>44798.0</c:v>
                </c:pt>
                <c:pt idx="332">
                  <c:v>44799.0</c:v>
                </c:pt>
                <c:pt idx="333">
                  <c:v>44802.0</c:v>
                </c:pt>
                <c:pt idx="334">
                  <c:v>44803.0</c:v>
                </c:pt>
                <c:pt idx="335">
                  <c:v>44804.0</c:v>
                </c:pt>
                <c:pt idx="336">
                  <c:v>44805.0</c:v>
                </c:pt>
                <c:pt idx="337">
                  <c:v>44806.0</c:v>
                </c:pt>
                <c:pt idx="338">
                  <c:v>44809.0</c:v>
                </c:pt>
                <c:pt idx="339">
                  <c:v>44810.0</c:v>
                </c:pt>
                <c:pt idx="340">
                  <c:v>44812.0</c:v>
                </c:pt>
                <c:pt idx="341">
                  <c:v>44813.0</c:v>
                </c:pt>
                <c:pt idx="342">
                  <c:v>44816.0</c:v>
                </c:pt>
                <c:pt idx="343">
                  <c:v>44817.0</c:v>
                </c:pt>
                <c:pt idx="344">
                  <c:v>44818.0</c:v>
                </c:pt>
                <c:pt idx="345">
                  <c:v>44819.0</c:v>
                </c:pt>
                <c:pt idx="346">
                  <c:v>44820.0</c:v>
                </c:pt>
                <c:pt idx="347">
                  <c:v>44823.0</c:v>
                </c:pt>
                <c:pt idx="348">
                  <c:v>44824.0</c:v>
                </c:pt>
                <c:pt idx="349">
                  <c:v>44825.0</c:v>
                </c:pt>
                <c:pt idx="350">
                  <c:v>44826.0</c:v>
                </c:pt>
                <c:pt idx="351">
                  <c:v>44827.0</c:v>
                </c:pt>
                <c:pt idx="352">
                  <c:v>44830.0</c:v>
                </c:pt>
                <c:pt idx="353">
                  <c:v>44831.0</c:v>
                </c:pt>
                <c:pt idx="354">
                  <c:v>44832.0</c:v>
                </c:pt>
                <c:pt idx="355">
                  <c:v>44833.0</c:v>
                </c:pt>
                <c:pt idx="356">
                  <c:v>44834.0</c:v>
                </c:pt>
                <c:pt idx="357">
                  <c:v>44837.0</c:v>
                </c:pt>
                <c:pt idx="358">
                  <c:v>44838.0</c:v>
                </c:pt>
                <c:pt idx="359">
                  <c:v>44839.0</c:v>
                </c:pt>
                <c:pt idx="360">
                  <c:v>44840.0</c:v>
                </c:pt>
                <c:pt idx="361">
                  <c:v>44841.0</c:v>
                </c:pt>
                <c:pt idx="362">
                  <c:v>44844.0</c:v>
                </c:pt>
                <c:pt idx="363">
                  <c:v>44845.0</c:v>
                </c:pt>
                <c:pt idx="364">
                  <c:v>44847.0</c:v>
                </c:pt>
                <c:pt idx="365">
                  <c:v>44848.0</c:v>
                </c:pt>
                <c:pt idx="366">
                  <c:v>44851.0</c:v>
                </c:pt>
                <c:pt idx="367">
                  <c:v>44852.0</c:v>
                </c:pt>
                <c:pt idx="368">
                  <c:v>44853.0</c:v>
                </c:pt>
                <c:pt idx="369">
                  <c:v>44854.0</c:v>
                </c:pt>
                <c:pt idx="370">
                  <c:v>44855.0</c:v>
                </c:pt>
                <c:pt idx="371">
                  <c:v>44858.0</c:v>
                </c:pt>
                <c:pt idx="372">
                  <c:v>44859.0</c:v>
                </c:pt>
                <c:pt idx="373">
                  <c:v>44860.0</c:v>
                </c:pt>
                <c:pt idx="374">
                  <c:v>44861.0</c:v>
                </c:pt>
                <c:pt idx="375">
                  <c:v>44862.0</c:v>
                </c:pt>
                <c:pt idx="376">
                  <c:v>44865.0</c:v>
                </c:pt>
                <c:pt idx="377">
                  <c:v>44866.0</c:v>
                </c:pt>
                <c:pt idx="378">
                  <c:v>44868.0</c:v>
                </c:pt>
                <c:pt idx="379">
                  <c:v>44869.0</c:v>
                </c:pt>
                <c:pt idx="380">
                  <c:v>44872.0</c:v>
                </c:pt>
                <c:pt idx="381">
                  <c:v>44873.0</c:v>
                </c:pt>
                <c:pt idx="382">
                  <c:v>44874.0</c:v>
                </c:pt>
                <c:pt idx="383">
                  <c:v>44875.0</c:v>
                </c:pt>
                <c:pt idx="384">
                  <c:v>44876.0</c:v>
                </c:pt>
                <c:pt idx="385">
                  <c:v>44879.0</c:v>
                </c:pt>
                <c:pt idx="386">
                  <c:v>44881.0</c:v>
                </c:pt>
                <c:pt idx="387">
                  <c:v>44882.0</c:v>
                </c:pt>
                <c:pt idx="388">
                  <c:v>44883.0</c:v>
                </c:pt>
                <c:pt idx="389">
                  <c:v>44886.0</c:v>
                </c:pt>
                <c:pt idx="390">
                  <c:v>44887.0</c:v>
                </c:pt>
                <c:pt idx="391">
                  <c:v>44888.0</c:v>
                </c:pt>
                <c:pt idx="392">
                  <c:v>44889.0</c:v>
                </c:pt>
                <c:pt idx="393">
                  <c:v>44890.0</c:v>
                </c:pt>
                <c:pt idx="394">
                  <c:v>44893.0</c:v>
                </c:pt>
                <c:pt idx="395">
                  <c:v>44894.0</c:v>
                </c:pt>
                <c:pt idx="396">
                  <c:v>44895.0</c:v>
                </c:pt>
                <c:pt idx="397">
                  <c:v>44896.0</c:v>
                </c:pt>
                <c:pt idx="398">
                  <c:v>44897.0</c:v>
                </c:pt>
                <c:pt idx="399">
                  <c:v>44900.0</c:v>
                </c:pt>
                <c:pt idx="400">
                  <c:v>44901.0</c:v>
                </c:pt>
                <c:pt idx="401">
                  <c:v>44902.0</c:v>
                </c:pt>
                <c:pt idx="402">
                  <c:v>44903.0</c:v>
                </c:pt>
                <c:pt idx="403">
                  <c:v>44904.0</c:v>
                </c:pt>
                <c:pt idx="404">
                  <c:v>44907.0</c:v>
                </c:pt>
                <c:pt idx="405">
                  <c:v>44908.0</c:v>
                </c:pt>
                <c:pt idx="406">
                  <c:v>44909.0</c:v>
                </c:pt>
                <c:pt idx="407">
                  <c:v>44910.0</c:v>
                </c:pt>
                <c:pt idx="408">
                  <c:v>44911.0</c:v>
                </c:pt>
                <c:pt idx="409">
                  <c:v>44914.0</c:v>
                </c:pt>
                <c:pt idx="410">
                  <c:v>44915.0</c:v>
                </c:pt>
                <c:pt idx="411">
                  <c:v>44916.0</c:v>
                </c:pt>
                <c:pt idx="412">
                  <c:v>44917.0</c:v>
                </c:pt>
                <c:pt idx="413">
                  <c:v>44918.0</c:v>
                </c:pt>
                <c:pt idx="414">
                  <c:v>44921.0</c:v>
                </c:pt>
                <c:pt idx="415">
                  <c:v>44922.0</c:v>
                </c:pt>
                <c:pt idx="416">
                  <c:v>44923.0</c:v>
                </c:pt>
                <c:pt idx="417">
                  <c:v>44924.0</c:v>
                </c:pt>
                <c:pt idx="418">
                  <c:v>44928.0</c:v>
                </c:pt>
                <c:pt idx="419">
                  <c:v>44929.0</c:v>
                </c:pt>
                <c:pt idx="420">
                  <c:v>44930.0</c:v>
                </c:pt>
                <c:pt idx="421">
                  <c:v>44931.0</c:v>
                </c:pt>
                <c:pt idx="422">
                  <c:v>44932.0</c:v>
                </c:pt>
                <c:pt idx="423">
                  <c:v>44935.0</c:v>
                </c:pt>
                <c:pt idx="424">
                  <c:v>44936.0</c:v>
                </c:pt>
                <c:pt idx="425">
                  <c:v>44937.0</c:v>
                </c:pt>
                <c:pt idx="426">
                  <c:v>44938.0</c:v>
                </c:pt>
                <c:pt idx="427">
                  <c:v>44939.0</c:v>
                </c:pt>
                <c:pt idx="428">
                  <c:v>44942.0</c:v>
                </c:pt>
                <c:pt idx="429">
                  <c:v>44943.0</c:v>
                </c:pt>
                <c:pt idx="430">
                  <c:v>44944.0</c:v>
                </c:pt>
                <c:pt idx="431">
                  <c:v>44945.0</c:v>
                </c:pt>
                <c:pt idx="432">
                  <c:v>44946.0</c:v>
                </c:pt>
                <c:pt idx="433">
                  <c:v>44949.0</c:v>
                </c:pt>
                <c:pt idx="434">
                  <c:v>44950.0</c:v>
                </c:pt>
                <c:pt idx="435">
                  <c:v>44951.0</c:v>
                </c:pt>
                <c:pt idx="436">
                  <c:v>44952.0</c:v>
                </c:pt>
                <c:pt idx="437">
                  <c:v>44953.0</c:v>
                </c:pt>
                <c:pt idx="438">
                  <c:v>44956.0</c:v>
                </c:pt>
                <c:pt idx="439">
                  <c:v>44957.0</c:v>
                </c:pt>
                <c:pt idx="440">
                  <c:v>44958.0</c:v>
                </c:pt>
                <c:pt idx="441">
                  <c:v>44959.0</c:v>
                </c:pt>
                <c:pt idx="442">
                  <c:v>44960.0</c:v>
                </c:pt>
                <c:pt idx="443">
                  <c:v>44963.0</c:v>
                </c:pt>
                <c:pt idx="444">
                  <c:v>44964.0</c:v>
                </c:pt>
                <c:pt idx="445">
                  <c:v>44965.0</c:v>
                </c:pt>
                <c:pt idx="446">
                  <c:v>44966.0</c:v>
                </c:pt>
                <c:pt idx="447">
                  <c:v>44967.0</c:v>
                </c:pt>
                <c:pt idx="448">
                  <c:v>44970.0</c:v>
                </c:pt>
                <c:pt idx="449">
                  <c:v>44971.0</c:v>
                </c:pt>
                <c:pt idx="450">
                  <c:v>44972.0</c:v>
                </c:pt>
                <c:pt idx="451">
                  <c:v>44973.0</c:v>
                </c:pt>
                <c:pt idx="452">
                  <c:v>44974.0</c:v>
                </c:pt>
                <c:pt idx="453">
                  <c:v>44979.0</c:v>
                </c:pt>
                <c:pt idx="454">
                  <c:v>44980.0</c:v>
                </c:pt>
                <c:pt idx="455">
                  <c:v>44981.0</c:v>
                </c:pt>
                <c:pt idx="456">
                  <c:v>44984.0</c:v>
                </c:pt>
                <c:pt idx="457">
                  <c:v>44985.0</c:v>
                </c:pt>
                <c:pt idx="458">
                  <c:v>44986.0</c:v>
                </c:pt>
                <c:pt idx="459">
                  <c:v>44987.0</c:v>
                </c:pt>
                <c:pt idx="460">
                  <c:v>44988.0</c:v>
                </c:pt>
                <c:pt idx="461">
                  <c:v>44991.0</c:v>
                </c:pt>
                <c:pt idx="462">
                  <c:v>44992.0</c:v>
                </c:pt>
                <c:pt idx="463">
                  <c:v>44993.0</c:v>
                </c:pt>
                <c:pt idx="464">
                  <c:v>44994.0</c:v>
                </c:pt>
                <c:pt idx="465">
                  <c:v>44995.0</c:v>
                </c:pt>
                <c:pt idx="466">
                  <c:v>44998.0</c:v>
                </c:pt>
                <c:pt idx="467">
                  <c:v>44999.0</c:v>
                </c:pt>
                <c:pt idx="468">
                  <c:v>45000.0</c:v>
                </c:pt>
                <c:pt idx="469">
                  <c:v>45001.0</c:v>
                </c:pt>
                <c:pt idx="470">
                  <c:v>45002.0</c:v>
                </c:pt>
                <c:pt idx="471">
                  <c:v>45005.0</c:v>
                </c:pt>
                <c:pt idx="472">
                  <c:v>45006.0</c:v>
                </c:pt>
                <c:pt idx="473">
                  <c:v>45007.0</c:v>
                </c:pt>
                <c:pt idx="474">
                  <c:v>45008.0</c:v>
                </c:pt>
                <c:pt idx="475">
                  <c:v>45009.0</c:v>
                </c:pt>
                <c:pt idx="476">
                  <c:v>45012.0</c:v>
                </c:pt>
                <c:pt idx="477">
                  <c:v>45013.0</c:v>
                </c:pt>
                <c:pt idx="478">
                  <c:v>45014.0</c:v>
                </c:pt>
                <c:pt idx="479">
                  <c:v>45015.0</c:v>
                </c:pt>
                <c:pt idx="480">
                  <c:v>45016.0</c:v>
                </c:pt>
                <c:pt idx="481">
                  <c:v>45019.0</c:v>
                </c:pt>
                <c:pt idx="482">
                  <c:v>45020.0</c:v>
                </c:pt>
                <c:pt idx="483">
                  <c:v>45021.0</c:v>
                </c:pt>
                <c:pt idx="484">
                  <c:v>45022.0</c:v>
                </c:pt>
                <c:pt idx="485">
                  <c:v>45026.0</c:v>
                </c:pt>
                <c:pt idx="486">
                  <c:v>45027.0</c:v>
                </c:pt>
                <c:pt idx="487">
                  <c:v>45028.0</c:v>
                </c:pt>
                <c:pt idx="488">
                  <c:v>45029.0</c:v>
                </c:pt>
                <c:pt idx="489">
                  <c:v>45030.0</c:v>
                </c:pt>
                <c:pt idx="490">
                  <c:v>45033.0</c:v>
                </c:pt>
                <c:pt idx="491">
                  <c:v>45034.0</c:v>
                </c:pt>
                <c:pt idx="492">
                  <c:v>45035.0</c:v>
                </c:pt>
                <c:pt idx="493">
                  <c:v>45036.0</c:v>
                </c:pt>
                <c:pt idx="494">
                  <c:v>45040.0</c:v>
                </c:pt>
                <c:pt idx="495">
                  <c:v>45041.0</c:v>
                </c:pt>
                <c:pt idx="496">
                  <c:v>45042.0</c:v>
                </c:pt>
                <c:pt idx="497">
                  <c:v>45043.0</c:v>
                </c:pt>
                <c:pt idx="498">
                  <c:v>45044.0</c:v>
                </c:pt>
                <c:pt idx="499">
                  <c:v>45048.0</c:v>
                </c:pt>
                <c:pt idx="500">
                  <c:v>45049.0</c:v>
                </c:pt>
                <c:pt idx="501">
                  <c:v>45050.0</c:v>
                </c:pt>
                <c:pt idx="502">
                  <c:v>45051.0</c:v>
                </c:pt>
                <c:pt idx="503">
                  <c:v>45054.0</c:v>
                </c:pt>
                <c:pt idx="504">
                  <c:v>45055.0</c:v>
                </c:pt>
                <c:pt idx="505">
                  <c:v>45056.0</c:v>
                </c:pt>
                <c:pt idx="506">
                  <c:v>45057.0</c:v>
                </c:pt>
                <c:pt idx="507">
                  <c:v>45058.0</c:v>
                </c:pt>
                <c:pt idx="508">
                  <c:v>45061.0</c:v>
                </c:pt>
                <c:pt idx="509">
                  <c:v>45062.0</c:v>
                </c:pt>
                <c:pt idx="510">
                  <c:v>45063.0</c:v>
                </c:pt>
                <c:pt idx="511">
                  <c:v>45064.0</c:v>
                </c:pt>
                <c:pt idx="512">
                  <c:v>45065.0</c:v>
                </c:pt>
                <c:pt idx="513">
                  <c:v>45068.0</c:v>
                </c:pt>
                <c:pt idx="514">
                  <c:v>45069.0</c:v>
                </c:pt>
                <c:pt idx="515">
                  <c:v>45070.0</c:v>
                </c:pt>
                <c:pt idx="516">
                  <c:v>45071.0</c:v>
                </c:pt>
                <c:pt idx="517">
                  <c:v>45072.0</c:v>
                </c:pt>
                <c:pt idx="518">
                  <c:v>45075.0</c:v>
                </c:pt>
                <c:pt idx="519">
                  <c:v>45076.0</c:v>
                </c:pt>
                <c:pt idx="520">
                  <c:v>45077.0</c:v>
                </c:pt>
                <c:pt idx="521">
                  <c:v>45078.0</c:v>
                </c:pt>
                <c:pt idx="522">
                  <c:v>45079.0</c:v>
                </c:pt>
                <c:pt idx="523">
                  <c:v>45082.0</c:v>
                </c:pt>
                <c:pt idx="524">
                  <c:v>45083.0</c:v>
                </c:pt>
                <c:pt idx="525">
                  <c:v>45084.0</c:v>
                </c:pt>
                <c:pt idx="526">
                  <c:v>45086.0</c:v>
                </c:pt>
                <c:pt idx="527">
                  <c:v>45089.0</c:v>
                </c:pt>
                <c:pt idx="528">
                  <c:v>45090.0</c:v>
                </c:pt>
                <c:pt idx="529">
                  <c:v>45091.0</c:v>
                </c:pt>
                <c:pt idx="530">
                  <c:v>45092.0</c:v>
                </c:pt>
                <c:pt idx="531">
                  <c:v>45093.0</c:v>
                </c:pt>
                <c:pt idx="532">
                  <c:v>45096.0</c:v>
                </c:pt>
                <c:pt idx="533">
                  <c:v>45097.0</c:v>
                </c:pt>
                <c:pt idx="534">
                  <c:v>45098.0</c:v>
                </c:pt>
                <c:pt idx="535">
                  <c:v>45099.0</c:v>
                </c:pt>
                <c:pt idx="536">
                  <c:v>45100.0</c:v>
                </c:pt>
                <c:pt idx="537">
                  <c:v>45103.0</c:v>
                </c:pt>
                <c:pt idx="538">
                  <c:v>45104.0</c:v>
                </c:pt>
                <c:pt idx="539">
                  <c:v>45105.0</c:v>
                </c:pt>
                <c:pt idx="540">
                  <c:v>45106.0</c:v>
                </c:pt>
                <c:pt idx="541">
                  <c:v>45107.0</c:v>
                </c:pt>
                <c:pt idx="542">
                  <c:v>45110.0</c:v>
                </c:pt>
                <c:pt idx="543">
                  <c:v>45111.0</c:v>
                </c:pt>
                <c:pt idx="544">
                  <c:v>45112.0</c:v>
                </c:pt>
                <c:pt idx="545">
                  <c:v>45113.0</c:v>
                </c:pt>
                <c:pt idx="546">
                  <c:v>45114.0</c:v>
                </c:pt>
                <c:pt idx="547">
                  <c:v>45117.0</c:v>
                </c:pt>
                <c:pt idx="548">
                  <c:v>45118.0</c:v>
                </c:pt>
                <c:pt idx="549">
                  <c:v>45119.0</c:v>
                </c:pt>
                <c:pt idx="550">
                  <c:v>45120.0</c:v>
                </c:pt>
                <c:pt idx="551">
                  <c:v>45121.0</c:v>
                </c:pt>
                <c:pt idx="552">
                  <c:v>45124.0</c:v>
                </c:pt>
                <c:pt idx="553">
                  <c:v>45125.0</c:v>
                </c:pt>
                <c:pt idx="554">
                  <c:v>45126.0</c:v>
                </c:pt>
                <c:pt idx="555">
                  <c:v>45127.0</c:v>
                </c:pt>
                <c:pt idx="556">
                  <c:v>45128.0</c:v>
                </c:pt>
                <c:pt idx="557">
                  <c:v>45131.0</c:v>
                </c:pt>
                <c:pt idx="558">
                  <c:v>45132.0</c:v>
                </c:pt>
                <c:pt idx="559">
                  <c:v>45133.0</c:v>
                </c:pt>
                <c:pt idx="560">
                  <c:v>45134.0</c:v>
                </c:pt>
                <c:pt idx="561">
                  <c:v>45135.0</c:v>
                </c:pt>
                <c:pt idx="562">
                  <c:v>45138.0</c:v>
                </c:pt>
                <c:pt idx="563">
                  <c:v>45139.0</c:v>
                </c:pt>
                <c:pt idx="564">
                  <c:v>45140.0</c:v>
                </c:pt>
                <c:pt idx="565">
                  <c:v>45141.0</c:v>
                </c:pt>
                <c:pt idx="566">
                  <c:v>45142.0</c:v>
                </c:pt>
                <c:pt idx="567">
                  <c:v>45145.0</c:v>
                </c:pt>
                <c:pt idx="568">
                  <c:v>45146.0</c:v>
                </c:pt>
                <c:pt idx="569">
                  <c:v>45147.0</c:v>
                </c:pt>
                <c:pt idx="570">
                  <c:v>45148.0</c:v>
                </c:pt>
                <c:pt idx="571">
                  <c:v>45149.0</c:v>
                </c:pt>
                <c:pt idx="572">
                  <c:v>45152.0</c:v>
                </c:pt>
                <c:pt idx="573">
                  <c:v>45153.0</c:v>
                </c:pt>
                <c:pt idx="574">
                  <c:v>45154.0</c:v>
                </c:pt>
                <c:pt idx="575">
                  <c:v>45155.0</c:v>
                </c:pt>
                <c:pt idx="576">
                  <c:v>45156.0</c:v>
                </c:pt>
                <c:pt idx="577">
                  <c:v>45159.0</c:v>
                </c:pt>
                <c:pt idx="578">
                  <c:v>45160.0</c:v>
                </c:pt>
                <c:pt idx="579">
                  <c:v>45161.0</c:v>
                </c:pt>
                <c:pt idx="580">
                  <c:v>45162.0</c:v>
                </c:pt>
                <c:pt idx="581">
                  <c:v>45163.0</c:v>
                </c:pt>
                <c:pt idx="582">
                  <c:v>45166.0</c:v>
                </c:pt>
                <c:pt idx="583">
                  <c:v>45167.0</c:v>
                </c:pt>
                <c:pt idx="584">
                  <c:v>45168.0</c:v>
                </c:pt>
                <c:pt idx="585">
                  <c:v>45169.0</c:v>
                </c:pt>
                <c:pt idx="586">
                  <c:v>45170.0</c:v>
                </c:pt>
                <c:pt idx="587">
                  <c:v>45173.0</c:v>
                </c:pt>
                <c:pt idx="588">
                  <c:v>45174.0</c:v>
                </c:pt>
                <c:pt idx="589">
                  <c:v>45175.0</c:v>
                </c:pt>
                <c:pt idx="590">
                  <c:v>45177.0</c:v>
                </c:pt>
                <c:pt idx="591">
                  <c:v>45180.0</c:v>
                </c:pt>
                <c:pt idx="592">
                  <c:v>45181.0</c:v>
                </c:pt>
                <c:pt idx="593">
                  <c:v>45182.0</c:v>
                </c:pt>
                <c:pt idx="594">
                  <c:v>45183.0</c:v>
                </c:pt>
                <c:pt idx="595">
                  <c:v>45184.0</c:v>
                </c:pt>
                <c:pt idx="596">
                  <c:v>45187.0</c:v>
                </c:pt>
                <c:pt idx="597">
                  <c:v>45188.0</c:v>
                </c:pt>
                <c:pt idx="598">
                  <c:v>45189.0</c:v>
                </c:pt>
                <c:pt idx="599">
                  <c:v>45190.0</c:v>
                </c:pt>
                <c:pt idx="600">
                  <c:v>45191.0</c:v>
                </c:pt>
                <c:pt idx="601">
                  <c:v>45194.0</c:v>
                </c:pt>
                <c:pt idx="602">
                  <c:v>45195.0</c:v>
                </c:pt>
                <c:pt idx="603">
                  <c:v>45196.0</c:v>
                </c:pt>
                <c:pt idx="604">
                  <c:v>45197.0</c:v>
                </c:pt>
                <c:pt idx="605">
                  <c:v>45198.0</c:v>
                </c:pt>
                <c:pt idx="606">
                  <c:v>45201.0</c:v>
                </c:pt>
                <c:pt idx="607">
                  <c:v>45202.0</c:v>
                </c:pt>
                <c:pt idx="608">
                  <c:v>45203.0</c:v>
                </c:pt>
                <c:pt idx="609">
                  <c:v>45204.0</c:v>
                </c:pt>
                <c:pt idx="610">
                  <c:v>45205.0</c:v>
                </c:pt>
                <c:pt idx="611">
                  <c:v>45208.0</c:v>
                </c:pt>
                <c:pt idx="612">
                  <c:v>45209.0</c:v>
                </c:pt>
                <c:pt idx="613">
                  <c:v>45210.0</c:v>
                </c:pt>
                <c:pt idx="614">
                  <c:v>45212.0</c:v>
                </c:pt>
                <c:pt idx="615">
                  <c:v>45215.0</c:v>
                </c:pt>
                <c:pt idx="616">
                  <c:v>45216.0</c:v>
                </c:pt>
                <c:pt idx="617">
                  <c:v>45217.0</c:v>
                </c:pt>
                <c:pt idx="618">
                  <c:v>45218.0</c:v>
                </c:pt>
                <c:pt idx="619">
                  <c:v>45219.0</c:v>
                </c:pt>
                <c:pt idx="620">
                  <c:v>45222.0</c:v>
                </c:pt>
                <c:pt idx="621">
                  <c:v>45223.0</c:v>
                </c:pt>
                <c:pt idx="622">
                  <c:v>45224.0</c:v>
                </c:pt>
                <c:pt idx="623">
                  <c:v>45225.0</c:v>
                </c:pt>
                <c:pt idx="624">
                  <c:v>45226.0</c:v>
                </c:pt>
                <c:pt idx="625">
                  <c:v>45229.0</c:v>
                </c:pt>
                <c:pt idx="626">
                  <c:v>45230.0</c:v>
                </c:pt>
                <c:pt idx="627">
                  <c:v>45231.0</c:v>
                </c:pt>
                <c:pt idx="628">
                  <c:v>45233.0</c:v>
                </c:pt>
                <c:pt idx="629">
                  <c:v>45236.0</c:v>
                </c:pt>
                <c:pt idx="630">
                  <c:v>45237.0</c:v>
                </c:pt>
                <c:pt idx="631">
                  <c:v>45238.0</c:v>
                </c:pt>
                <c:pt idx="632">
                  <c:v>45239.0</c:v>
                </c:pt>
                <c:pt idx="633">
                  <c:v>45240.0</c:v>
                </c:pt>
                <c:pt idx="634">
                  <c:v>45243.0</c:v>
                </c:pt>
                <c:pt idx="635">
                  <c:v>45244.0</c:v>
                </c:pt>
                <c:pt idx="636">
                  <c:v>45246.0</c:v>
                </c:pt>
                <c:pt idx="637">
                  <c:v>45247.0</c:v>
                </c:pt>
                <c:pt idx="638">
                  <c:v>45250.0</c:v>
                </c:pt>
                <c:pt idx="639">
                  <c:v>45251.0</c:v>
                </c:pt>
                <c:pt idx="640">
                  <c:v>45252.0</c:v>
                </c:pt>
                <c:pt idx="641">
                  <c:v>45253.0</c:v>
                </c:pt>
                <c:pt idx="642">
                  <c:v>45254.0</c:v>
                </c:pt>
                <c:pt idx="643">
                  <c:v>45257.0</c:v>
                </c:pt>
                <c:pt idx="644">
                  <c:v>45258.0</c:v>
                </c:pt>
                <c:pt idx="645">
                  <c:v>45259.0</c:v>
                </c:pt>
                <c:pt idx="646">
                  <c:v>45260.0</c:v>
                </c:pt>
                <c:pt idx="647">
                  <c:v>45261.0</c:v>
                </c:pt>
                <c:pt idx="648">
                  <c:v>45264.0</c:v>
                </c:pt>
                <c:pt idx="649">
                  <c:v>45265.0</c:v>
                </c:pt>
                <c:pt idx="650">
                  <c:v>45266.0</c:v>
                </c:pt>
                <c:pt idx="651">
                  <c:v>45267.0</c:v>
                </c:pt>
                <c:pt idx="652">
                  <c:v>45268.0</c:v>
                </c:pt>
                <c:pt idx="653">
                  <c:v>45271.0</c:v>
                </c:pt>
                <c:pt idx="654">
                  <c:v>45272.0</c:v>
                </c:pt>
                <c:pt idx="655">
                  <c:v>45273.0</c:v>
                </c:pt>
                <c:pt idx="656">
                  <c:v>45274.0</c:v>
                </c:pt>
                <c:pt idx="657">
                  <c:v>45275.0</c:v>
                </c:pt>
                <c:pt idx="658">
                  <c:v>45278.0</c:v>
                </c:pt>
                <c:pt idx="659">
                  <c:v>45279.0</c:v>
                </c:pt>
                <c:pt idx="660">
                  <c:v>45280.0</c:v>
                </c:pt>
                <c:pt idx="661">
                  <c:v>45281.0</c:v>
                </c:pt>
                <c:pt idx="662">
                  <c:v>45282.0</c:v>
                </c:pt>
                <c:pt idx="663">
                  <c:v>45286.0</c:v>
                </c:pt>
                <c:pt idx="664">
                  <c:v>45287.0</c:v>
                </c:pt>
                <c:pt idx="665">
                  <c:v>45288.0</c:v>
                </c:pt>
                <c:pt idx="666">
                  <c:v>45293.0</c:v>
                </c:pt>
                <c:pt idx="667">
                  <c:v>45294.0</c:v>
                </c:pt>
                <c:pt idx="668">
                  <c:v>45295.0</c:v>
                </c:pt>
                <c:pt idx="669">
                  <c:v>45296.0</c:v>
                </c:pt>
                <c:pt idx="670">
                  <c:v>45299.0</c:v>
                </c:pt>
                <c:pt idx="671">
                  <c:v>45300.0</c:v>
                </c:pt>
                <c:pt idx="672">
                  <c:v>45301.0</c:v>
                </c:pt>
                <c:pt idx="673">
                  <c:v>45302.0</c:v>
                </c:pt>
                <c:pt idx="674">
                  <c:v>45303.0</c:v>
                </c:pt>
                <c:pt idx="675">
                  <c:v>45306.0</c:v>
                </c:pt>
                <c:pt idx="676">
                  <c:v>45307.0</c:v>
                </c:pt>
                <c:pt idx="677">
                  <c:v>45308.0</c:v>
                </c:pt>
                <c:pt idx="678">
                  <c:v>45309.0</c:v>
                </c:pt>
                <c:pt idx="679">
                  <c:v>45310.0</c:v>
                </c:pt>
                <c:pt idx="680">
                  <c:v>45313.0</c:v>
                </c:pt>
                <c:pt idx="681">
                  <c:v>45314.0</c:v>
                </c:pt>
                <c:pt idx="682">
                  <c:v>45315.0</c:v>
                </c:pt>
                <c:pt idx="683">
                  <c:v>45316.0</c:v>
                </c:pt>
                <c:pt idx="684">
                  <c:v>45317.0</c:v>
                </c:pt>
                <c:pt idx="685">
                  <c:v>45320.0</c:v>
                </c:pt>
                <c:pt idx="686">
                  <c:v>45321.0</c:v>
                </c:pt>
                <c:pt idx="687">
                  <c:v>45322.0</c:v>
                </c:pt>
                <c:pt idx="688">
                  <c:v>45323.0</c:v>
                </c:pt>
                <c:pt idx="689">
                  <c:v>45324.0</c:v>
                </c:pt>
                <c:pt idx="690">
                  <c:v>45327.0</c:v>
                </c:pt>
                <c:pt idx="691">
                  <c:v>45328.0</c:v>
                </c:pt>
                <c:pt idx="692">
                  <c:v>45329.0</c:v>
                </c:pt>
                <c:pt idx="693">
                  <c:v>45330.0</c:v>
                </c:pt>
                <c:pt idx="694">
                  <c:v>45331.0</c:v>
                </c:pt>
                <c:pt idx="695">
                  <c:v>45336.0</c:v>
                </c:pt>
                <c:pt idx="696">
                  <c:v>45337.0</c:v>
                </c:pt>
                <c:pt idx="697">
                  <c:v>45338.0</c:v>
                </c:pt>
                <c:pt idx="698">
                  <c:v>45341.0</c:v>
                </c:pt>
                <c:pt idx="699">
                  <c:v>45342.0</c:v>
                </c:pt>
                <c:pt idx="700">
                  <c:v>45343.0</c:v>
                </c:pt>
                <c:pt idx="701">
                  <c:v>45344.0</c:v>
                </c:pt>
                <c:pt idx="702">
                  <c:v>45345.0</c:v>
                </c:pt>
                <c:pt idx="703">
                  <c:v>45348.0</c:v>
                </c:pt>
                <c:pt idx="704">
                  <c:v>45349.0</c:v>
                </c:pt>
                <c:pt idx="705">
                  <c:v>45350.0</c:v>
                </c:pt>
                <c:pt idx="706">
                  <c:v>45351.0</c:v>
                </c:pt>
                <c:pt idx="707">
                  <c:v>45352.0</c:v>
                </c:pt>
                <c:pt idx="708">
                  <c:v>45355.0</c:v>
                </c:pt>
                <c:pt idx="709">
                  <c:v>45356.0</c:v>
                </c:pt>
                <c:pt idx="710">
                  <c:v>45357.0</c:v>
                </c:pt>
                <c:pt idx="711">
                  <c:v>45358.0</c:v>
                </c:pt>
                <c:pt idx="712">
                  <c:v>45359.0</c:v>
                </c:pt>
                <c:pt idx="713">
                  <c:v>45362.0</c:v>
                </c:pt>
                <c:pt idx="714">
                  <c:v>45363.0</c:v>
                </c:pt>
                <c:pt idx="715">
                  <c:v>45364.0</c:v>
                </c:pt>
                <c:pt idx="716">
                  <c:v>45365.0</c:v>
                </c:pt>
                <c:pt idx="717">
                  <c:v>45366.0</c:v>
                </c:pt>
                <c:pt idx="718">
                  <c:v>45369.0</c:v>
                </c:pt>
                <c:pt idx="719">
                  <c:v>45370.0</c:v>
                </c:pt>
                <c:pt idx="720">
                  <c:v>45371.0</c:v>
                </c:pt>
                <c:pt idx="721">
                  <c:v>45372.0</c:v>
                </c:pt>
                <c:pt idx="722">
                  <c:v>45373.0</c:v>
                </c:pt>
                <c:pt idx="723">
                  <c:v>45376.0</c:v>
                </c:pt>
                <c:pt idx="724">
                  <c:v>45377.0</c:v>
                </c:pt>
                <c:pt idx="725">
                  <c:v>45378.0</c:v>
                </c:pt>
                <c:pt idx="726">
                  <c:v>45379.0</c:v>
                </c:pt>
                <c:pt idx="727">
                  <c:v>45383.0</c:v>
                </c:pt>
                <c:pt idx="728">
                  <c:v>45384.0</c:v>
                </c:pt>
                <c:pt idx="729">
                  <c:v>45385.0</c:v>
                </c:pt>
                <c:pt idx="730">
                  <c:v>45386.0</c:v>
                </c:pt>
                <c:pt idx="731">
                  <c:v>45387.0</c:v>
                </c:pt>
                <c:pt idx="732">
                  <c:v>45390.0</c:v>
                </c:pt>
                <c:pt idx="733">
                  <c:v>45391.0</c:v>
                </c:pt>
                <c:pt idx="734">
                  <c:v>45392.0</c:v>
                </c:pt>
                <c:pt idx="735">
                  <c:v>45393.0</c:v>
                </c:pt>
                <c:pt idx="736">
                  <c:v>45394.0</c:v>
                </c:pt>
                <c:pt idx="737">
                  <c:v>45397.0</c:v>
                </c:pt>
                <c:pt idx="738">
                  <c:v>45398.0</c:v>
                </c:pt>
                <c:pt idx="739">
                  <c:v>45399.0</c:v>
                </c:pt>
                <c:pt idx="740">
                  <c:v>45400.0</c:v>
                </c:pt>
                <c:pt idx="741">
                  <c:v>45401.0</c:v>
                </c:pt>
                <c:pt idx="742">
                  <c:v>45404.0</c:v>
                </c:pt>
                <c:pt idx="743">
                  <c:v>45405.0</c:v>
                </c:pt>
                <c:pt idx="744">
                  <c:v>45406.0</c:v>
                </c:pt>
                <c:pt idx="745">
                  <c:v>45407.0</c:v>
                </c:pt>
                <c:pt idx="746">
                  <c:v>45408.0</c:v>
                </c:pt>
                <c:pt idx="747">
                  <c:v>45411.0</c:v>
                </c:pt>
                <c:pt idx="748">
                  <c:v>45412.0</c:v>
                </c:pt>
                <c:pt idx="749">
                  <c:v>45414.0</c:v>
                </c:pt>
                <c:pt idx="750">
                  <c:v>45415.0</c:v>
                </c:pt>
                <c:pt idx="751">
                  <c:v>45418.0</c:v>
                </c:pt>
                <c:pt idx="752">
                  <c:v>45419.0</c:v>
                </c:pt>
                <c:pt idx="753">
                  <c:v>45420.0</c:v>
                </c:pt>
                <c:pt idx="754">
                  <c:v>45421.0</c:v>
                </c:pt>
                <c:pt idx="755">
                  <c:v>45422.0</c:v>
                </c:pt>
                <c:pt idx="756">
                  <c:v>45425.0</c:v>
                </c:pt>
                <c:pt idx="757">
                  <c:v>45426.0</c:v>
                </c:pt>
                <c:pt idx="758">
                  <c:v>45427.0</c:v>
                </c:pt>
                <c:pt idx="759">
                  <c:v>45428.0</c:v>
                </c:pt>
                <c:pt idx="760">
                  <c:v>45429.0</c:v>
                </c:pt>
                <c:pt idx="761">
                  <c:v>45432.0</c:v>
                </c:pt>
                <c:pt idx="762">
                  <c:v>45433.0</c:v>
                </c:pt>
                <c:pt idx="763">
                  <c:v>45434.0</c:v>
                </c:pt>
                <c:pt idx="764">
                  <c:v>45435.0</c:v>
                </c:pt>
                <c:pt idx="765">
                  <c:v>45436.0</c:v>
                </c:pt>
                <c:pt idx="766">
                  <c:v>45439.0</c:v>
                </c:pt>
                <c:pt idx="767">
                  <c:v>45440.0</c:v>
                </c:pt>
                <c:pt idx="768">
                  <c:v>45441.0</c:v>
                </c:pt>
                <c:pt idx="769">
                  <c:v>45443.0</c:v>
                </c:pt>
                <c:pt idx="770">
                  <c:v>45446.0</c:v>
                </c:pt>
                <c:pt idx="771">
                  <c:v>45447.0</c:v>
                </c:pt>
                <c:pt idx="772">
                  <c:v>45448.0</c:v>
                </c:pt>
                <c:pt idx="773">
                  <c:v>45449.0</c:v>
                </c:pt>
                <c:pt idx="774">
                  <c:v>45450.0</c:v>
                </c:pt>
                <c:pt idx="775">
                  <c:v>45453.0</c:v>
                </c:pt>
                <c:pt idx="776">
                  <c:v>45454.0</c:v>
                </c:pt>
                <c:pt idx="777">
                  <c:v>45455.0</c:v>
                </c:pt>
                <c:pt idx="778">
                  <c:v>45456.0</c:v>
                </c:pt>
                <c:pt idx="779">
                  <c:v>45457.0</c:v>
                </c:pt>
                <c:pt idx="780">
                  <c:v>45460.0</c:v>
                </c:pt>
                <c:pt idx="781">
                  <c:v>45461.0</c:v>
                </c:pt>
                <c:pt idx="782">
                  <c:v>45462.0</c:v>
                </c:pt>
                <c:pt idx="783">
                  <c:v>45463.0</c:v>
                </c:pt>
                <c:pt idx="784">
                  <c:v>45464.0</c:v>
                </c:pt>
                <c:pt idx="785">
                  <c:v>45467.0</c:v>
                </c:pt>
                <c:pt idx="786">
                  <c:v>45468.0</c:v>
                </c:pt>
                <c:pt idx="787">
                  <c:v>45469.0</c:v>
                </c:pt>
                <c:pt idx="788">
                  <c:v>45470.0</c:v>
                </c:pt>
                <c:pt idx="789">
                  <c:v>45471.0</c:v>
                </c:pt>
                <c:pt idx="790">
                  <c:v>45474.0</c:v>
                </c:pt>
                <c:pt idx="791">
                  <c:v>45475.0</c:v>
                </c:pt>
                <c:pt idx="792">
                  <c:v>45476.0</c:v>
                </c:pt>
                <c:pt idx="793">
                  <c:v>45477.0</c:v>
                </c:pt>
                <c:pt idx="794">
                  <c:v>45478.0</c:v>
                </c:pt>
                <c:pt idx="795">
                  <c:v>45481.0</c:v>
                </c:pt>
                <c:pt idx="796">
                  <c:v>45482.0</c:v>
                </c:pt>
                <c:pt idx="797">
                  <c:v>45483.0</c:v>
                </c:pt>
                <c:pt idx="798">
                  <c:v>45484.0</c:v>
                </c:pt>
                <c:pt idx="799">
                  <c:v>45485.0</c:v>
                </c:pt>
                <c:pt idx="800">
                  <c:v>45488.0</c:v>
                </c:pt>
                <c:pt idx="801">
                  <c:v>45489.0</c:v>
                </c:pt>
                <c:pt idx="802">
                  <c:v>45490.0</c:v>
                </c:pt>
                <c:pt idx="803">
                  <c:v>45491.0</c:v>
                </c:pt>
                <c:pt idx="804">
                  <c:v>45492.0</c:v>
                </c:pt>
                <c:pt idx="805">
                  <c:v>45495.0</c:v>
                </c:pt>
                <c:pt idx="806">
                  <c:v>45496.0</c:v>
                </c:pt>
                <c:pt idx="807">
                  <c:v>45497.0</c:v>
                </c:pt>
                <c:pt idx="808">
                  <c:v>45498.0</c:v>
                </c:pt>
                <c:pt idx="809">
                  <c:v>45499.0</c:v>
                </c:pt>
                <c:pt idx="810">
                  <c:v>45502.0</c:v>
                </c:pt>
                <c:pt idx="811">
                  <c:v>45503.0</c:v>
                </c:pt>
                <c:pt idx="812">
                  <c:v>45504.0</c:v>
                </c:pt>
                <c:pt idx="813">
                  <c:v>45505.0</c:v>
                </c:pt>
                <c:pt idx="814">
                  <c:v>45506.0</c:v>
                </c:pt>
                <c:pt idx="815">
                  <c:v>45509.0</c:v>
                </c:pt>
                <c:pt idx="816">
                  <c:v>45510.0</c:v>
                </c:pt>
                <c:pt idx="817">
                  <c:v>45511.0</c:v>
                </c:pt>
                <c:pt idx="818">
                  <c:v>45512.0</c:v>
                </c:pt>
                <c:pt idx="819">
                  <c:v>45513.0</c:v>
                </c:pt>
                <c:pt idx="820">
                  <c:v>45516.0</c:v>
                </c:pt>
                <c:pt idx="821">
                  <c:v>45517.0</c:v>
                </c:pt>
                <c:pt idx="822">
                  <c:v>45518.0</c:v>
                </c:pt>
                <c:pt idx="823">
                  <c:v>45519.0</c:v>
                </c:pt>
                <c:pt idx="824">
                  <c:v>45520.0</c:v>
                </c:pt>
                <c:pt idx="825">
                  <c:v>45523.0</c:v>
                </c:pt>
                <c:pt idx="826">
                  <c:v>45524.0</c:v>
                </c:pt>
                <c:pt idx="827">
                  <c:v>45525.0</c:v>
                </c:pt>
                <c:pt idx="828">
                  <c:v>45526.0</c:v>
                </c:pt>
                <c:pt idx="829">
                  <c:v>45527.0</c:v>
                </c:pt>
                <c:pt idx="830">
                  <c:v>45530.0</c:v>
                </c:pt>
                <c:pt idx="831">
                  <c:v>45531.0</c:v>
                </c:pt>
                <c:pt idx="832">
                  <c:v>45532.0</c:v>
                </c:pt>
                <c:pt idx="833">
                  <c:v>45533.0</c:v>
                </c:pt>
                <c:pt idx="834">
                  <c:v>45534.0</c:v>
                </c:pt>
                <c:pt idx="835">
                  <c:v>45537.0</c:v>
                </c:pt>
                <c:pt idx="836">
                  <c:v>45538.0</c:v>
                </c:pt>
                <c:pt idx="837">
                  <c:v>45539.0</c:v>
                </c:pt>
                <c:pt idx="838">
                  <c:v>45540.0</c:v>
                </c:pt>
                <c:pt idx="839">
                  <c:v>45541.0</c:v>
                </c:pt>
                <c:pt idx="840">
                  <c:v>45544.0</c:v>
                </c:pt>
                <c:pt idx="841">
                  <c:v>45545.0</c:v>
                </c:pt>
                <c:pt idx="842">
                  <c:v>45546.0</c:v>
                </c:pt>
                <c:pt idx="843">
                  <c:v>45547.0</c:v>
                </c:pt>
                <c:pt idx="844">
                  <c:v>45548.0</c:v>
                </c:pt>
                <c:pt idx="845">
                  <c:v>45551.0</c:v>
                </c:pt>
                <c:pt idx="846">
                  <c:v>45552.0</c:v>
                </c:pt>
                <c:pt idx="847">
                  <c:v>45553.0</c:v>
                </c:pt>
                <c:pt idx="848">
                  <c:v>45554.0</c:v>
                </c:pt>
                <c:pt idx="849">
                  <c:v>45555.0</c:v>
                </c:pt>
                <c:pt idx="850">
                  <c:v>45558.0</c:v>
                </c:pt>
                <c:pt idx="851">
                  <c:v>45559.0</c:v>
                </c:pt>
                <c:pt idx="852">
                  <c:v>45560.0</c:v>
                </c:pt>
                <c:pt idx="853">
                  <c:v>45561.0</c:v>
                </c:pt>
                <c:pt idx="854">
                  <c:v>45562.0</c:v>
                </c:pt>
                <c:pt idx="855">
                  <c:v>45565.0</c:v>
                </c:pt>
                <c:pt idx="856">
                  <c:v>45566.0</c:v>
                </c:pt>
                <c:pt idx="857">
                  <c:v>45567.0</c:v>
                </c:pt>
                <c:pt idx="858">
                  <c:v>45568.0</c:v>
                </c:pt>
                <c:pt idx="859">
                  <c:v>45569.0</c:v>
                </c:pt>
                <c:pt idx="860">
                  <c:v>45572.0</c:v>
                </c:pt>
                <c:pt idx="861">
                  <c:v>45573.0</c:v>
                </c:pt>
                <c:pt idx="862">
                  <c:v>45574.0</c:v>
                </c:pt>
                <c:pt idx="863">
                  <c:v>45575.0</c:v>
                </c:pt>
                <c:pt idx="864">
                  <c:v>45576.0</c:v>
                </c:pt>
                <c:pt idx="865">
                  <c:v>45579.0</c:v>
                </c:pt>
                <c:pt idx="866">
                  <c:v>45580.0</c:v>
                </c:pt>
                <c:pt idx="867">
                  <c:v>45581.0</c:v>
                </c:pt>
                <c:pt idx="868">
                  <c:v>45582.0</c:v>
                </c:pt>
                <c:pt idx="869">
                  <c:v>45583.0</c:v>
                </c:pt>
                <c:pt idx="870">
                  <c:v>45586.0</c:v>
                </c:pt>
                <c:pt idx="871">
                  <c:v>45587.0</c:v>
                </c:pt>
                <c:pt idx="872">
                  <c:v>45588.0</c:v>
                </c:pt>
                <c:pt idx="873">
                  <c:v>45589.0</c:v>
                </c:pt>
                <c:pt idx="874">
                  <c:v>45590.0</c:v>
                </c:pt>
                <c:pt idx="875">
                  <c:v>45593.0</c:v>
                </c:pt>
                <c:pt idx="876">
                  <c:v>45594.0</c:v>
                </c:pt>
                <c:pt idx="877">
                  <c:v>45595.0</c:v>
                </c:pt>
                <c:pt idx="878">
                  <c:v>45596.0</c:v>
                </c:pt>
                <c:pt idx="879">
                  <c:v>45597.0</c:v>
                </c:pt>
                <c:pt idx="880">
                  <c:v>45600.0</c:v>
                </c:pt>
                <c:pt idx="881">
                  <c:v>45601.0</c:v>
                </c:pt>
                <c:pt idx="882">
                  <c:v>45602.0</c:v>
                </c:pt>
                <c:pt idx="883">
                  <c:v>45603.0</c:v>
                </c:pt>
                <c:pt idx="884">
                  <c:v>45604.0</c:v>
                </c:pt>
                <c:pt idx="885">
                  <c:v>45607.0</c:v>
                </c:pt>
                <c:pt idx="886">
                  <c:v>45608.0</c:v>
                </c:pt>
                <c:pt idx="887">
                  <c:v>45609.0</c:v>
                </c:pt>
                <c:pt idx="888">
                  <c:v>45610.0</c:v>
                </c:pt>
                <c:pt idx="889">
                  <c:v>45614.0</c:v>
                </c:pt>
                <c:pt idx="890">
                  <c:v>45615.0</c:v>
                </c:pt>
                <c:pt idx="891">
                  <c:v>45617.0</c:v>
                </c:pt>
                <c:pt idx="892">
                  <c:v>45618.0</c:v>
                </c:pt>
                <c:pt idx="893">
                  <c:v>45621.0</c:v>
                </c:pt>
                <c:pt idx="894">
                  <c:v>45622.0</c:v>
                </c:pt>
                <c:pt idx="895">
                  <c:v>45623.0</c:v>
                </c:pt>
                <c:pt idx="896">
                  <c:v>45624.0</c:v>
                </c:pt>
                <c:pt idx="897">
                  <c:v>45625.0</c:v>
                </c:pt>
                <c:pt idx="898">
                  <c:v>45628.0</c:v>
                </c:pt>
                <c:pt idx="899">
                  <c:v>45629.0</c:v>
                </c:pt>
                <c:pt idx="900">
                  <c:v>45630.0</c:v>
                </c:pt>
                <c:pt idx="901">
                  <c:v>45631.0</c:v>
                </c:pt>
                <c:pt idx="902">
                  <c:v>45632.0</c:v>
                </c:pt>
                <c:pt idx="903">
                  <c:v>45635.0</c:v>
                </c:pt>
                <c:pt idx="904">
                  <c:v>45636.0</c:v>
                </c:pt>
                <c:pt idx="905">
                  <c:v>45637.0</c:v>
                </c:pt>
                <c:pt idx="906">
                  <c:v>45638.0</c:v>
                </c:pt>
                <c:pt idx="907">
                  <c:v>45639.0</c:v>
                </c:pt>
                <c:pt idx="908">
                  <c:v>45642.0</c:v>
                </c:pt>
                <c:pt idx="909">
                  <c:v>45643.0</c:v>
                </c:pt>
                <c:pt idx="910">
                  <c:v>45644.0</c:v>
                </c:pt>
                <c:pt idx="911">
                  <c:v>45645.0</c:v>
                </c:pt>
                <c:pt idx="912">
                  <c:v>45646.0</c:v>
                </c:pt>
                <c:pt idx="913">
                  <c:v>45649.0</c:v>
                </c:pt>
                <c:pt idx="914">
                  <c:v>45652.0</c:v>
                </c:pt>
                <c:pt idx="915">
                  <c:v>45653.0</c:v>
                </c:pt>
                <c:pt idx="916">
                  <c:v>45656.0</c:v>
                </c:pt>
                <c:pt idx="917">
                  <c:v>45659.0</c:v>
                </c:pt>
                <c:pt idx="918">
                  <c:v>45660.0</c:v>
                </c:pt>
                <c:pt idx="919">
                  <c:v>45663.0</c:v>
                </c:pt>
                <c:pt idx="920">
                  <c:v>45664.0</c:v>
                </c:pt>
                <c:pt idx="921">
                  <c:v>45665.0</c:v>
                </c:pt>
                <c:pt idx="922">
                  <c:v>45666.0</c:v>
                </c:pt>
                <c:pt idx="923">
                  <c:v>45667.0</c:v>
                </c:pt>
                <c:pt idx="924">
                  <c:v>45670.0</c:v>
                </c:pt>
                <c:pt idx="925">
                  <c:v>45671.0</c:v>
                </c:pt>
                <c:pt idx="926">
                  <c:v>45672.0</c:v>
                </c:pt>
                <c:pt idx="927">
                  <c:v>45673.0</c:v>
                </c:pt>
                <c:pt idx="928">
                  <c:v>45674.0</c:v>
                </c:pt>
                <c:pt idx="929">
                  <c:v>45677.0</c:v>
                </c:pt>
                <c:pt idx="930">
                  <c:v>45678.0</c:v>
                </c:pt>
                <c:pt idx="931">
                  <c:v>45679.0</c:v>
                </c:pt>
                <c:pt idx="932">
                  <c:v>45680.0</c:v>
                </c:pt>
                <c:pt idx="933">
                  <c:v>45681.0</c:v>
                </c:pt>
                <c:pt idx="934">
                  <c:v>45684.0</c:v>
                </c:pt>
                <c:pt idx="935">
                  <c:v>45685.0</c:v>
                </c:pt>
                <c:pt idx="936">
                  <c:v>45686.0</c:v>
                </c:pt>
                <c:pt idx="937">
                  <c:v>45687.0</c:v>
                </c:pt>
                <c:pt idx="938">
                  <c:v>45688.0</c:v>
                </c:pt>
                <c:pt idx="939">
                  <c:v>45691.0</c:v>
                </c:pt>
                <c:pt idx="940">
                  <c:v>45692.0</c:v>
                </c:pt>
                <c:pt idx="941">
                  <c:v>45693.0</c:v>
                </c:pt>
                <c:pt idx="942">
                  <c:v>45694.0</c:v>
                </c:pt>
                <c:pt idx="943">
                  <c:v>45695.0</c:v>
                </c:pt>
                <c:pt idx="944">
                  <c:v>45698.0</c:v>
                </c:pt>
                <c:pt idx="945">
                  <c:v>45699.0</c:v>
                </c:pt>
                <c:pt idx="946">
                  <c:v>45700.0</c:v>
                </c:pt>
                <c:pt idx="947">
                  <c:v>45701.0</c:v>
                </c:pt>
                <c:pt idx="948">
                  <c:v>45702.0</c:v>
                </c:pt>
                <c:pt idx="949">
                  <c:v>45705.0</c:v>
                </c:pt>
                <c:pt idx="950">
                  <c:v>45706.0</c:v>
                </c:pt>
                <c:pt idx="951">
                  <c:v>45707.0</c:v>
                </c:pt>
                <c:pt idx="952">
                  <c:v>45708.0</c:v>
                </c:pt>
                <c:pt idx="953">
                  <c:v>45709.0</c:v>
                </c:pt>
                <c:pt idx="954">
                  <c:v>45712.0</c:v>
                </c:pt>
                <c:pt idx="955">
                  <c:v>45713.0</c:v>
                </c:pt>
                <c:pt idx="956">
                  <c:v>45714.0</c:v>
                </c:pt>
                <c:pt idx="957">
                  <c:v>45715.0</c:v>
                </c:pt>
                <c:pt idx="958">
                  <c:v>45716.0</c:v>
                </c:pt>
                <c:pt idx="959">
                  <c:v>45721.0</c:v>
                </c:pt>
                <c:pt idx="960">
                  <c:v>45722.0</c:v>
                </c:pt>
                <c:pt idx="961">
                  <c:v>45723.0</c:v>
                </c:pt>
                <c:pt idx="962">
                  <c:v>45726.0</c:v>
                </c:pt>
                <c:pt idx="963">
                  <c:v>45727.0</c:v>
                </c:pt>
                <c:pt idx="964">
                  <c:v>45728.0</c:v>
                </c:pt>
                <c:pt idx="965">
                  <c:v>45729.0</c:v>
                </c:pt>
                <c:pt idx="966">
                  <c:v>45730.0</c:v>
                </c:pt>
                <c:pt idx="967">
                  <c:v>45733.0</c:v>
                </c:pt>
                <c:pt idx="968">
                  <c:v>45734.0</c:v>
                </c:pt>
                <c:pt idx="969">
                  <c:v>45735.0</c:v>
                </c:pt>
                <c:pt idx="970">
                  <c:v>45736.0</c:v>
                </c:pt>
                <c:pt idx="971">
                  <c:v>45737.0</c:v>
                </c:pt>
                <c:pt idx="972">
                  <c:v>45740.0</c:v>
                </c:pt>
                <c:pt idx="973">
                  <c:v>45741.0</c:v>
                </c:pt>
                <c:pt idx="974">
                  <c:v>45742.0</c:v>
                </c:pt>
                <c:pt idx="975">
                  <c:v>45743.0</c:v>
                </c:pt>
                <c:pt idx="976">
                  <c:v>45744.0</c:v>
                </c:pt>
                <c:pt idx="977">
                  <c:v>45747.0</c:v>
                </c:pt>
                <c:pt idx="978">
                  <c:v>45748.0</c:v>
                </c:pt>
                <c:pt idx="979">
                  <c:v>45749.0</c:v>
                </c:pt>
                <c:pt idx="980">
                  <c:v>45750.0</c:v>
                </c:pt>
                <c:pt idx="981">
                  <c:v>45751.0</c:v>
                </c:pt>
                <c:pt idx="982">
                  <c:v>45754.0</c:v>
                </c:pt>
                <c:pt idx="983">
                  <c:v>45755.0</c:v>
                </c:pt>
                <c:pt idx="984">
                  <c:v>45756.0</c:v>
                </c:pt>
                <c:pt idx="985">
                  <c:v>45757.0</c:v>
                </c:pt>
                <c:pt idx="986">
                  <c:v>45758.0</c:v>
                </c:pt>
                <c:pt idx="987">
                  <c:v>45761.0</c:v>
                </c:pt>
                <c:pt idx="988">
                  <c:v>45762.0</c:v>
                </c:pt>
                <c:pt idx="989">
                  <c:v>45763.0</c:v>
                </c:pt>
                <c:pt idx="990">
                  <c:v>45764.0</c:v>
                </c:pt>
                <c:pt idx="991">
                  <c:v>45769.0</c:v>
                </c:pt>
                <c:pt idx="992">
                  <c:v>45770.0</c:v>
                </c:pt>
                <c:pt idx="993">
                  <c:v>45771.0</c:v>
                </c:pt>
                <c:pt idx="994">
                  <c:v>45772.0</c:v>
                </c:pt>
                <c:pt idx="995">
                  <c:v>45775.0</c:v>
                </c:pt>
                <c:pt idx="996">
                  <c:v>45776.0</c:v>
                </c:pt>
                <c:pt idx="997">
                  <c:v>45777.0</c:v>
                </c:pt>
                <c:pt idx="998">
                  <c:v>45779.0</c:v>
                </c:pt>
                <c:pt idx="999">
                  <c:v>45782.0</c:v>
                </c:pt>
                <c:pt idx="1000">
                  <c:v>45783.0</c:v>
                </c:pt>
                <c:pt idx="1001">
                  <c:v>45784.0</c:v>
                </c:pt>
                <c:pt idx="1002">
                  <c:v>45785.0</c:v>
                </c:pt>
                <c:pt idx="1003">
                  <c:v>45786.0</c:v>
                </c:pt>
                <c:pt idx="1004">
                  <c:v>45789.0</c:v>
                </c:pt>
                <c:pt idx="1005">
                  <c:v>45790.0</c:v>
                </c:pt>
                <c:pt idx="1006">
                  <c:v>45791.0</c:v>
                </c:pt>
                <c:pt idx="1007">
                  <c:v>45792.0</c:v>
                </c:pt>
                <c:pt idx="1008">
                  <c:v>45793.0</c:v>
                </c:pt>
                <c:pt idx="1009">
                  <c:v>45796.0</c:v>
                </c:pt>
                <c:pt idx="1010">
                  <c:v>45797.0</c:v>
                </c:pt>
                <c:pt idx="1011">
                  <c:v>45798.0</c:v>
                </c:pt>
                <c:pt idx="1012">
                  <c:v>45799.0</c:v>
                </c:pt>
                <c:pt idx="1013">
                  <c:v>45800.0</c:v>
                </c:pt>
                <c:pt idx="1014">
                  <c:v>45803.0</c:v>
                </c:pt>
                <c:pt idx="1015">
                  <c:v>45804.0</c:v>
                </c:pt>
                <c:pt idx="1016">
                  <c:v>45805.0</c:v>
                </c:pt>
                <c:pt idx="1017">
                  <c:v>45806.0</c:v>
                </c:pt>
                <c:pt idx="1018">
                  <c:v>45807.0</c:v>
                </c:pt>
                <c:pt idx="1019">
                  <c:v>45810.0</c:v>
                </c:pt>
                <c:pt idx="1020">
                  <c:v>45811.0</c:v>
                </c:pt>
                <c:pt idx="1021">
                  <c:v>45812.0</c:v>
                </c:pt>
                <c:pt idx="1022">
                  <c:v>45813.0</c:v>
                </c:pt>
                <c:pt idx="1023">
                  <c:v>45814.0</c:v>
                </c:pt>
                <c:pt idx="1024">
                  <c:v>45817.0</c:v>
                </c:pt>
                <c:pt idx="1025">
                  <c:v>45818.0</c:v>
                </c:pt>
                <c:pt idx="1026">
                  <c:v>45819.0</c:v>
                </c:pt>
                <c:pt idx="1027">
                  <c:v>45820.0</c:v>
                </c:pt>
                <c:pt idx="1028">
                  <c:v>45821.0</c:v>
                </c:pt>
                <c:pt idx="1029">
                  <c:v>45824.0</c:v>
                </c:pt>
                <c:pt idx="1030">
                  <c:v>45825.0</c:v>
                </c:pt>
                <c:pt idx="1031">
                  <c:v>45826.0</c:v>
                </c:pt>
                <c:pt idx="1032">
                  <c:v>45828.0</c:v>
                </c:pt>
                <c:pt idx="1033">
                  <c:v>45831.0</c:v>
                </c:pt>
                <c:pt idx="1034">
                  <c:v>45832.0</c:v>
                </c:pt>
                <c:pt idx="1035">
                  <c:v>45833.0</c:v>
                </c:pt>
                <c:pt idx="1036">
                  <c:v>45834.0</c:v>
                </c:pt>
                <c:pt idx="1037">
                  <c:v>45835.0</c:v>
                </c:pt>
                <c:pt idx="1038">
                  <c:v>45838.0</c:v>
                </c:pt>
                <c:pt idx="1039">
                  <c:v>45839.0</c:v>
                </c:pt>
                <c:pt idx="1040">
                  <c:v>45840.0</c:v>
                </c:pt>
                <c:pt idx="1041">
                  <c:v>45841.0</c:v>
                </c:pt>
                <c:pt idx="1042">
                  <c:v>45842.0</c:v>
                </c:pt>
                <c:pt idx="1043">
                  <c:v>45845.0</c:v>
                </c:pt>
                <c:pt idx="1044">
                  <c:v>45846.0</c:v>
                </c:pt>
                <c:pt idx="1045">
                  <c:v>45847.0</c:v>
                </c:pt>
                <c:pt idx="1046">
                  <c:v>45848.0</c:v>
                </c:pt>
                <c:pt idx="1047">
                  <c:v>45849.0</c:v>
                </c:pt>
                <c:pt idx="1048">
                  <c:v>45852.0</c:v>
                </c:pt>
                <c:pt idx="1049">
                  <c:v>45853.0</c:v>
                </c:pt>
                <c:pt idx="1050">
                  <c:v>45854.0</c:v>
                </c:pt>
                <c:pt idx="1051">
                  <c:v>45855.0</c:v>
                </c:pt>
                <c:pt idx="1052">
                  <c:v>45856.0</c:v>
                </c:pt>
                <c:pt idx="1053">
                  <c:v>45859.0</c:v>
                </c:pt>
                <c:pt idx="1054">
                  <c:v>45860.0</c:v>
                </c:pt>
                <c:pt idx="1055">
                  <c:v>45861.0</c:v>
                </c:pt>
                <c:pt idx="1056">
                  <c:v>45862.0</c:v>
                </c:pt>
                <c:pt idx="1057">
                  <c:v>45863.0</c:v>
                </c:pt>
                <c:pt idx="1058">
                  <c:v>45866.0</c:v>
                </c:pt>
                <c:pt idx="1059">
                  <c:v>45867.0</c:v>
                </c:pt>
                <c:pt idx="1060">
                  <c:v>45868.0</c:v>
                </c:pt>
                <c:pt idx="1061">
                  <c:v>45869.0</c:v>
                </c:pt>
                <c:pt idx="1062">
                  <c:v>45870.0</c:v>
                </c:pt>
                <c:pt idx="1063">
                  <c:v>45873.0</c:v>
                </c:pt>
                <c:pt idx="1064">
                  <c:v>45874.0</c:v>
                </c:pt>
                <c:pt idx="1065">
                  <c:v>45875.0</c:v>
                </c:pt>
                <c:pt idx="1066">
                  <c:v>45876.0</c:v>
                </c:pt>
                <c:pt idx="1067">
                  <c:v>45877.0</c:v>
                </c:pt>
                <c:pt idx="1068">
                  <c:v>45880.0</c:v>
                </c:pt>
                <c:pt idx="1069">
                  <c:v>45881.0</c:v>
                </c:pt>
                <c:pt idx="1070">
                  <c:v>45882.0</c:v>
                </c:pt>
                <c:pt idx="1071">
                  <c:v>45883.0</c:v>
                </c:pt>
                <c:pt idx="1072">
                  <c:v>45884.0</c:v>
                </c:pt>
                <c:pt idx="1073">
                  <c:v>45887.0</c:v>
                </c:pt>
                <c:pt idx="1074">
                  <c:v>45888.0</c:v>
                </c:pt>
                <c:pt idx="1075">
                  <c:v>45889.0</c:v>
                </c:pt>
                <c:pt idx="1076">
                  <c:v>45890.0</c:v>
                </c:pt>
                <c:pt idx="1077">
                  <c:v>45891.0</c:v>
                </c:pt>
                <c:pt idx="1078">
                  <c:v>45894.0</c:v>
                </c:pt>
                <c:pt idx="1079">
                  <c:v>45895.0</c:v>
                </c:pt>
                <c:pt idx="1080">
                  <c:v>45896.0</c:v>
                </c:pt>
                <c:pt idx="1081">
                  <c:v>45897.0</c:v>
                </c:pt>
                <c:pt idx="1082">
                  <c:v>45898.0</c:v>
                </c:pt>
                <c:pt idx="1083">
                  <c:v>45901.0</c:v>
                </c:pt>
                <c:pt idx="1084">
                  <c:v>45902.0</c:v>
                </c:pt>
                <c:pt idx="1085">
                  <c:v>45903.0</c:v>
                </c:pt>
                <c:pt idx="1086">
                  <c:v>45904.0</c:v>
                </c:pt>
                <c:pt idx="1087">
                  <c:v>45905.0</c:v>
                </c:pt>
                <c:pt idx="1088">
                  <c:v>45908.0</c:v>
                </c:pt>
                <c:pt idx="1089">
                  <c:v>45909.0</c:v>
                </c:pt>
                <c:pt idx="1090">
                  <c:v>45910.0</c:v>
                </c:pt>
                <c:pt idx="1091">
                  <c:v>45911.0</c:v>
                </c:pt>
                <c:pt idx="1092">
                  <c:v>45912.0</c:v>
                </c:pt>
                <c:pt idx="1093">
                  <c:v>45915.0</c:v>
                </c:pt>
                <c:pt idx="1094">
                  <c:v>45916.0</c:v>
                </c:pt>
                <c:pt idx="1095">
                  <c:v>45917.0</c:v>
                </c:pt>
                <c:pt idx="1096">
                  <c:v>45918.0</c:v>
                </c:pt>
                <c:pt idx="1097">
                  <c:v>45919.0</c:v>
                </c:pt>
                <c:pt idx="1098">
                  <c:v>45922.0</c:v>
                </c:pt>
                <c:pt idx="1099">
                  <c:v>45923.0</c:v>
                </c:pt>
                <c:pt idx="1100">
                  <c:v>45924.0</c:v>
                </c:pt>
                <c:pt idx="1101">
                  <c:v>45925.0</c:v>
                </c:pt>
                <c:pt idx="1102">
                  <c:v>45926.0</c:v>
                </c:pt>
                <c:pt idx="1103">
                  <c:v>45929.0</c:v>
                </c:pt>
                <c:pt idx="1104">
                  <c:v>45930.0</c:v>
                </c:pt>
                <c:pt idx="1105">
                  <c:v>45931.0</c:v>
                </c:pt>
                <c:pt idx="1106">
                  <c:v>45932.0</c:v>
                </c:pt>
                <c:pt idx="1107">
                  <c:v>45933.0</c:v>
                </c:pt>
                <c:pt idx="1108">
                  <c:v>45936.0</c:v>
                </c:pt>
                <c:pt idx="1109">
                  <c:v>45937.0</c:v>
                </c:pt>
                <c:pt idx="1110">
                  <c:v>45938.0</c:v>
                </c:pt>
                <c:pt idx="1111">
                  <c:v>45939.0</c:v>
                </c:pt>
                <c:pt idx="1112">
                  <c:v>45940.0</c:v>
                </c:pt>
                <c:pt idx="1113">
                  <c:v>45943.0</c:v>
                </c:pt>
                <c:pt idx="1114">
                  <c:v>45944.0</c:v>
                </c:pt>
                <c:pt idx="1115">
                  <c:v>45945.0</c:v>
                </c:pt>
                <c:pt idx="1116">
                  <c:v>45946.0</c:v>
                </c:pt>
                <c:pt idx="1117">
                  <c:v>45947.0</c:v>
                </c:pt>
                <c:pt idx="1118">
                  <c:v>45950.0</c:v>
                </c:pt>
                <c:pt idx="1119">
                  <c:v>45951.0</c:v>
                </c:pt>
                <c:pt idx="1120">
                  <c:v>45952.0</c:v>
                </c:pt>
                <c:pt idx="1121">
                  <c:v>45953.0</c:v>
                </c:pt>
                <c:pt idx="1122">
                  <c:v>45954.0</c:v>
                </c:pt>
                <c:pt idx="1123">
                  <c:v>45957.0</c:v>
                </c:pt>
                <c:pt idx="1124">
                  <c:v>45958.0</c:v>
                </c:pt>
                <c:pt idx="1125">
                  <c:v>45959.0</c:v>
                </c:pt>
                <c:pt idx="1126">
                  <c:v>45960.0</c:v>
                </c:pt>
                <c:pt idx="1127">
                  <c:v>45961.0</c:v>
                </c:pt>
                <c:pt idx="1128">
                  <c:v>45964.0</c:v>
                </c:pt>
                <c:pt idx="1129">
                  <c:v>45965.0</c:v>
                </c:pt>
                <c:pt idx="1130">
                  <c:v>45966.0</c:v>
                </c:pt>
                <c:pt idx="1131">
                  <c:v>45967.0</c:v>
                </c:pt>
                <c:pt idx="1132">
                  <c:v>45968.0</c:v>
                </c:pt>
                <c:pt idx="1133">
                  <c:v>45971.0</c:v>
                </c:pt>
                <c:pt idx="1134">
                  <c:v>45972.0</c:v>
                </c:pt>
                <c:pt idx="1135">
                  <c:v>45973.0</c:v>
                </c:pt>
                <c:pt idx="1136">
                  <c:v>45974.0</c:v>
                </c:pt>
                <c:pt idx="1137">
                  <c:v>45975.0</c:v>
                </c:pt>
                <c:pt idx="1138">
                  <c:v>45978.0</c:v>
                </c:pt>
                <c:pt idx="1139">
                  <c:v>45979.0</c:v>
                </c:pt>
                <c:pt idx="1140">
                  <c:v>45980.0</c:v>
                </c:pt>
                <c:pt idx="1141">
                  <c:v>45982.0</c:v>
                </c:pt>
                <c:pt idx="1142">
                  <c:v>45985.0</c:v>
                </c:pt>
                <c:pt idx="1143">
                  <c:v>45986.0</c:v>
                </c:pt>
                <c:pt idx="1144">
                  <c:v>45987.0</c:v>
                </c:pt>
                <c:pt idx="1145">
                  <c:v>45988.0</c:v>
                </c:pt>
                <c:pt idx="1146">
                  <c:v>45989.0</c:v>
                </c:pt>
                <c:pt idx="1147">
                  <c:v>45992.0</c:v>
                </c:pt>
                <c:pt idx="1148">
                  <c:v>45993.0</c:v>
                </c:pt>
                <c:pt idx="1149">
                  <c:v>45994.0</c:v>
                </c:pt>
                <c:pt idx="1150">
                  <c:v>45995.0</c:v>
                </c:pt>
                <c:pt idx="1151">
                  <c:v>45996.0</c:v>
                </c:pt>
                <c:pt idx="1152">
                  <c:v>45999.0</c:v>
                </c:pt>
                <c:pt idx="1153">
                  <c:v>46000.0</c:v>
                </c:pt>
                <c:pt idx="1154">
                  <c:v>46001.0</c:v>
                </c:pt>
                <c:pt idx="1155">
                  <c:v>46002.0</c:v>
                </c:pt>
                <c:pt idx="1156">
                  <c:v>46003.0</c:v>
                </c:pt>
                <c:pt idx="1157">
                  <c:v>46006.0</c:v>
                </c:pt>
                <c:pt idx="1158">
                  <c:v>46007.0</c:v>
                </c:pt>
                <c:pt idx="1159">
                  <c:v>46008.0</c:v>
                </c:pt>
                <c:pt idx="1160">
                  <c:v>46009.0</c:v>
                </c:pt>
                <c:pt idx="1161">
                  <c:v>46010.0</c:v>
                </c:pt>
                <c:pt idx="1162">
                  <c:v>46013.0</c:v>
                </c:pt>
                <c:pt idx="1163">
                  <c:v>46014.0</c:v>
                </c:pt>
                <c:pt idx="1164">
                  <c:v>46017.0</c:v>
                </c:pt>
                <c:pt idx="1165">
                  <c:v>46020.0</c:v>
                </c:pt>
                <c:pt idx="1166">
                  <c:v>46021.0</c:v>
                </c:pt>
                <c:pt idx="1167">
                  <c:v>46024.0</c:v>
                </c:pt>
                <c:pt idx="1168">
                  <c:v>46027.0</c:v>
                </c:pt>
                <c:pt idx="1169">
                  <c:v>46028.0</c:v>
                </c:pt>
                <c:pt idx="1170">
                  <c:v>46029.0</c:v>
                </c:pt>
                <c:pt idx="1171">
                  <c:v>46030.0</c:v>
                </c:pt>
                <c:pt idx="1172">
                  <c:v>46031.0</c:v>
                </c:pt>
                <c:pt idx="1173">
                  <c:v>46034.0</c:v>
                </c:pt>
                <c:pt idx="1174">
                  <c:v>46035.0</c:v>
                </c:pt>
                <c:pt idx="1175">
                  <c:v>46036.0</c:v>
                </c:pt>
                <c:pt idx="1176">
                  <c:v>46037.0</c:v>
                </c:pt>
                <c:pt idx="1177">
                  <c:v>46038.0</c:v>
                </c:pt>
                <c:pt idx="1178">
                  <c:v>46041.0</c:v>
                </c:pt>
                <c:pt idx="1179">
                  <c:v>46042.0</c:v>
                </c:pt>
                <c:pt idx="1180">
                  <c:v>46043.0</c:v>
                </c:pt>
                <c:pt idx="1181">
                  <c:v>46044.0</c:v>
                </c:pt>
                <c:pt idx="1182">
                  <c:v>46045.0</c:v>
                </c:pt>
                <c:pt idx="1183">
                  <c:v>46048.0</c:v>
                </c:pt>
                <c:pt idx="1184">
                  <c:v>46049.0</c:v>
                </c:pt>
                <c:pt idx="1185">
                  <c:v>46050.0</c:v>
                </c:pt>
                <c:pt idx="1186">
                  <c:v>46051.0</c:v>
                </c:pt>
                <c:pt idx="1187">
                  <c:v>46052.0</c:v>
                </c:pt>
                <c:pt idx="1188">
                  <c:v>46055.0</c:v>
                </c:pt>
                <c:pt idx="1189">
                  <c:v>46056.0</c:v>
                </c:pt>
                <c:pt idx="1190">
                  <c:v>46057.0</c:v>
                </c:pt>
                <c:pt idx="1191">
                  <c:v>46058.0</c:v>
                </c:pt>
                <c:pt idx="1192">
                  <c:v>46059.0</c:v>
                </c:pt>
                <c:pt idx="1193">
                  <c:v>46062.0</c:v>
                </c:pt>
                <c:pt idx="1194">
                  <c:v>46063.0</c:v>
                </c:pt>
                <c:pt idx="1195">
                  <c:v>46064.0</c:v>
                </c:pt>
                <c:pt idx="1196">
                  <c:v>46065.0</c:v>
                </c:pt>
                <c:pt idx="1197">
                  <c:v>46066.0</c:v>
                </c:pt>
                <c:pt idx="1198">
                  <c:v>46071.0</c:v>
                </c:pt>
                <c:pt idx="1199">
                  <c:v>46072.0</c:v>
                </c:pt>
                <c:pt idx="1200">
                  <c:v>46073.0</c:v>
                </c:pt>
                <c:pt idx="1201">
                  <c:v>46076.0</c:v>
                </c:pt>
                <c:pt idx="1202">
                  <c:v>46077.0</c:v>
                </c:pt>
                <c:pt idx="1203">
                  <c:v>46078.0</c:v>
                </c:pt>
                <c:pt idx="1204">
                  <c:v>46079.0</c:v>
                </c:pt>
                <c:pt idx="1205">
                  <c:v>46080.0</c:v>
                </c:pt>
                <c:pt idx="1206">
                  <c:v>46083.0</c:v>
                </c:pt>
                <c:pt idx="1207">
                  <c:v>46084.0</c:v>
                </c:pt>
                <c:pt idx="1208">
                  <c:v>46085.0</c:v>
                </c:pt>
                <c:pt idx="1209">
                  <c:v>46086.0</c:v>
                </c:pt>
                <c:pt idx="1210">
                  <c:v>46087.0</c:v>
                </c:pt>
                <c:pt idx="1211">
                  <c:v>46090.0</c:v>
                </c:pt>
                <c:pt idx="1212">
                  <c:v>46091.0</c:v>
                </c:pt>
                <c:pt idx="1213">
                  <c:v>46092.0</c:v>
                </c:pt>
                <c:pt idx="1214">
                  <c:v>46093.0</c:v>
                </c:pt>
                <c:pt idx="1215">
                  <c:v>46094.0</c:v>
                </c:pt>
                <c:pt idx="1216">
                  <c:v>46097.0</c:v>
                </c:pt>
                <c:pt idx="1217">
                  <c:v>46098.0</c:v>
                </c:pt>
                <c:pt idx="1218">
                  <c:v>46099.0</c:v>
                </c:pt>
                <c:pt idx="1219">
                  <c:v>46100.0</c:v>
                </c:pt>
                <c:pt idx="1220">
                  <c:v>46101.0</c:v>
                </c:pt>
                <c:pt idx="1221">
                  <c:v>46104.0</c:v>
                </c:pt>
                <c:pt idx="1222">
                  <c:v>46105.0</c:v>
                </c:pt>
                <c:pt idx="1223">
                  <c:v>46106.0</c:v>
                </c:pt>
                <c:pt idx="1224">
                  <c:v>46107.0</c:v>
                </c:pt>
                <c:pt idx="1225">
                  <c:v>46108.0</c:v>
                </c:pt>
                <c:pt idx="1226">
                  <c:v>46111.0</c:v>
                </c:pt>
                <c:pt idx="1227">
                  <c:v>46112.0</c:v>
                </c:pt>
                <c:pt idx="1228">
                  <c:v>46113.0</c:v>
                </c:pt>
                <c:pt idx="1229">
                  <c:v>46114.0</c:v>
                </c:pt>
                <c:pt idx="1230">
                  <c:v>46118.0</c:v>
                </c:pt>
                <c:pt idx="1231">
                  <c:v>46119.0</c:v>
                </c:pt>
                <c:pt idx="1232">
                  <c:v>46120.0</c:v>
                </c:pt>
                <c:pt idx="1233">
                  <c:v>46121.0</c:v>
                </c:pt>
                <c:pt idx="1234">
                  <c:v>46122.0</c:v>
                </c:pt>
                <c:pt idx="1235">
                  <c:v>46125.0</c:v>
                </c:pt>
                <c:pt idx="1236">
                  <c:v>46126.0</c:v>
                </c:pt>
                <c:pt idx="1237">
                  <c:v>46127.0</c:v>
                </c:pt>
                <c:pt idx="1238">
                  <c:v>46128.0</c:v>
                </c:pt>
                <c:pt idx="1239">
                  <c:v>46129.0</c:v>
                </c:pt>
                <c:pt idx="1240">
                  <c:v>46132.0</c:v>
                </c:pt>
                <c:pt idx="1241">
                  <c:v>46134.0</c:v>
                </c:pt>
                <c:pt idx="1242">
                  <c:v>46135.0</c:v>
                </c:pt>
                <c:pt idx="1243">
                  <c:v>46136.0</c:v>
                </c:pt>
                <c:pt idx="1244">
                  <c:v>46139.0</c:v>
                </c:pt>
                <c:pt idx="1245">
                  <c:v>46140.0</c:v>
                </c:pt>
                <c:pt idx="1246">
                  <c:v>46141.0</c:v>
                </c:pt>
                <c:pt idx="1247">
                  <c:v>46142.0</c:v>
                </c:pt>
                <c:pt idx="1248">
                  <c:v>46146.0</c:v>
                </c:pt>
                <c:pt idx="1249">
                  <c:v>46147.0</c:v>
                </c:pt>
                <c:pt idx="1250">
                  <c:v>46148.0</c:v>
                </c:pt>
                <c:pt idx="1251">
                  <c:v>46149.0</c:v>
                </c:pt>
                <c:pt idx="1252">
                  <c:v>46150.0</c:v>
                </c:pt>
                <c:pt idx="1253">
                  <c:v>46153.0</c:v>
                </c:pt>
                <c:pt idx="1254">
                  <c:v>46154.0</c:v>
                </c:pt>
                <c:pt idx="1255">
                  <c:v>46155.0</c:v>
                </c:pt>
                <c:pt idx="1256">
                  <c:v>46156.0</c:v>
                </c:pt>
                <c:pt idx="1257">
                  <c:v>46157.0</c:v>
                </c:pt>
                <c:pt idx="1258">
                  <c:v>46160.0</c:v>
                </c:pt>
                <c:pt idx="1259">
                  <c:v>46161.0</c:v>
                </c:pt>
                <c:pt idx="1260">
                  <c:v>46162.0</c:v>
                </c:pt>
                <c:pt idx="1261">
                  <c:v>46163.0</c:v>
                </c:pt>
                <c:pt idx="1262">
                  <c:v>46164.0</c:v>
                </c:pt>
                <c:pt idx="1263">
                  <c:v>46167.0</c:v>
                </c:pt>
                <c:pt idx="1264">
                  <c:v>46168.0</c:v>
                </c:pt>
                <c:pt idx="1265">
                  <c:v>46169.0</c:v>
                </c:pt>
                <c:pt idx="1266">
                  <c:v>46170.0</c:v>
                </c:pt>
                <c:pt idx="1267">
                  <c:v>46171.0</c:v>
                </c:pt>
                <c:pt idx="1268">
                  <c:v>46174.0</c:v>
                </c:pt>
                <c:pt idx="1269">
                  <c:v>46175.0</c:v>
                </c:pt>
                <c:pt idx="1270">
                  <c:v>46176.0</c:v>
                </c:pt>
                <c:pt idx="1271">
                  <c:v>46178.0</c:v>
                </c:pt>
                <c:pt idx="1272">
                  <c:v>46181.0</c:v>
                </c:pt>
                <c:pt idx="1273">
                  <c:v>46182.0</c:v>
                </c:pt>
                <c:pt idx="1274">
                  <c:v>46183.0</c:v>
                </c:pt>
                <c:pt idx="1275">
                  <c:v>46184.0</c:v>
                </c:pt>
                <c:pt idx="1276">
                  <c:v>46185.0</c:v>
                </c:pt>
                <c:pt idx="1277">
                  <c:v>46188.0</c:v>
                </c:pt>
                <c:pt idx="1278">
                  <c:v>46189.0</c:v>
                </c:pt>
                <c:pt idx="1279">
                  <c:v>46190.0</c:v>
                </c:pt>
                <c:pt idx="1280">
                  <c:v>46191.0</c:v>
                </c:pt>
                <c:pt idx="1281">
                  <c:v>46192.0</c:v>
                </c:pt>
                <c:pt idx="1282">
                  <c:v>46195.0</c:v>
                </c:pt>
                <c:pt idx="1283">
                  <c:v>46196.0</c:v>
                </c:pt>
                <c:pt idx="1284">
                  <c:v>46197.0</c:v>
                </c:pt>
                <c:pt idx="1285">
                  <c:v>46198.0</c:v>
                </c:pt>
                <c:pt idx="1286">
                  <c:v>46199.0</c:v>
                </c:pt>
                <c:pt idx="1287">
                  <c:v>46202.0</c:v>
                </c:pt>
                <c:pt idx="1288">
                  <c:v>46203.0</c:v>
                </c:pt>
                <c:pt idx="1289">
                  <c:v>46204.0</c:v>
                </c:pt>
                <c:pt idx="1290">
                  <c:v>46205.0</c:v>
                </c:pt>
                <c:pt idx="1291">
                  <c:v>46206.0</c:v>
                </c:pt>
                <c:pt idx="1292">
                  <c:v>46209.0</c:v>
                </c:pt>
                <c:pt idx="1293">
                  <c:v>46210.0</c:v>
                </c:pt>
                <c:pt idx="1294">
                  <c:v>46211.0</c:v>
                </c:pt>
                <c:pt idx="1295">
                  <c:v>46212.0</c:v>
                </c:pt>
                <c:pt idx="1296">
                  <c:v>46213.0</c:v>
                </c:pt>
                <c:pt idx="1297">
                  <c:v>46216.0</c:v>
                </c:pt>
                <c:pt idx="1298">
                  <c:v>46217.0</c:v>
                </c:pt>
                <c:pt idx="1299">
                  <c:v>46218.0</c:v>
                </c:pt>
                <c:pt idx="1300">
                  <c:v>46219.0</c:v>
                </c:pt>
                <c:pt idx="1301">
                  <c:v>46220.0</c:v>
                </c:pt>
                <c:pt idx="1302">
                  <c:v>46223.0</c:v>
                </c:pt>
                <c:pt idx="1303">
                  <c:v>46224.0</c:v>
                </c:pt>
                <c:pt idx="1304">
                  <c:v>46225.0</c:v>
                </c:pt>
                <c:pt idx="1305">
                  <c:v>46226.0</c:v>
                </c:pt>
                <c:pt idx="1306">
                  <c:v>46227.0</c:v>
                </c:pt>
                <c:pt idx="1307">
                  <c:v>46230.0</c:v>
                </c:pt>
                <c:pt idx="1308">
                  <c:v>46231.0</c:v>
                </c:pt>
                <c:pt idx="1309">
                  <c:v>46232.0</c:v>
                </c:pt>
                <c:pt idx="1310">
                  <c:v>46233.0</c:v>
                </c:pt>
                <c:pt idx="1311">
                  <c:v>46234.0</c:v>
                </c:pt>
                <c:pt idx="1312">
                  <c:v>46237.0</c:v>
                </c:pt>
                <c:pt idx="1313">
                  <c:v>46238.0</c:v>
                </c:pt>
                <c:pt idx="1314">
                  <c:v>46239.0</c:v>
                </c:pt>
                <c:pt idx="1315">
                  <c:v>46240.0</c:v>
                </c:pt>
                <c:pt idx="1316">
                  <c:v>46241.0</c:v>
                </c:pt>
                <c:pt idx="1317">
                  <c:v>46244.0</c:v>
                </c:pt>
                <c:pt idx="1318">
                  <c:v>46245.0</c:v>
                </c:pt>
                <c:pt idx="1319">
                  <c:v>46246.0</c:v>
                </c:pt>
                <c:pt idx="1320">
                  <c:v>46247.0</c:v>
                </c:pt>
                <c:pt idx="1321">
                  <c:v>46248.0</c:v>
                </c:pt>
                <c:pt idx="1322">
                  <c:v>46251.0</c:v>
                </c:pt>
                <c:pt idx="1323">
                  <c:v>46252.0</c:v>
                </c:pt>
                <c:pt idx="1324">
                  <c:v>46253.0</c:v>
                </c:pt>
                <c:pt idx="1325">
                  <c:v>46254.0</c:v>
                </c:pt>
                <c:pt idx="1326">
                  <c:v>46255.0</c:v>
                </c:pt>
                <c:pt idx="1327">
                  <c:v>46258.0</c:v>
                </c:pt>
                <c:pt idx="1328">
                  <c:v>46259.0</c:v>
                </c:pt>
                <c:pt idx="1329">
                  <c:v>46260.0</c:v>
                </c:pt>
                <c:pt idx="1330">
                  <c:v>46261.0</c:v>
                </c:pt>
                <c:pt idx="1331">
                  <c:v>46262.0</c:v>
                </c:pt>
                <c:pt idx="1332">
                  <c:v>46265.0</c:v>
                </c:pt>
              </c:numCache>
            </c:numRef>
          </c:cat>
          <c:val>
            <c:numRef>
              <c:f>Sheet1!$B$2:$B$1334</c:f>
              <c:numCache>
                <c:formatCode>General</c:formatCode>
                <c:ptCount val="1333"/>
                <c:pt idx="0">
                  <c:v>100.0</c:v>
                </c:pt>
                <c:pt idx="1">
                  <c:v>99.66953334696242</c:v>
                </c:pt>
                <c:pt idx="2">
                  <c:v>99.50175788798889</c:v>
                </c:pt>
                <c:pt idx="3">
                  <c:v>100.5664405096127</c:v>
                </c:pt>
                <c:pt idx="4">
                  <c:v>100.6765695736139</c:v>
                </c:pt>
                <c:pt idx="5">
                  <c:v>102.8921954146383</c:v>
                </c:pt>
                <c:pt idx="6">
                  <c:v>103.525095576852</c:v>
                </c:pt>
                <c:pt idx="7">
                  <c:v>103.2002718521368</c:v>
                </c:pt>
                <c:pt idx="8">
                  <c:v>101.2907923671107</c:v>
                </c:pt>
                <c:pt idx="9">
                  <c:v>102.0405679421268</c:v>
                </c:pt>
                <c:pt idx="10">
                  <c:v>103.5121109782032</c:v>
                </c:pt>
                <c:pt idx="11">
                  <c:v>104.4667959469121</c:v>
                </c:pt>
                <c:pt idx="12">
                  <c:v>105.2044126940698</c:v>
                </c:pt>
                <c:pt idx="13">
                  <c:v>104.5499967794692</c:v>
                </c:pt>
                <c:pt idx="14">
                  <c:v>105.4240903032294</c:v>
                </c:pt>
                <c:pt idx="15">
                  <c:v>104.7922878987787</c:v>
                </c:pt>
                <c:pt idx="16">
                  <c:v>104.1288989514251</c:v>
                </c:pt>
                <c:pt idx="17">
                  <c:v>103.9107483989583</c:v>
                </c:pt>
                <c:pt idx="18">
                  <c:v>103.6718776524041</c:v>
                </c:pt>
                <c:pt idx="19">
                  <c:v>106.691022070792</c:v>
                </c:pt>
                <c:pt idx="20">
                  <c:v>107.1915204925419</c:v>
                </c:pt>
                <c:pt idx="21">
                  <c:v>108.0474431168332</c:v>
                </c:pt>
                <c:pt idx="22">
                  <c:v>108.4485220023021</c:v>
                </c:pt>
                <c:pt idx="23">
                  <c:v>107.494229543644</c:v>
                </c:pt>
                <c:pt idx="24">
                  <c:v>107.2530533745937</c:v>
                </c:pt>
                <c:pt idx="25">
                  <c:v>107.6015551163797</c:v>
                </c:pt>
                <c:pt idx="26">
                  <c:v>107.1005833258173</c:v>
                </c:pt>
                <c:pt idx="27">
                  <c:v>108.9388289224123</c:v>
                </c:pt>
                <c:pt idx="28">
                  <c:v>108.0637263094992</c:v>
                </c:pt>
                <c:pt idx="29">
                  <c:v>107.433873995409</c:v>
                </c:pt>
                <c:pt idx="30">
                  <c:v>109.76730588122</c:v>
                </c:pt>
                <c:pt idx="31">
                  <c:v>109.9935020641732</c:v>
                </c:pt>
                <c:pt idx="32">
                  <c:v>109.4254073870408</c:v>
                </c:pt>
                <c:pt idx="33">
                  <c:v>107.931060394792</c:v>
                </c:pt>
                <c:pt idx="34">
                  <c:v>109.6273351169736</c:v>
                </c:pt>
                <c:pt idx="35">
                  <c:v>111.6327871364299</c:v>
                </c:pt>
                <c:pt idx="36">
                  <c:v>111.9488454479421</c:v>
                </c:pt>
                <c:pt idx="37">
                  <c:v>113.4500334221333</c:v>
                </c:pt>
                <c:pt idx="38">
                  <c:v>114.5332880298608</c:v>
                </c:pt>
                <c:pt idx="39">
                  <c:v>113.8053758364044</c:v>
                </c:pt>
                <c:pt idx="40">
                  <c:v>114.6583842860308</c:v>
                </c:pt>
                <c:pt idx="41">
                  <c:v>114.9667855391015</c:v>
                </c:pt>
                <c:pt idx="42">
                  <c:v>115.5317828293775</c:v>
                </c:pt>
                <c:pt idx="43">
                  <c:v>115.4627538123662</c:v>
                </c:pt>
                <c:pt idx="44">
                  <c:v>118.7566139288463</c:v>
                </c:pt>
                <c:pt idx="45">
                  <c:v>118.902900299355</c:v>
                </c:pt>
                <c:pt idx="46">
                  <c:v>116.8795589104395</c:v>
                </c:pt>
                <c:pt idx="47">
                  <c:v>116.5546963859238</c:v>
                </c:pt>
                <c:pt idx="48">
                  <c:v>115.8089946824641</c:v>
                </c:pt>
                <c:pt idx="49">
                  <c:v>116.8239252848994</c:v>
                </c:pt>
                <c:pt idx="50">
                  <c:v>119.3290669869805</c:v>
                </c:pt>
                <c:pt idx="51">
                  <c:v>121.4121204591274</c:v>
                </c:pt>
                <c:pt idx="52">
                  <c:v>120.52840182904541</c:v>
                </c:pt>
                <c:pt idx="53">
                  <c:v>121.2020418061493</c:v>
                </c:pt>
                <c:pt idx="54">
                  <c:v>119.047155310789</c:v>
                </c:pt>
                <c:pt idx="55">
                  <c:v>118.6063811838839</c:v>
                </c:pt>
                <c:pt idx="56">
                  <c:v>117.1494664294762</c:v>
                </c:pt>
                <c:pt idx="57">
                  <c:v>116.0730377895444</c:v>
                </c:pt>
                <c:pt idx="58">
                  <c:v>114.2780507480518</c:v>
                </c:pt>
                <c:pt idx="59">
                  <c:v>113.1516961667524</c:v>
                </c:pt>
                <c:pt idx="60">
                  <c:v>112.1407615487529</c:v>
                </c:pt>
                <c:pt idx="61">
                  <c:v>110.9362142274825</c:v>
                </c:pt>
                <c:pt idx="62">
                  <c:v>111.366273200647</c:v>
                </c:pt>
                <c:pt idx="63">
                  <c:v>109.8966281876291</c:v>
                </c:pt>
                <c:pt idx="64">
                  <c:v>110.1437150610463</c:v>
                </c:pt>
                <c:pt idx="65">
                  <c:v>111.4994089643084</c:v>
                </c:pt>
                <c:pt idx="66">
                  <c:v>110.4903723663613</c:v>
                </c:pt>
                <c:pt idx="67">
                  <c:v>109.2251523685429</c:v>
                </c:pt>
                <c:pt idx="68">
                  <c:v>110.6403225328305</c:v>
                </c:pt>
                <c:pt idx="69">
                  <c:v>111.165884406577</c:v>
                </c:pt>
                <c:pt idx="70">
                  <c:v>110.0507185961208</c:v>
                </c:pt>
                <c:pt idx="71">
                  <c:v>112.6503208994914</c:v>
                </c:pt>
                <c:pt idx="72">
                  <c:v>112.4345511693238</c:v>
                </c:pt>
                <c:pt idx="73">
                  <c:v>113.5272805496639</c:v>
                </c:pt>
                <c:pt idx="74">
                  <c:v>109.552861104543</c:v>
                </c:pt>
                <c:pt idx="75">
                  <c:v>106.0892205752777</c:v>
                </c:pt>
                <c:pt idx="76">
                  <c:v>105.642669986062</c:v>
                </c:pt>
                <c:pt idx="77">
                  <c:v>108.1965310107922</c:v>
                </c:pt>
                <c:pt idx="78">
                  <c:v>110.5102820354609</c:v>
                </c:pt>
                <c:pt idx="79">
                  <c:v>112.5475833898833</c:v>
                </c:pt>
                <c:pt idx="80">
                  <c:v>113.6117910171719</c:v>
                </c:pt>
                <c:pt idx="81">
                  <c:v>115.1484462615847</c:v>
                </c:pt>
                <c:pt idx="82">
                  <c:v>113.0743813357731</c:v>
                </c:pt>
                <c:pt idx="83">
                  <c:v>115.5465860544815</c:v>
                </c:pt>
                <c:pt idx="84">
                  <c:v>116.1578807690182</c:v>
                </c:pt>
                <c:pt idx="85">
                  <c:v>114.2298487983468</c:v>
                </c:pt>
                <c:pt idx="86">
                  <c:v>114.9257948091728</c:v>
                </c:pt>
                <c:pt idx="87">
                  <c:v>112.4315726905168</c:v>
                </c:pt>
                <c:pt idx="88">
                  <c:v>113.3737212383282</c:v>
                </c:pt>
                <c:pt idx="89">
                  <c:v>112.8640886686041</c:v>
                </c:pt>
                <c:pt idx="90">
                  <c:v>106.1162475319023</c:v>
                </c:pt>
                <c:pt idx="91">
                  <c:v>107.4129732435633</c:v>
                </c:pt>
                <c:pt idx="92">
                  <c:v>108.2073664134316</c:v>
                </c:pt>
                <c:pt idx="93">
                  <c:v>110.9471487594939</c:v>
                </c:pt>
                <c:pt idx="94">
                  <c:v>111.0670941346253</c:v>
                </c:pt>
                <c:pt idx="95">
                  <c:v>109.7468051734143</c:v>
                </c:pt>
                <c:pt idx="96">
                  <c:v>111.0756843532508</c:v>
                </c:pt>
                <c:pt idx="97">
                  <c:v>108.2552082495001</c:v>
                </c:pt>
                <c:pt idx="98">
                  <c:v>104.5780463811274</c:v>
                </c:pt>
                <c:pt idx="99">
                  <c:v>107.0142207942225</c:v>
                </c:pt>
                <c:pt idx="100">
                  <c:v>109.6088323486893</c:v>
                </c:pt>
                <c:pt idx="101">
                  <c:v>110.0768926532613</c:v>
                </c:pt>
                <c:pt idx="102">
                  <c:v>109.9483763484901</c:v>
                </c:pt>
                <c:pt idx="103">
                  <c:v>109.2646879858764</c:v>
                </c:pt>
                <c:pt idx="104">
                  <c:v>105.3338566930339</c:v>
                </c:pt>
                <c:pt idx="105">
                  <c:v>104.6916255386402</c:v>
                </c:pt>
                <c:pt idx="106">
                  <c:v>106.0955842089421</c:v>
                </c:pt>
                <c:pt idx="107">
                  <c:v>107.5588042458325</c:v>
                </c:pt>
                <c:pt idx="108">
                  <c:v>104.8220765754405</c:v>
                </c:pt>
                <c:pt idx="109">
                  <c:v>102.7532062842687</c:v>
                </c:pt>
                <c:pt idx="110">
                  <c:v>99.98805729908928</c:v>
                </c:pt>
                <c:pt idx="111">
                  <c:v>99.92148636298526</c:v>
                </c:pt>
                <c:pt idx="112">
                  <c:v>100.9562171363868</c:v>
                </c:pt>
                <c:pt idx="113">
                  <c:v>99.95255461391885</c:v>
                </c:pt>
                <c:pt idx="114">
                  <c:v>101.9937081348022</c:v>
                </c:pt>
                <c:pt idx="115">
                  <c:v>101.42409760131</c:v>
                </c:pt>
                <c:pt idx="116">
                  <c:v>102.0032564987034</c:v>
                </c:pt>
                <c:pt idx="117">
                  <c:v>101.7309191920247</c:v>
                </c:pt>
                <c:pt idx="118">
                  <c:v>97.37054676026158</c:v>
                </c:pt>
                <c:pt idx="119">
                  <c:v>95.76819124522675</c:v>
                </c:pt>
                <c:pt idx="120">
                  <c:v>92.38050019542669</c:v>
                </c:pt>
                <c:pt idx="121">
                  <c:v>91.55563161556582</c:v>
                </c:pt>
                <c:pt idx="122">
                  <c:v>95.89058477721228</c:v>
                </c:pt>
                <c:pt idx="123">
                  <c:v>93.20585766380107</c:v>
                </c:pt>
                <c:pt idx="124">
                  <c:v>93.04365553706411</c:v>
                </c:pt>
                <c:pt idx="125">
                  <c:v>90.94029311458485</c:v>
                </c:pt>
                <c:pt idx="126">
                  <c:v>89.6555351303023</c:v>
                </c:pt>
                <c:pt idx="127">
                  <c:v>93.00943236650686</c:v>
                </c:pt>
                <c:pt idx="128">
                  <c:v>95.20048060905495</c:v>
                </c:pt>
                <c:pt idx="129">
                  <c:v>92.22593383210736</c:v>
                </c:pt>
                <c:pt idx="130">
                  <c:v>93.03495059919868</c:v>
                </c:pt>
                <c:pt idx="131">
                  <c:v>93.7540570978891</c:v>
                </c:pt>
                <c:pt idx="132">
                  <c:v>94.55295578635186</c:v>
                </c:pt>
                <c:pt idx="133">
                  <c:v>97.29151033352876</c:v>
                </c:pt>
                <c:pt idx="134">
                  <c:v>99.71857432029338</c:v>
                </c:pt>
                <c:pt idx="135">
                  <c:v>99.86899922016693</c:v>
                </c:pt>
                <c:pt idx="136">
                  <c:v>97.8493433777221</c:v>
                </c:pt>
                <c:pt idx="137">
                  <c:v>95.26888607617715</c:v>
                </c:pt>
                <c:pt idx="138">
                  <c:v>97.0795468438175</c:v>
                </c:pt>
                <c:pt idx="139">
                  <c:v>98.82941336459506</c:v>
                </c:pt>
                <c:pt idx="140">
                  <c:v>97.25591138319163</c:v>
                </c:pt>
                <c:pt idx="141">
                  <c:v>95.72713176197466</c:v>
                </c:pt>
                <c:pt idx="142">
                  <c:v>94.06939704131344</c:v>
                </c:pt>
                <c:pt idx="143">
                  <c:v>96.00081035818184</c:v>
                </c:pt>
                <c:pt idx="144">
                  <c:v>92.01923701496364</c:v>
                </c:pt>
                <c:pt idx="145">
                  <c:v>92.64287708883839</c:v>
                </c:pt>
                <c:pt idx="146">
                  <c:v>89.21438146008731</c:v>
                </c:pt>
                <c:pt idx="147">
                  <c:v>86.59668898124325</c:v>
                </c:pt>
                <c:pt idx="148">
                  <c:v>88.10704758150143</c:v>
                </c:pt>
                <c:pt idx="149">
                  <c:v>90.90298117687949</c:v>
                </c:pt>
                <c:pt idx="150">
                  <c:v>91.72045406806811</c:v>
                </c:pt>
                <c:pt idx="151">
                  <c:v>92.43977052511278</c:v>
                </c:pt>
                <c:pt idx="152">
                  <c:v>97.38999850563272</c:v>
                </c:pt>
                <c:pt idx="153">
                  <c:v>95.64122809758175</c:v>
                </c:pt>
                <c:pt idx="154">
                  <c:v>97.28771832412394</c:v>
                </c:pt>
                <c:pt idx="155">
                  <c:v>95.79215565023297</c:v>
                </c:pt>
                <c:pt idx="156">
                  <c:v>93.71856286781423</c:v>
                </c:pt>
                <c:pt idx="157">
                  <c:v>93.70044007024337</c:v>
                </c:pt>
                <c:pt idx="158">
                  <c:v>93.97656439627437</c:v>
                </c:pt>
                <c:pt idx="159">
                  <c:v>94.16479184340507</c:v>
                </c:pt>
                <c:pt idx="160">
                  <c:v>91.89195884723136</c:v>
                </c:pt>
                <c:pt idx="161">
                  <c:v>91.45080683784386</c:v>
                </c:pt>
                <c:pt idx="162">
                  <c:v>91.30552831944549</c:v>
                </c:pt>
                <c:pt idx="163">
                  <c:v>90.85451747719127</c:v>
                </c:pt>
                <c:pt idx="164">
                  <c:v>92.80827361719656</c:v>
                </c:pt>
                <c:pt idx="165">
                  <c:v>93.2109533166327</c:v>
                </c:pt>
                <c:pt idx="166">
                  <c:v>90.96253923083994</c:v>
                </c:pt>
                <c:pt idx="167">
                  <c:v>94.15825543350333</c:v>
                </c:pt>
                <c:pt idx="168">
                  <c:v>89.54712351040799</c:v>
                </c:pt>
                <c:pt idx="169">
                  <c:v>86.39076196724325</c:v>
                </c:pt>
                <c:pt idx="170">
                  <c:v>82.7486999357728</c:v>
                </c:pt>
                <c:pt idx="171">
                  <c:v>82.1585716437814</c:v>
                </c:pt>
                <c:pt idx="172">
                  <c:v>82.31519973343494</c:v>
                </c:pt>
                <c:pt idx="173">
                  <c:v>80.6696581736448</c:v>
                </c:pt>
                <c:pt idx="174">
                  <c:v>82.5285568809111</c:v>
                </c:pt>
                <c:pt idx="175">
                  <c:v>85.56956294699197</c:v>
                </c:pt>
                <c:pt idx="176">
                  <c:v>84.99991844319386</c:v>
                </c:pt>
                <c:pt idx="177">
                  <c:v>85.34730308404632</c:v>
                </c:pt>
                <c:pt idx="178">
                  <c:v>85.09187274257695</c:v>
                </c:pt>
                <c:pt idx="179">
                  <c:v>83.70091242662426</c:v>
                </c:pt>
                <c:pt idx="180">
                  <c:v>86.40415794077236</c:v>
                </c:pt>
                <c:pt idx="181">
                  <c:v>89.5696859454461</c:v>
                </c:pt>
                <c:pt idx="182">
                  <c:v>89.09295403532144</c:v>
                </c:pt>
                <c:pt idx="183">
                  <c:v>87.66375328606118</c:v>
                </c:pt>
                <c:pt idx="184">
                  <c:v>89.983399737935</c:v>
                </c:pt>
                <c:pt idx="185">
                  <c:v>91.01240678013278</c:v>
                </c:pt>
                <c:pt idx="186">
                  <c:v>92.18813840730277</c:v>
                </c:pt>
                <c:pt idx="187">
                  <c:v>93.93827837043459</c:v>
                </c:pt>
                <c:pt idx="188">
                  <c:v>96.24019864604351</c:v>
                </c:pt>
                <c:pt idx="189">
                  <c:v>96.96695456984047</c:v>
                </c:pt>
                <c:pt idx="190">
                  <c:v>96.62545393452662</c:v>
                </c:pt>
                <c:pt idx="191">
                  <c:v>96.9661346843455</c:v>
                </c:pt>
                <c:pt idx="192">
                  <c:v>95.9883394332434</c:v>
                </c:pt>
                <c:pt idx="193">
                  <c:v>96.21535479049913</c:v>
                </c:pt>
                <c:pt idx="194">
                  <c:v>95.98809040831601</c:v>
                </c:pt>
                <c:pt idx="195">
                  <c:v>96.5122632008984</c:v>
                </c:pt>
                <c:pt idx="196">
                  <c:v>96.32282898202187</c:v>
                </c:pt>
                <c:pt idx="197">
                  <c:v>95.48477177496248</c:v>
                </c:pt>
                <c:pt idx="198">
                  <c:v>97.15261359795745</c:v>
                </c:pt>
                <c:pt idx="199">
                  <c:v>99.13536118639463</c:v>
                </c:pt>
                <c:pt idx="200">
                  <c:v>99.85228522605328</c:v>
                </c:pt>
                <c:pt idx="201">
                  <c:v>100.5170888021467</c:v>
                </c:pt>
                <c:pt idx="202">
                  <c:v>99.98765785149104</c:v>
                </c:pt>
                <c:pt idx="203">
                  <c:v>96.35879926034443</c:v>
                </c:pt>
                <c:pt idx="204">
                  <c:v>98.41534010004122</c:v>
                </c:pt>
                <c:pt idx="205">
                  <c:v>98.41596781552798</c:v>
                </c:pt>
                <c:pt idx="206">
                  <c:v>98.54699503280942</c:v>
                </c:pt>
                <c:pt idx="207">
                  <c:v>99.06299501288562</c:v>
                </c:pt>
                <c:pt idx="208">
                  <c:v>97.58112667163114</c:v>
                </c:pt>
                <c:pt idx="209">
                  <c:v>98.41379674254932</c:v>
                </c:pt>
                <c:pt idx="210">
                  <c:v>96.07302110469944</c:v>
                </c:pt>
                <c:pt idx="211">
                  <c:v>91.04993175531077</c:v>
                </c:pt>
                <c:pt idx="212">
                  <c:v>92.33260881441788</c:v>
                </c:pt>
                <c:pt idx="213">
                  <c:v>96.56008699298843</c:v>
                </c:pt>
                <c:pt idx="214">
                  <c:v>95.39892054941781</c:v>
                </c:pt>
                <c:pt idx="215">
                  <c:v>90.98051952478005</c:v>
                </c:pt>
                <c:pt idx="216">
                  <c:v>88.77041633182226</c:v>
                </c:pt>
                <c:pt idx="217">
                  <c:v>89.49099929905334</c:v>
                </c:pt>
                <c:pt idx="218">
                  <c:v>91.05483341010465</c:v>
                </c:pt>
                <c:pt idx="219">
                  <c:v>92.6158391078301</c:v>
                </c:pt>
                <c:pt idx="220">
                  <c:v>95.59500435467332</c:v>
                </c:pt>
                <c:pt idx="221">
                  <c:v>94.86963359737305</c:v>
                </c:pt>
                <c:pt idx="222">
                  <c:v>97.23429901139599</c:v>
                </c:pt>
                <c:pt idx="223">
                  <c:v>99.2971525877839</c:v>
                </c:pt>
                <c:pt idx="224">
                  <c:v>102.7135965668657</c:v>
                </c:pt>
                <c:pt idx="225">
                  <c:v>106.2394499416398</c:v>
                </c:pt>
                <c:pt idx="226">
                  <c:v>106.0092489676908</c:v>
                </c:pt>
                <c:pt idx="227">
                  <c:v>107.7264763184533</c:v>
                </c:pt>
                <c:pt idx="228">
                  <c:v>107.2232512369836</c:v>
                </c:pt>
                <c:pt idx="229">
                  <c:v>107.0277700231737</c:v>
                </c:pt>
                <c:pt idx="230">
                  <c:v>109.7195886567168</c:v>
                </c:pt>
                <c:pt idx="231">
                  <c:v>110.6397494733213</c:v>
                </c:pt>
                <c:pt idx="232">
                  <c:v>107.9699337747506</c:v>
                </c:pt>
                <c:pt idx="233">
                  <c:v>104.4894654540849</c:v>
                </c:pt>
                <c:pt idx="234">
                  <c:v>104.193585368141</c:v>
                </c:pt>
                <c:pt idx="235">
                  <c:v>103.6498961042565</c:v>
                </c:pt>
                <c:pt idx="236">
                  <c:v>101.4310757769911</c:v>
                </c:pt>
                <c:pt idx="237">
                  <c:v>101.1748749924516</c:v>
                </c:pt>
                <c:pt idx="238">
                  <c:v>102.6868347839074</c:v>
                </c:pt>
                <c:pt idx="239">
                  <c:v>102.0122991601863</c:v>
                </c:pt>
                <c:pt idx="240">
                  <c:v>103.0993060005962</c:v>
                </c:pt>
                <c:pt idx="241">
                  <c:v>106.0966229233752</c:v>
                </c:pt>
                <c:pt idx="242">
                  <c:v>106.6879250805432</c:v>
                </c:pt>
                <c:pt idx="243">
                  <c:v>103.388942678193</c:v>
                </c:pt>
                <c:pt idx="244">
                  <c:v>103.4320974794481</c:v>
                </c:pt>
                <c:pt idx="245">
                  <c:v>102.0044478168459</c:v>
                </c:pt>
                <c:pt idx="246">
                  <c:v>102.0862782937784</c:v>
                </c:pt>
                <c:pt idx="247">
                  <c:v>103.2219587631259</c:v>
                </c:pt>
                <c:pt idx="248">
                  <c:v>101.9864746806002</c:v>
                </c:pt>
                <c:pt idx="249">
                  <c:v>99.50403944458832</c:v>
                </c:pt>
                <c:pt idx="250">
                  <c:v>99.44179215586874</c:v>
                </c:pt>
                <c:pt idx="251">
                  <c:v>103.0613225390612</c:v>
                </c:pt>
                <c:pt idx="252">
                  <c:v>99.2542481032875</c:v>
                </c:pt>
                <c:pt idx="253">
                  <c:v>98.05384808740575</c:v>
                </c:pt>
                <c:pt idx="254">
                  <c:v>94.0111222093034</c:v>
                </c:pt>
                <c:pt idx="255">
                  <c:v>96.48627262946762</c:v>
                </c:pt>
                <c:pt idx="256">
                  <c:v>96.39677010602026</c:v>
                </c:pt>
                <c:pt idx="257">
                  <c:v>98.9596870803803</c:v>
                </c:pt>
                <c:pt idx="258">
                  <c:v>100.8473704576782</c:v>
                </c:pt>
                <c:pt idx="259">
                  <c:v>101.0063117045805</c:v>
                </c:pt>
                <c:pt idx="260">
                  <c:v>101.2353570402108</c:v>
                </c:pt>
                <c:pt idx="261">
                  <c:v>98.3367159773798</c:v>
                </c:pt>
                <c:pt idx="262">
                  <c:v>98.81698555053555</c:v>
                </c:pt>
                <c:pt idx="263">
                  <c:v>99.20508966528993</c:v>
                </c:pt>
                <c:pt idx="264">
                  <c:v>100.5463111253594</c:v>
                </c:pt>
                <c:pt idx="265">
                  <c:v>99.57708942983786</c:v>
                </c:pt>
                <c:pt idx="266">
                  <c:v>101.3361073220971</c:v>
                </c:pt>
                <c:pt idx="267">
                  <c:v>103.3760726196633</c:v>
                </c:pt>
                <c:pt idx="268">
                  <c:v>105.2092626463735</c:v>
                </c:pt>
                <c:pt idx="269">
                  <c:v>104.1301639635004</c:v>
                </c:pt>
                <c:pt idx="270">
                  <c:v>103.6815369650681</c:v>
                </c:pt>
                <c:pt idx="271">
                  <c:v>104.2936361647323</c:v>
                </c:pt>
                <c:pt idx="272">
                  <c:v>105.1023436760862</c:v>
                </c:pt>
                <c:pt idx="273">
                  <c:v>103.9053074824418</c:v>
                </c:pt>
                <c:pt idx="274">
                  <c:v>101.2363116501133</c:v>
                </c:pt>
                <c:pt idx="275">
                  <c:v>99.4736113036738</c:v>
                </c:pt>
                <c:pt idx="276">
                  <c:v>98.3790457741056</c:v>
                </c:pt>
                <c:pt idx="277">
                  <c:v>98.61907722324598</c:v>
                </c:pt>
                <c:pt idx="278">
                  <c:v>96.33412481301822</c:v>
                </c:pt>
                <c:pt idx="279">
                  <c:v>92.96172731012369</c:v>
                </c:pt>
                <c:pt idx="280">
                  <c:v>91.49266903082176</c:v>
                </c:pt>
                <c:pt idx="281">
                  <c:v>93.36525949032867</c:v>
                </c:pt>
                <c:pt idx="282">
                  <c:v>91.51591486229094</c:v>
                </c:pt>
                <c:pt idx="283">
                  <c:v>90.12813591045153</c:v>
                </c:pt>
                <c:pt idx="284">
                  <c:v>89.71933977290601</c:v>
                </c:pt>
                <c:pt idx="285">
                  <c:v>90.02215788881382</c:v>
                </c:pt>
                <c:pt idx="286">
                  <c:v>90.89552116024952</c:v>
                </c:pt>
                <c:pt idx="287">
                  <c:v>90.5753817458071</c:v>
                </c:pt>
                <c:pt idx="288">
                  <c:v>90.75235357842308</c:v>
                </c:pt>
                <c:pt idx="289">
                  <c:v>90.05005631321644</c:v>
                </c:pt>
                <c:pt idx="290">
                  <c:v>89.62414979614437</c:v>
                </c:pt>
                <c:pt idx="291">
                  <c:v>88.8574491703665</c:v>
                </c:pt>
                <c:pt idx="292">
                  <c:v>89.76855646805885</c:v>
                </c:pt>
                <c:pt idx="293">
                  <c:v>88.53402912471624</c:v>
                </c:pt>
                <c:pt idx="294">
                  <c:v>87.24668177270445</c:v>
                </c:pt>
                <c:pt idx="295">
                  <c:v>88.74501238781679</c:v>
                </c:pt>
                <c:pt idx="296">
                  <c:v>90.63309809904621</c:v>
                </c:pt>
                <c:pt idx="297">
                  <c:v>90.978623733267</c:v>
                </c:pt>
                <c:pt idx="298">
                  <c:v>88.38635864472568</c:v>
                </c:pt>
                <c:pt idx="299">
                  <c:v>88.36358897211505</c:v>
                </c:pt>
                <c:pt idx="300">
                  <c:v>86.91113354635243</c:v>
                </c:pt>
                <c:pt idx="301">
                  <c:v>87.14951608784924</c:v>
                </c:pt>
                <c:pt idx="302">
                  <c:v>88.81600757646315</c:v>
                </c:pt>
                <c:pt idx="303">
                  <c:v>88.36100989131602</c:v>
                </c:pt>
                <c:pt idx="304">
                  <c:v>89.15691901338076</c:v>
                </c:pt>
                <c:pt idx="305">
                  <c:v>90.9051428923001</c:v>
                </c:pt>
                <c:pt idx="306">
                  <c:v>91.51405785949585</c:v>
                </c:pt>
                <c:pt idx="307">
                  <c:v>90.9287086602474</c:v>
                </c:pt>
                <c:pt idx="308">
                  <c:v>90.78836374121447</c:v>
                </c:pt>
                <c:pt idx="309">
                  <c:v>89.76053436420499</c:v>
                </c:pt>
                <c:pt idx="310">
                  <c:v>92.44800375788728</c:v>
                </c:pt>
                <c:pt idx="311">
                  <c:v>95.4669471783737</c:v>
                </c:pt>
                <c:pt idx="312">
                  <c:v>95.81013371863068</c:v>
                </c:pt>
                <c:pt idx="313">
                  <c:v>95.68726239122726</c:v>
                </c:pt>
                <c:pt idx="314">
                  <c:v>96.21693685189217</c:v>
                </c:pt>
                <c:pt idx="315">
                  <c:v>98.45050921597394</c:v>
                </c:pt>
                <c:pt idx="316">
                  <c:v>101.6232459912069</c:v>
                </c:pt>
                <c:pt idx="317">
                  <c:v>101.8713890353562</c:v>
                </c:pt>
                <c:pt idx="318">
                  <c:v>103.1003861376253</c:v>
                </c:pt>
                <c:pt idx="319">
                  <c:v>102.1308296335175</c:v>
                </c:pt>
                <c:pt idx="320">
                  <c:v>105.1357645082114</c:v>
                </c:pt>
                <c:pt idx="321">
                  <c:v>103.7009368758495</c:v>
                </c:pt>
                <c:pt idx="322">
                  <c:v>106.5652652705672</c:v>
                </c:pt>
                <c:pt idx="323">
                  <c:v>106.7316830092006</c:v>
                </c:pt>
                <c:pt idx="324">
                  <c:v>106.3927236249568</c:v>
                </c:pt>
                <c:pt idx="325">
                  <c:v>106.8792145600769</c:v>
                </c:pt>
                <c:pt idx="326">
                  <c:v>107.1519450623303</c:v>
                </c:pt>
                <c:pt idx="327">
                  <c:v>105.7000088095247</c:v>
                </c:pt>
                <c:pt idx="328">
                  <c:v>104.32150812</c:v>
                </c:pt>
                <c:pt idx="329">
                  <c:v>106.001724822967</c:v>
                </c:pt>
                <c:pt idx="330">
                  <c:v>107.0276900108117</c:v>
                </c:pt>
                <c:pt idx="331">
                  <c:v>107.940052970342</c:v>
                </c:pt>
                <c:pt idx="332">
                  <c:v>106.993016408859</c:v>
                </c:pt>
                <c:pt idx="333">
                  <c:v>108.3896139496774</c:v>
                </c:pt>
                <c:pt idx="334">
                  <c:v>106.7544658771826</c:v>
                </c:pt>
                <c:pt idx="335">
                  <c:v>106.5620198417831</c:v>
                </c:pt>
                <c:pt idx="336">
                  <c:v>108.4625862428168</c:v>
                </c:pt>
                <c:pt idx="337">
                  <c:v>108.8156061955485</c:v>
                </c:pt>
                <c:pt idx="338">
                  <c:v>110.7674799717206</c:v>
                </c:pt>
                <c:pt idx="339">
                  <c:v>109.7978988797179</c:v>
                </c:pt>
                <c:pt idx="340">
                  <c:v>109.8257275091193</c:v>
                </c:pt>
                <c:pt idx="341">
                  <c:v>111.1257703727248</c:v>
                </c:pt>
                <c:pt idx="342">
                  <c:v>111.0506537200012</c:v>
                </c:pt>
                <c:pt idx="343">
                  <c:v>109.3031721426597</c:v>
                </c:pt>
                <c:pt idx="344">
                  <c:v>111.0744358427154</c:v>
                </c:pt>
                <c:pt idx="345">
                  <c:v>110.4344594702043</c:v>
                </c:pt>
                <c:pt idx="346">
                  <c:v>110.348775329999</c:v>
                </c:pt>
                <c:pt idx="347">
                  <c:v>111.1156987583116</c:v>
                </c:pt>
                <c:pt idx="348">
                  <c:v>111.2411120560547</c:v>
                </c:pt>
                <c:pt idx="349">
                  <c:v>111.3938441353382</c:v>
                </c:pt>
                <c:pt idx="350">
                  <c:v>113.3713096740341</c:v>
                </c:pt>
                <c:pt idx="351">
                  <c:v>112.0567903086568</c:v>
                </c:pt>
                <c:pt idx="352">
                  <c:v>108.4922489778746</c:v>
                </c:pt>
                <c:pt idx="353">
                  <c:v>107.644443923603</c:v>
                </c:pt>
                <c:pt idx="354">
                  <c:v>108.0994144172691</c:v>
                </c:pt>
                <c:pt idx="355">
                  <c:v>106.1888652573885</c:v>
                </c:pt>
                <c:pt idx="356">
                  <c:v>107.5953536511382</c:v>
                </c:pt>
                <c:pt idx="357">
                  <c:v>110.8675391268951</c:v>
                </c:pt>
                <c:pt idx="358">
                  <c:v>111.40776421873571</c:v>
                </c:pt>
                <c:pt idx="359">
                  <c:v>111.9780294130185</c:v>
                </c:pt>
                <c:pt idx="360">
                  <c:v>112.745857890188</c:v>
                </c:pt>
                <c:pt idx="361">
                  <c:v>112.2819083908582</c:v>
                </c:pt>
                <c:pt idx="362">
                  <c:v>112.2159628935095</c:v>
                </c:pt>
                <c:pt idx="363">
                  <c:v>111.7188025794043</c:v>
                </c:pt>
                <c:pt idx="364">
                  <c:v>111.9817642721282</c:v>
                </c:pt>
                <c:pt idx="365">
                  <c:v>110.6152568479423</c:v>
                </c:pt>
                <c:pt idx="366">
                  <c:v>111.5609432284534</c:v>
                </c:pt>
                <c:pt idx="367">
                  <c:v>113.00392487445001</c:v>
                </c:pt>
                <c:pt idx="368">
                  <c:v>113.9543238418914</c:v>
                </c:pt>
                <c:pt idx="369">
                  <c:v>113.5691576073722</c:v>
                </c:pt>
                <c:pt idx="370">
                  <c:v>116.844433796858</c:v>
                </c:pt>
                <c:pt idx="371">
                  <c:v>115.920854265144</c:v>
                </c:pt>
                <c:pt idx="372">
                  <c:v>114.0216721275156</c:v>
                </c:pt>
                <c:pt idx="373">
                  <c:v>111.7090307154475</c:v>
                </c:pt>
                <c:pt idx="374">
                  <c:v>115.1985326284684</c:v>
                </c:pt>
                <c:pt idx="375">
                  <c:v>116.8048034836854</c:v>
                </c:pt>
                <c:pt idx="376">
                  <c:v>122.0268268604515</c:v>
                </c:pt>
                <c:pt idx="377">
                  <c:v>122.959532772194</c:v>
                </c:pt>
                <c:pt idx="378">
                  <c:v>124.6767783936972</c:v>
                </c:pt>
                <c:pt idx="379">
                  <c:v>125.6118207641592</c:v>
                </c:pt>
                <c:pt idx="380">
                  <c:v>120.1149968058216</c:v>
                </c:pt>
                <c:pt idx="381">
                  <c:v>119.7403201809476</c:v>
                </c:pt>
                <c:pt idx="382">
                  <c:v>118.7797255009077</c:v>
                </c:pt>
                <c:pt idx="383">
                  <c:v>109.2809221686509</c:v>
                </c:pt>
                <c:pt idx="384">
                  <c:v>109.3353077244105</c:v>
                </c:pt>
                <c:pt idx="385">
                  <c:v>110.5399540947004</c:v>
                </c:pt>
                <c:pt idx="386">
                  <c:v>106.6430168569394</c:v>
                </c:pt>
                <c:pt idx="387">
                  <c:v>104.7230784245396</c:v>
                </c:pt>
                <c:pt idx="388">
                  <c:v>103.9919122381937</c:v>
                </c:pt>
                <c:pt idx="389">
                  <c:v>105.6687505611152</c:v>
                </c:pt>
                <c:pt idx="390">
                  <c:v>103.4945862179049</c:v>
                </c:pt>
                <c:pt idx="391">
                  <c:v>102.5315821288442</c:v>
                </c:pt>
                <c:pt idx="392">
                  <c:v>106.3617384838047</c:v>
                </c:pt>
                <c:pt idx="393">
                  <c:v>102.7295829590287</c:v>
                </c:pt>
                <c:pt idx="394">
                  <c:v>102.2148066692841</c:v>
                </c:pt>
                <c:pt idx="395">
                  <c:v>104.4035190355938</c:v>
                </c:pt>
                <c:pt idx="396">
                  <c:v>104.579660880312</c:v>
                </c:pt>
                <c:pt idx="397">
                  <c:v>102.5723750681975</c:v>
                </c:pt>
                <c:pt idx="398">
                  <c:v>104.5856573078238</c:v>
                </c:pt>
                <c:pt idx="399">
                  <c:v>100.4739346953877</c:v>
                </c:pt>
                <c:pt idx="400">
                  <c:v>99.95101184684752</c:v>
                </c:pt>
                <c:pt idx="401">
                  <c:v>100.2741272899736</c:v>
                </c:pt>
                <c:pt idx="402">
                  <c:v>97.67191158331755</c:v>
                </c:pt>
                <c:pt idx="403">
                  <c:v>95.68750462994522</c:v>
                </c:pt>
                <c:pt idx="404">
                  <c:v>94.4084021038646</c:v>
                </c:pt>
                <c:pt idx="405">
                  <c:v>93.13406694650871</c:v>
                </c:pt>
                <c:pt idx="406">
                  <c:v>95.19894770990136</c:v>
                </c:pt>
                <c:pt idx="407">
                  <c:v>96.33451062933088</c:v>
                </c:pt>
                <c:pt idx="408">
                  <c:v>96.09066982444817</c:v>
                </c:pt>
                <c:pt idx="409">
                  <c:v>97.69716683278666</c:v>
                </c:pt>
                <c:pt idx="410">
                  <c:v>101.7725076026081</c:v>
                </c:pt>
                <c:pt idx="411">
                  <c:v>102.7804673011618</c:v>
                </c:pt>
                <c:pt idx="412">
                  <c:v>103.4825602928392</c:v>
                </c:pt>
                <c:pt idx="413">
                  <c:v>106.602471434137</c:v>
                </c:pt>
                <c:pt idx="414">
                  <c:v>105.2812894680014</c:v>
                </c:pt>
                <c:pt idx="415">
                  <c:v>104.723891902179</c:v>
                </c:pt>
                <c:pt idx="416">
                  <c:v>107.4357598130789</c:v>
                </c:pt>
                <c:pt idx="417">
                  <c:v>107.4164293162783</c:v>
                </c:pt>
                <c:pt idx="418">
                  <c:v>102.9923881354833</c:v>
                </c:pt>
                <c:pt idx="419">
                  <c:v>99.78627253646533</c:v>
                </c:pt>
                <c:pt idx="420">
                  <c:v>100.7765186319977</c:v>
                </c:pt>
                <c:pt idx="421">
                  <c:v>102.7818804919069</c:v>
                </c:pt>
                <c:pt idx="422">
                  <c:v>104.5402618914077</c:v>
                </c:pt>
                <c:pt idx="423">
                  <c:v>104.8412197586466</c:v>
                </c:pt>
                <c:pt idx="424">
                  <c:v>107.3010506205296</c:v>
                </c:pt>
                <c:pt idx="425">
                  <c:v>109.886183601452</c:v>
                </c:pt>
                <c:pt idx="426">
                  <c:v>110.4139027734444</c:v>
                </c:pt>
                <c:pt idx="427">
                  <c:v>110.3912162742019</c:v>
                </c:pt>
                <c:pt idx="428">
                  <c:v>110.0080856051927</c:v>
                </c:pt>
                <c:pt idx="429">
                  <c:v>111.1099771351625</c:v>
                </c:pt>
                <c:pt idx="430">
                  <c:v>113.8643496774879</c:v>
                </c:pt>
                <c:pt idx="431">
                  <c:v>113.507609088685</c:v>
                </c:pt>
                <c:pt idx="432">
                  <c:v>114.4836714905895</c:v>
                </c:pt>
                <c:pt idx="433">
                  <c:v>114.276256308603</c:v>
                </c:pt>
                <c:pt idx="434">
                  <c:v>115.6992238363765</c:v>
                </c:pt>
                <c:pt idx="435">
                  <c:v>117.4071046189817</c:v>
                </c:pt>
                <c:pt idx="436">
                  <c:v>117.5229620314614</c:v>
                </c:pt>
                <c:pt idx="437">
                  <c:v>115.6566435168823</c:v>
                </c:pt>
                <c:pt idx="438">
                  <c:v>114.7943012911642</c:v>
                </c:pt>
                <c:pt idx="439">
                  <c:v>116.2889103403758</c:v>
                </c:pt>
                <c:pt idx="440">
                  <c:v>116.3986757273316</c:v>
                </c:pt>
                <c:pt idx="441">
                  <c:v>115.825658155509</c:v>
                </c:pt>
                <c:pt idx="442">
                  <c:v>113.6943171393723</c:v>
                </c:pt>
                <c:pt idx="443">
                  <c:v>113.18055504017</c:v>
                </c:pt>
                <c:pt idx="444">
                  <c:v>112.2112213404987</c:v>
                </c:pt>
                <c:pt idx="445">
                  <c:v>112.8357045594081</c:v>
                </c:pt>
                <c:pt idx="446">
                  <c:v>109.9946372051848</c:v>
                </c:pt>
                <c:pt idx="447">
                  <c:v>111.9318907932761</c:v>
                </c:pt>
                <c:pt idx="448">
                  <c:v>111.4709343151322</c:v>
                </c:pt>
                <c:pt idx="449">
                  <c:v>110.1455208862409</c:v>
                </c:pt>
                <c:pt idx="450">
                  <c:v>112.2025062843703</c:v>
                </c:pt>
                <c:pt idx="451">
                  <c:v>111.7816581725796</c:v>
                </c:pt>
                <c:pt idx="452">
                  <c:v>112.4364397355562</c:v>
                </c:pt>
                <c:pt idx="453">
                  <c:v>111.4517286749973</c:v>
                </c:pt>
                <c:pt idx="454">
                  <c:v>110.8650702473394</c:v>
                </c:pt>
                <c:pt idx="455">
                  <c:v>110.5968210144394</c:v>
                </c:pt>
                <c:pt idx="456">
                  <c:v>110.154418277786</c:v>
                </c:pt>
                <c:pt idx="457">
                  <c:v>109.0712376819628</c:v>
                </c:pt>
                <c:pt idx="458">
                  <c:v>107.4560712169709</c:v>
                </c:pt>
                <c:pt idx="459">
                  <c:v>107.049092200524</c:v>
                </c:pt>
                <c:pt idx="460">
                  <c:v>106.8996345285436</c:v>
                </c:pt>
                <c:pt idx="461">
                  <c:v>107.6581943567449</c:v>
                </c:pt>
                <c:pt idx="462">
                  <c:v>107.0463134832468</c:v>
                </c:pt>
                <c:pt idx="463">
                  <c:v>109.7697046539238</c:v>
                </c:pt>
                <c:pt idx="464">
                  <c:v>111.1389456682829</c:v>
                </c:pt>
                <c:pt idx="465">
                  <c:v>110.6134703204467</c:v>
                </c:pt>
                <c:pt idx="466">
                  <c:v>109.9941617530475</c:v>
                </c:pt>
                <c:pt idx="467">
                  <c:v>108.7985703800429</c:v>
                </c:pt>
                <c:pt idx="468">
                  <c:v>107.2378241318705</c:v>
                </c:pt>
                <c:pt idx="469">
                  <c:v>107.2079937467782</c:v>
                </c:pt>
                <c:pt idx="470">
                  <c:v>105.8225976582318</c:v>
                </c:pt>
                <c:pt idx="471">
                  <c:v>103.4953504982742</c:v>
                </c:pt>
                <c:pt idx="472">
                  <c:v>101.774221575526</c:v>
                </c:pt>
                <c:pt idx="473">
                  <c:v>101.8977907637609</c:v>
                </c:pt>
                <c:pt idx="474">
                  <c:v>98.92984938342073</c:v>
                </c:pt>
                <c:pt idx="475">
                  <c:v>101.2290726322168</c:v>
                </c:pt>
                <c:pt idx="476">
                  <c:v>101.8782660786113</c:v>
                </c:pt>
                <c:pt idx="477">
                  <c:v>103.5501011059429</c:v>
                </c:pt>
                <c:pt idx="478">
                  <c:v>103.3706554841649</c:v>
                </c:pt>
                <c:pt idx="479">
                  <c:v>104.950482250828</c:v>
                </c:pt>
                <c:pt idx="480">
                  <c:v>102.7028369725849</c:v>
                </c:pt>
                <c:pt idx="481">
                  <c:v>102.26262731558</c:v>
                </c:pt>
                <c:pt idx="482">
                  <c:v>104.4297160543913</c:v>
                </c:pt>
                <c:pt idx="483">
                  <c:v>102.7076002939663</c:v>
                </c:pt>
                <c:pt idx="484">
                  <c:v>103.2301072816297</c:v>
                </c:pt>
                <c:pt idx="485">
                  <c:v>103.2088020127509</c:v>
                </c:pt>
                <c:pt idx="486">
                  <c:v>106.986513056123</c:v>
                </c:pt>
                <c:pt idx="487">
                  <c:v>108.116372679593</c:v>
                </c:pt>
                <c:pt idx="488">
                  <c:v>108.3930669550026</c:v>
                </c:pt>
                <c:pt idx="489">
                  <c:v>107.4806267744113</c:v>
                </c:pt>
                <c:pt idx="490">
                  <c:v>107.505341074261</c:v>
                </c:pt>
                <c:pt idx="491">
                  <c:v>104.7103264002492</c:v>
                </c:pt>
                <c:pt idx="492">
                  <c:v>100.902451683912</c:v>
                </c:pt>
                <c:pt idx="493">
                  <c:v>102.5293066114058</c:v>
                </c:pt>
                <c:pt idx="494">
                  <c:v>101.7682088462149</c:v>
                </c:pt>
                <c:pt idx="495">
                  <c:v>100.6538808940402</c:v>
                </c:pt>
                <c:pt idx="496">
                  <c:v>101.0485902375033</c:v>
                </c:pt>
                <c:pt idx="497">
                  <c:v>102.17262451768</c:v>
                </c:pt>
                <c:pt idx="498">
                  <c:v>104.5229072381477</c:v>
                </c:pt>
                <c:pt idx="499">
                  <c:v>102.8443498013659</c:v>
                </c:pt>
                <c:pt idx="500">
                  <c:v>103.886479977546</c:v>
                </c:pt>
                <c:pt idx="501">
                  <c:v>103.9817947874624</c:v>
                </c:pt>
                <c:pt idx="502">
                  <c:v>107.733110707617</c:v>
                </c:pt>
                <c:pt idx="503">
                  <c:v>108.1773355136494</c:v>
                </c:pt>
                <c:pt idx="504">
                  <c:v>109.753085229843</c:v>
                </c:pt>
                <c:pt idx="505">
                  <c:v>111.5088070648896</c:v>
                </c:pt>
                <c:pt idx="506">
                  <c:v>114.4783470934728</c:v>
                </c:pt>
                <c:pt idx="507">
                  <c:v>114.3108120480399</c:v>
                </c:pt>
                <c:pt idx="508">
                  <c:v>113.0531469051494</c:v>
                </c:pt>
                <c:pt idx="509">
                  <c:v>110.6851421286176</c:v>
                </c:pt>
                <c:pt idx="510">
                  <c:v>113.5547707649548</c:v>
                </c:pt>
                <c:pt idx="511">
                  <c:v>115.7267405538934</c:v>
                </c:pt>
                <c:pt idx="512">
                  <c:v>116.7256975069474</c:v>
                </c:pt>
                <c:pt idx="513">
                  <c:v>116.4449928137494</c:v>
                </c:pt>
                <c:pt idx="514">
                  <c:v>116.283968443614</c:v>
                </c:pt>
                <c:pt idx="515">
                  <c:v>115.8302394283127</c:v>
                </c:pt>
                <c:pt idx="516">
                  <c:v>118.1745299930814</c:v>
                </c:pt>
                <c:pt idx="517">
                  <c:v>119.4264831737563</c:v>
                </c:pt>
                <c:pt idx="518">
                  <c:v>118.7198730531335</c:v>
                </c:pt>
                <c:pt idx="519">
                  <c:v>117.8909397446831</c:v>
                </c:pt>
                <c:pt idx="520">
                  <c:v>119.475196125517</c:v>
                </c:pt>
                <c:pt idx="521">
                  <c:v>123.0990401748532</c:v>
                </c:pt>
                <c:pt idx="522">
                  <c:v>123.0192388345655</c:v>
                </c:pt>
                <c:pt idx="523">
                  <c:v>123.2469508417535</c:v>
                </c:pt>
                <c:pt idx="524">
                  <c:v>123.9641562192825</c:v>
                </c:pt>
                <c:pt idx="525">
                  <c:v>125.8708422744305</c:v>
                </c:pt>
                <c:pt idx="526">
                  <c:v>126.4342897901065</c:v>
                </c:pt>
                <c:pt idx="527">
                  <c:v>126.8499679138172</c:v>
                </c:pt>
                <c:pt idx="528">
                  <c:v>124.2400109625658</c:v>
                </c:pt>
                <c:pt idx="529">
                  <c:v>128.4317015105006</c:v>
                </c:pt>
                <c:pt idx="530">
                  <c:v>130.032642720027</c:v>
                </c:pt>
                <c:pt idx="531">
                  <c:v>130.0991498071241</c:v>
                </c:pt>
                <c:pt idx="532">
                  <c:v>130.1678187356902</c:v>
                </c:pt>
                <c:pt idx="533">
                  <c:v>130.1012608843972</c:v>
                </c:pt>
                <c:pt idx="534">
                  <c:v>130.6335645900098</c:v>
                </c:pt>
                <c:pt idx="535">
                  <c:v>129.1935625230807</c:v>
                </c:pt>
                <c:pt idx="536">
                  <c:v>129.4556336775543</c:v>
                </c:pt>
                <c:pt idx="537">
                  <c:v>127.0732183133056</c:v>
                </c:pt>
                <c:pt idx="538">
                  <c:v>125.3439679577064</c:v>
                </c:pt>
                <c:pt idx="539">
                  <c:v>125.6804352250135</c:v>
                </c:pt>
                <c:pt idx="540">
                  <c:v>128.9413979354804</c:v>
                </c:pt>
                <c:pt idx="541">
                  <c:v>131.5163668218767</c:v>
                </c:pt>
                <c:pt idx="542">
                  <c:v>133.326242988484</c:v>
                </c:pt>
                <c:pt idx="543">
                  <c:v>133.3709892968231</c:v>
                </c:pt>
                <c:pt idx="544">
                  <c:v>134.2767807849352</c:v>
                </c:pt>
                <c:pt idx="545">
                  <c:v>132.5710255755675</c:v>
                </c:pt>
                <c:pt idx="546">
                  <c:v>134.9472978573178</c:v>
                </c:pt>
                <c:pt idx="547">
                  <c:v>134.0014275512747</c:v>
                </c:pt>
                <c:pt idx="548">
                  <c:v>132.7509681782898</c:v>
                </c:pt>
                <c:pt idx="549">
                  <c:v>132.3396509739954</c:v>
                </c:pt>
                <c:pt idx="550">
                  <c:v>134.3801828425051</c:v>
                </c:pt>
                <c:pt idx="551">
                  <c:v>131.5107476264749</c:v>
                </c:pt>
                <c:pt idx="552">
                  <c:v>132.4289637244427</c:v>
                </c:pt>
                <c:pt idx="553">
                  <c:v>133.1027354443311</c:v>
                </c:pt>
                <c:pt idx="554">
                  <c:v>132.5028107502113</c:v>
                </c:pt>
                <c:pt idx="555">
                  <c:v>132.6299902322814</c:v>
                </c:pt>
                <c:pt idx="556">
                  <c:v>135.425163113809</c:v>
                </c:pt>
                <c:pt idx="557">
                  <c:v>136.9355493079841</c:v>
                </c:pt>
                <c:pt idx="558">
                  <c:v>137.9004532264845</c:v>
                </c:pt>
                <c:pt idx="559">
                  <c:v>137.4560849748461</c:v>
                </c:pt>
                <c:pt idx="560">
                  <c:v>137.1852864882376</c:v>
                </c:pt>
                <c:pt idx="561">
                  <c:v>139.8159906888438</c:v>
                </c:pt>
                <c:pt idx="562">
                  <c:v>141.4440311305577</c:v>
                </c:pt>
                <c:pt idx="563">
                  <c:v>141.1597711956734</c:v>
                </c:pt>
                <c:pt idx="564">
                  <c:v>141.5852886079204</c:v>
                </c:pt>
                <c:pt idx="565">
                  <c:v>141.4256061209175</c:v>
                </c:pt>
                <c:pt idx="566">
                  <c:v>142.5847166820684</c:v>
                </c:pt>
                <c:pt idx="567">
                  <c:v>143.0086972055352</c:v>
                </c:pt>
                <c:pt idx="568">
                  <c:v>143.7127597299648</c:v>
                </c:pt>
                <c:pt idx="569">
                  <c:v>144.5171127658538</c:v>
                </c:pt>
                <c:pt idx="570">
                  <c:v>144.3507035583688</c:v>
                </c:pt>
                <c:pt idx="571">
                  <c:v>143.5473793255259</c:v>
                </c:pt>
                <c:pt idx="572">
                  <c:v>139.2184286433771</c:v>
                </c:pt>
                <c:pt idx="573">
                  <c:v>139.4121360192805</c:v>
                </c:pt>
                <c:pt idx="574">
                  <c:v>138.7958956062683</c:v>
                </c:pt>
                <c:pt idx="575">
                  <c:v>136.342318634441</c:v>
                </c:pt>
                <c:pt idx="576">
                  <c:v>137.3369184424205</c:v>
                </c:pt>
                <c:pt idx="577">
                  <c:v>135.6251866757805</c:v>
                </c:pt>
                <c:pt idx="578">
                  <c:v>139.1372242477919</c:v>
                </c:pt>
                <c:pt idx="579">
                  <c:v>142.0559610744469</c:v>
                </c:pt>
                <c:pt idx="580">
                  <c:v>140.9293245127282</c:v>
                </c:pt>
                <c:pt idx="581">
                  <c:v>137.8401409419463</c:v>
                </c:pt>
                <c:pt idx="582">
                  <c:v>138.5167898794637</c:v>
                </c:pt>
                <c:pt idx="583">
                  <c:v>139.9929839427342</c:v>
                </c:pt>
                <c:pt idx="584">
                  <c:v>139.1503209401504</c:v>
                </c:pt>
                <c:pt idx="585">
                  <c:v>135.7221978952109</c:v>
                </c:pt>
                <c:pt idx="586">
                  <c:v>139.1763336385281</c:v>
                </c:pt>
                <c:pt idx="587">
                  <c:v>138.2662114598758</c:v>
                </c:pt>
                <c:pt idx="588">
                  <c:v>135.2800365158455</c:v>
                </c:pt>
                <c:pt idx="589">
                  <c:v>134.1949816555713</c:v>
                </c:pt>
                <c:pt idx="590">
                  <c:v>134.6796228566419</c:v>
                </c:pt>
                <c:pt idx="591">
                  <c:v>136.9524428085036</c:v>
                </c:pt>
                <c:pt idx="592">
                  <c:v>140.5934143395508</c:v>
                </c:pt>
                <c:pt idx="593">
                  <c:v>140.2812869302862</c:v>
                </c:pt>
                <c:pt idx="594">
                  <c:v>141.3388247708546</c:v>
                </c:pt>
                <c:pt idx="595">
                  <c:v>140.810793983957</c:v>
                </c:pt>
                <c:pt idx="596">
                  <c:v>139.8850830123029</c:v>
                </c:pt>
                <c:pt idx="597">
                  <c:v>139.8367236041212</c:v>
                </c:pt>
                <c:pt idx="598">
                  <c:v>140.3884458447076</c:v>
                </c:pt>
                <c:pt idx="599">
                  <c:v>135.7830139135182</c:v>
                </c:pt>
                <c:pt idx="600">
                  <c:v>132.8773500665561</c:v>
                </c:pt>
                <c:pt idx="601">
                  <c:v>131.4319660924338</c:v>
                </c:pt>
                <c:pt idx="602">
                  <c:v>128.4480375549429</c:v>
                </c:pt>
                <c:pt idx="603">
                  <c:v>128.7021779078058</c:v>
                </c:pt>
                <c:pt idx="604">
                  <c:v>132.3154620534795</c:v>
                </c:pt>
                <c:pt idx="605">
                  <c:v>134.5573544712887</c:v>
                </c:pt>
                <c:pt idx="606">
                  <c:v>132.8986102114786</c:v>
                </c:pt>
                <c:pt idx="607">
                  <c:v>128.8461624303914</c:v>
                </c:pt>
                <c:pt idx="608">
                  <c:v>129.1740674402549</c:v>
                </c:pt>
                <c:pt idx="609">
                  <c:v>128.1018685752666</c:v>
                </c:pt>
                <c:pt idx="610">
                  <c:v>126.815996770203</c:v>
                </c:pt>
                <c:pt idx="611">
                  <c:v>129.1498826257841</c:v>
                </c:pt>
                <c:pt idx="612">
                  <c:v>133.7232967673978</c:v>
                </c:pt>
                <c:pt idx="613">
                  <c:v>132.2299421080063</c:v>
                </c:pt>
                <c:pt idx="614">
                  <c:v>128.8430416779946</c:v>
                </c:pt>
                <c:pt idx="615">
                  <c:v>129.9631173320083</c:v>
                </c:pt>
                <c:pt idx="616">
                  <c:v>126.31759724054</c:v>
                </c:pt>
                <c:pt idx="617">
                  <c:v>122.8799616696599</c:v>
                </c:pt>
                <c:pt idx="618">
                  <c:v>122.2907660612894</c:v>
                </c:pt>
                <c:pt idx="619">
                  <c:v>122.1837179468991</c:v>
                </c:pt>
                <c:pt idx="620">
                  <c:v>124.6771791308227</c:v>
                </c:pt>
                <c:pt idx="621">
                  <c:v>126.3171491880038</c:v>
                </c:pt>
                <c:pt idx="622">
                  <c:v>123.7158630934952</c:v>
                </c:pt>
                <c:pt idx="623">
                  <c:v>126.5867372779769</c:v>
                </c:pt>
                <c:pt idx="624">
                  <c:v>122.6105218322064</c:v>
                </c:pt>
                <c:pt idx="625">
                  <c:v>119.7452340794201</c:v>
                </c:pt>
                <c:pt idx="626">
                  <c:v>121.8258340345838</c:v>
                </c:pt>
                <c:pt idx="627">
                  <c:v>122.2836537846972</c:v>
                </c:pt>
                <c:pt idx="628">
                  <c:v>128.9915566797445</c:v>
                </c:pt>
                <c:pt idx="629">
                  <c:v>126.3099408744989</c:v>
                </c:pt>
                <c:pt idx="630">
                  <c:v>129.1937405535194</c:v>
                </c:pt>
                <c:pt idx="631">
                  <c:v>129.5336246325801</c:v>
                </c:pt>
                <c:pt idx="632">
                  <c:v>129.0458992626578</c:v>
                </c:pt>
                <c:pt idx="633">
                  <c:v>132.3394372386929</c:v>
                </c:pt>
                <c:pt idx="634">
                  <c:v>132.0739093035849</c:v>
                </c:pt>
                <c:pt idx="635">
                  <c:v>135.8722358174187</c:v>
                </c:pt>
                <c:pt idx="636">
                  <c:v>136.2970770729744</c:v>
                </c:pt>
                <c:pt idx="637">
                  <c:v>135.2879484633663</c:v>
                </c:pt>
                <c:pt idx="638">
                  <c:v>136.7877499090413</c:v>
                </c:pt>
                <c:pt idx="639">
                  <c:v>134.0301083604446</c:v>
                </c:pt>
                <c:pt idx="640">
                  <c:v>134.4517629863624</c:v>
                </c:pt>
                <c:pt idx="641">
                  <c:v>135.7887733944201</c:v>
                </c:pt>
                <c:pt idx="642">
                  <c:v>132.8708371026705</c:v>
                </c:pt>
                <c:pt idx="643">
                  <c:v>133.8692297409426</c:v>
                </c:pt>
                <c:pt idx="644">
                  <c:v>135.566130664949</c:v>
                </c:pt>
                <c:pt idx="645">
                  <c:v>135.5806683145334</c:v>
                </c:pt>
                <c:pt idx="646">
                  <c:v>138.2382406579991</c:v>
                </c:pt>
                <c:pt idx="647">
                  <c:v>140.0309755306756</c:v>
                </c:pt>
                <c:pt idx="648">
                  <c:v>137.4811758300027</c:v>
                </c:pt>
                <c:pt idx="649">
                  <c:v>138.681679463362</c:v>
                </c:pt>
                <c:pt idx="650">
                  <c:v>138.4811768061025</c:v>
                </c:pt>
                <c:pt idx="651">
                  <c:v>141.1963194843997</c:v>
                </c:pt>
                <c:pt idx="652">
                  <c:v>141.7158813017182</c:v>
                </c:pt>
                <c:pt idx="653">
                  <c:v>141.2172312628839</c:v>
                </c:pt>
                <c:pt idx="654">
                  <c:v>141.0790276872575</c:v>
                </c:pt>
                <c:pt idx="655">
                  <c:v>146.0205484481111</c:v>
                </c:pt>
                <c:pt idx="656">
                  <c:v>148.4060202086813</c:v>
                </c:pt>
                <c:pt idx="657">
                  <c:v>146.2556900795431</c:v>
                </c:pt>
                <c:pt idx="658">
                  <c:v>147.4131940765824</c:v>
                </c:pt>
                <c:pt idx="659">
                  <c:v>148.4219312980223</c:v>
                </c:pt>
                <c:pt idx="660">
                  <c:v>148.3092434492539</c:v>
                </c:pt>
                <c:pt idx="661">
                  <c:v>149.8404318460437</c:v>
                </c:pt>
                <c:pt idx="662">
                  <c:v>150.8108051807792</c:v>
                </c:pt>
                <c:pt idx="663">
                  <c:v>150.0091061489539</c:v>
                </c:pt>
                <c:pt idx="664">
                  <c:v>151.0090295844034</c:v>
                </c:pt>
                <c:pt idx="665">
                  <c:v>150.9226385827406</c:v>
                </c:pt>
                <c:pt idx="666">
                  <c:v>147.8735346582102</c:v>
                </c:pt>
                <c:pt idx="667">
                  <c:v>147.7434701273751</c:v>
                </c:pt>
                <c:pt idx="668">
                  <c:v>145.5249866401279</c:v>
                </c:pt>
                <c:pt idx="669">
                  <c:v>147.7197696279727</c:v>
                </c:pt>
                <c:pt idx="670">
                  <c:v>152.6481734104217</c:v>
                </c:pt>
                <c:pt idx="671">
                  <c:v>153.3761308827039</c:v>
                </c:pt>
                <c:pt idx="672">
                  <c:v>153.4830655603546</c:v>
                </c:pt>
                <c:pt idx="673">
                  <c:v>152.7085138693719</c:v>
                </c:pt>
                <c:pt idx="674">
                  <c:v>153.8875646951153</c:v>
                </c:pt>
                <c:pt idx="675">
                  <c:v>154.5707676056476</c:v>
                </c:pt>
                <c:pt idx="676">
                  <c:v>152.6199376898961</c:v>
                </c:pt>
                <c:pt idx="677">
                  <c:v>151.4828858892231</c:v>
                </c:pt>
                <c:pt idx="678">
                  <c:v>151.0246040097342</c:v>
                </c:pt>
                <c:pt idx="679">
                  <c:v>152.2011019283585</c:v>
                </c:pt>
                <c:pt idx="680">
                  <c:v>150.4055331833067</c:v>
                </c:pt>
                <c:pt idx="681">
                  <c:v>153.2159949405083</c:v>
                </c:pt>
                <c:pt idx="682">
                  <c:v>152.9894021101647</c:v>
                </c:pt>
                <c:pt idx="683">
                  <c:v>152.7002480102595</c:v>
                </c:pt>
                <c:pt idx="684">
                  <c:v>151.1036426686485</c:v>
                </c:pt>
                <c:pt idx="685">
                  <c:v>148.9388551910614</c:v>
                </c:pt>
                <c:pt idx="686">
                  <c:v>148.231762789062</c:v>
                </c:pt>
                <c:pt idx="687">
                  <c:v>149.9643343675926</c:v>
                </c:pt>
                <c:pt idx="688">
                  <c:v>150.4943024099292</c:v>
                </c:pt>
                <c:pt idx="689">
                  <c:v>147.9830348508796</c:v>
                </c:pt>
                <c:pt idx="690">
                  <c:v>147.2411614406459</c:v>
                </c:pt>
                <c:pt idx="691">
                  <c:v>147.9209416695311</c:v>
                </c:pt>
                <c:pt idx="692">
                  <c:v>149.8711131879965</c:v>
                </c:pt>
                <c:pt idx="693">
                  <c:v>146.6842236598681</c:v>
                </c:pt>
                <c:pt idx="694">
                  <c:v>146.0180916035316</c:v>
                </c:pt>
                <c:pt idx="695">
                  <c:v>144.2027372487362</c:v>
                </c:pt>
                <c:pt idx="696">
                  <c:v>145.604397334404</c:v>
                </c:pt>
                <c:pt idx="697">
                  <c:v>146.8380983453117</c:v>
                </c:pt>
                <c:pt idx="698">
                  <c:v>146.9431670146994</c:v>
                </c:pt>
                <c:pt idx="699">
                  <c:v>148.3591419404561</c:v>
                </c:pt>
                <c:pt idx="700">
                  <c:v>147.727091985353</c:v>
                </c:pt>
                <c:pt idx="701">
                  <c:v>149.4786618279803</c:v>
                </c:pt>
                <c:pt idx="702">
                  <c:v>147.3749456960269</c:v>
                </c:pt>
                <c:pt idx="703">
                  <c:v>148.2754032595906</c:v>
                </c:pt>
                <c:pt idx="704">
                  <c:v>150.2664546702733</c:v>
                </c:pt>
                <c:pt idx="705">
                  <c:v>149.631019770171</c:v>
                </c:pt>
                <c:pt idx="706">
                  <c:v>149.9071569152861</c:v>
                </c:pt>
                <c:pt idx="707">
                  <c:v>151.2196566405628</c:v>
                </c:pt>
                <c:pt idx="708">
                  <c:v>149.0594141577847</c:v>
                </c:pt>
                <c:pt idx="709">
                  <c:v>150.8961926900716</c:v>
                </c:pt>
                <c:pt idx="710">
                  <c:v>150.5224876402079</c:v>
                </c:pt>
                <c:pt idx="711">
                  <c:v>151.8406754189205</c:v>
                </c:pt>
                <c:pt idx="712">
                  <c:v>151.3216976231597</c:v>
                </c:pt>
                <c:pt idx="713">
                  <c:v>151.6336155988745</c:v>
                </c:pt>
                <c:pt idx="714">
                  <c:v>153.055046737108</c:v>
                </c:pt>
                <c:pt idx="715">
                  <c:v>154.7958454874472</c:v>
                </c:pt>
                <c:pt idx="716">
                  <c:v>153.7480801385329</c:v>
                </c:pt>
                <c:pt idx="717">
                  <c:v>153.1450184054307</c:v>
                </c:pt>
                <c:pt idx="718">
                  <c:v>150.6172613161108</c:v>
                </c:pt>
                <c:pt idx="719">
                  <c:v>151.3815414764493</c:v>
                </c:pt>
                <c:pt idx="720">
                  <c:v>154.1587091073559</c:v>
                </c:pt>
                <c:pt idx="721">
                  <c:v>153.4605599021917</c:v>
                </c:pt>
                <c:pt idx="722">
                  <c:v>152.4841267342455</c:v>
                </c:pt>
                <c:pt idx="723">
                  <c:v>152.6459719067999</c:v>
                </c:pt>
                <c:pt idx="724">
                  <c:v>152.3126254377393</c:v>
                </c:pt>
                <c:pt idx="725">
                  <c:v>154.7348059725696</c:v>
                </c:pt>
                <c:pt idx="726">
                  <c:v>155.647872308356</c:v>
                </c:pt>
                <c:pt idx="727">
                  <c:v>154.5220170407993</c:v>
                </c:pt>
                <c:pt idx="728">
                  <c:v>154.0562910419534</c:v>
                </c:pt>
                <c:pt idx="729">
                  <c:v>153.9134412170504</c:v>
                </c:pt>
                <c:pt idx="730">
                  <c:v>154.2645892067016</c:v>
                </c:pt>
                <c:pt idx="731">
                  <c:v>153.907687788565</c:v>
                </c:pt>
                <c:pt idx="732">
                  <c:v>156.6406525766237</c:v>
                </c:pt>
                <c:pt idx="733">
                  <c:v>158.8507619409544</c:v>
                </c:pt>
                <c:pt idx="734">
                  <c:v>155.7414951036843</c:v>
                </c:pt>
                <c:pt idx="735">
                  <c:v>155.0374103191355</c:v>
                </c:pt>
                <c:pt idx="736">
                  <c:v>149.6510246887283</c:v>
                </c:pt>
                <c:pt idx="737">
                  <c:v>144.3151825960611</c:v>
                </c:pt>
                <c:pt idx="738">
                  <c:v>142.8073277800668</c:v>
                </c:pt>
                <c:pt idx="739">
                  <c:v>142.1909867573877</c:v>
                </c:pt>
                <c:pt idx="740">
                  <c:v>139.7366914667622</c:v>
                </c:pt>
                <c:pt idx="741">
                  <c:v>141.1518100251976</c:v>
                </c:pt>
                <c:pt idx="742">
                  <c:v>140.7869408148341</c:v>
                </c:pt>
                <c:pt idx="743">
                  <c:v>141.0313755742694</c:v>
                </c:pt>
                <c:pt idx="744">
                  <c:v>140.5209413915079</c:v>
                </c:pt>
                <c:pt idx="745">
                  <c:v>139.1032231813987</c:v>
                </c:pt>
                <c:pt idx="746">
                  <c:v>144.3145894918826</c:v>
                </c:pt>
                <c:pt idx="747">
                  <c:v>144.1096161512757</c:v>
                </c:pt>
                <c:pt idx="748">
                  <c:v>138.5375670080289</c:v>
                </c:pt>
                <c:pt idx="749">
                  <c:v>141.1281684907076</c:v>
                </c:pt>
                <c:pt idx="750">
                  <c:v>146.0300397923855</c:v>
                </c:pt>
                <c:pt idx="751">
                  <c:v>144.6191582556814</c:v>
                </c:pt>
                <c:pt idx="752">
                  <c:v>146.7094763040567</c:v>
                </c:pt>
                <c:pt idx="753">
                  <c:v>146.730083655163</c:v>
                </c:pt>
                <c:pt idx="754">
                  <c:v>142.6876474567859</c:v>
                </c:pt>
                <c:pt idx="755">
                  <c:v>140.4932504903801</c:v>
                </c:pt>
                <c:pt idx="756">
                  <c:v>140.5554249276393</c:v>
                </c:pt>
                <c:pt idx="757">
                  <c:v>141.7284092477365</c:v>
                </c:pt>
                <c:pt idx="758">
                  <c:v>143.5497142611076</c:v>
                </c:pt>
                <c:pt idx="759">
                  <c:v>143.8718039690576</c:v>
                </c:pt>
                <c:pt idx="760">
                  <c:v>143.5672069446647</c:v>
                </c:pt>
                <c:pt idx="761">
                  <c:v>144.0987858929016</c:v>
                </c:pt>
                <c:pt idx="762">
                  <c:v>143.3979771807888</c:v>
                </c:pt>
                <c:pt idx="763">
                  <c:v>140.1877545189332</c:v>
                </c:pt>
                <c:pt idx="764">
                  <c:v>140.1737809187275</c:v>
                </c:pt>
                <c:pt idx="765">
                  <c:v>139.3659947941671</c:v>
                </c:pt>
                <c:pt idx="766">
                  <c:v>140.0213776478043</c:v>
                </c:pt>
                <c:pt idx="767">
                  <c:v>138.5733941614624</c:v>
                </c:pt>
                <c:pt idx="768">
                  <c:v>137.7593451066933</c:v>
                </c:pt>
                <c:pt idx="769">
                  <c:v>136.0410595253039</c:v>
                </c:pt>
                <c:pt idx="770">
                  <c:v>136.1787485464604</c:v>
                </c:pt>
                <c:pt idx="771">
                  <c:v>133.7989828228862</c:v>
                </c:pt>
                <c:pt idx="772">
                  <c:v>132.7577576753691</c:v>
                </c:pt>
                <c:pt idx="773">
                  <c:v>134.5661850914419</c:v>
                </c:pt>
                <c:pt idx="774">
                  <c:v>132.5134727434147</c:v>
                </c:pt>
                <c:pt idx="775">
                  <c:v>130.8353222951373</c:v>
                </c:pt>
                <c:pt idx="776">
                  <c:v>131.5425602779422</c:v>
                </c:pt>
                <c:pt idx="777">
                  <c:v>129.3028304855894</c:v>
                </c:pt>
                <c:pt idx="778">
                  <c:v>127.6055065411804</c:v>
                </c:pt>
                <c:pt idx="779">
                  <c:v>128.5563117382664</c:v>
                </c:pt>
                <c:pt idx="780">
                  <c:v>126.2750050344312</c:v>
                </c:pt>
                <c:pt idx="781">
                  <c:v>126.8995822343782</c:v>
                </c:pt>
                <c:pt idx="782">
                  <c:v>127.9905751722094</c:v>
                </c:pt>
                <c:pt idx="783">
                  <c:v>129.6274873748967</c:v>
                </c:pt>
                <c:pt idx="784">
                  <c:v>131.1011040920129</c:v>
                </c:pt>
                <c:pt idx="785">
                  <c:v>135.5108821112607</c:v>
                </c:pt>
                <c:pt idx="786">
                  <c:v>134.7600970464683</c:v>
                </c:pt>
                <c:pt idx="787">
                  <c:v>134.8015996075287</c:v>
                </c:pt>
                <c:pt idx="788">
                  <c:v>138.5227288016146</c:v>
                </c:pt>
                <c:pt idx="789">
                  <c:v>136.7010340014151</c:v>
                </c:pt>
                <c:pt idx="790">
                  <c:v>136.434983351029</c:v>
                </c:pt>
                <c:pt idx="791">
                  <c:v>136.227634843826</c:v>
                </c:pt>
                <c:pt idx="792">
                  <c:v>140.4325352767393</c:v>
                </c:pt>
                <c:pt idx="793">
                  <c:v>144.4952562633689</c:v>
                </c:pt>
                <c:pt idx="794">
                  <c:v>144.6849299064154</c:v>
                </c:pt>
                <c:pt idx="795">
                  <c:v>144.3727503207689</c:v>
                </c:pt>
                <c:pt idx="796">
                  <c:v>145.7192040308426</c:v>
                </c:pt>
                <c:pt idx="797">
                  <c:v>145.9641841229449</c:v>
                </c:pt>
                <c:pt idx="798">
                  <c:v>147.4034715668287</c:v>
                </c:pt>
                <c:pt idx="799">
                  <c:v>146.9863250938393</c:v>
                </c:pt>
                <c:pt idx="800">
                  <c:v>147.4740367729192</c:v>
                </c:pt>
                <c:pt idx="801">
                  <c:v>147.7492794745201</c:v>
                </c:pt>
                <c:pt idx="802">
                  <c:v>148.1643266203202</c:v>
                </c:pt>
                <c:pt idx="803">
                  <c:v>144.439045134823</c:v>
                </c:pt>
                <c:pt idx="804">
                  <c:v>144.4486510663862</c:v>
                </c:pt>
                <c:pt idx="805">
                  <c:v>146.2900895035963</c:v>
                </c:pt>
                <c:pt idx="806">
                  <c:v>144.5118504477032</c:v>
                </c:pt>
                <c:pt idx="807">
                  <c:v>142.7510312614819</c:v>
                </c:pt>
                <c:pt idx="808">
                  <c:v>141.9197073247853</c:v>
                </c:pt>
                <c:pt idx="809">
                  <c:v>143.314609263655</c:v>
                </c:pt>
                <c:pt idx="810">
                  <c:v>141.8042778059816</c:v>
                </c:pt>
                <c:pt idx="811">
                  <c:v>141.3175543148497</c:v>
                </c:pt>
                <c:pt idx="812">
                  <c:v>142.6612605087412</c:v>
                </c:pt>
                <c:pt idx="813">
                  <c:v>141.1336013678003</c:v>
                </c:pt>
                <c:pt idx="814">
                  <c:v>143.4271197599108</c:v>
                </c:pt>
                <c:pt idx="815">
                  <c:v>141.4902575451642</c:v>
                </c:pt>
                <c:pt idx="816">
                  <c:v>143.6044450458487</c:v>
                </c:pt>
                <c:pt idx="817">
                  <c:v>146.3946907855209</c:v>
                </c:pt>
                <c:pt idx="818">
                  <c:v>147.7775370370315</c:v>
                </c:pt>
                <c:pt idx="819">
                  <c:v>150.632246871968</c:v>
                </c:pt>
                <c:pt idx="820">
                  <c:v>151.9939697261646</c:v>
                </c:pt>
                <c:pt idx="821">
                  <c:v>151.6285565588461</c:v>
                </c:pt>
                <c:pt idx="822">
                  <c:v>151.9337302055253</c:v>
                </c:pt>
                <c:pt idx="823">
                  <c:v>152.9506949324565</c:v>
                </c:pt>
                <c:pt idx="824">
                  <c:v>151.244315400664</c:v>
                </c:pt>
                <c:pt idx="825">
                  <c:v>152.8141965277642</c:v>
                </c:pt>
                <c:pt idx="826">
                  <c:v>154.5257332016583</c:v>
                </c:pt>
                <c:pt idx="827">
                  <c:v>152.8019695897766</c:v>
                </c:pt>
                <c:pt idx="828">
                  <c:v>148.566600010319</c:v>
                </c:pt>
                <c:pt idx="829">
                  <c:v>153.1683484770602</c:v>
                </c:pt>
                <c:pt idx="830">
                  <c:v>153.1335972264856</c:v>
                </c:pt>
                <c:pt idx="831">
                  <c:v>153.0539931081011</c:v>
                </c:pt>
                <c:pt idx="832">
                  <c:v>153.3259442622493</c:v>
                </c:pt>
                <c:pt idx="833">
                  <c:v>150.8873107116803</c:v>
                </c:pt>
                <c:pt idx="834">
                  <c:v>152.1604547388838</c:v>
                </c:pt>
                <c:pt idx="835">
                  <c:v>152.3361871394218</c:v>
                </c:pt>
                <c:pt idx="836">
                  <c:v>152.0357657711222</c:v>
                </c:pt>
                <c:pt idx="837">
                  <c:v>154.8259782594031</c:v>
                </c:pt>
                <c:pt idx="838">
                  <c:v>154.7204056195695</c:v>
                </c:pt>
                <c:pt idx="839">
                  <c:v>152.0416457009703</c:v>
                </c:pt>
                <c:pt idx="840">
                  <c:v>150.789838234846</c:v>
                </c:pt>
                <c:pt idx="841">
                  <c:v>151.2005493507437</c:v>
                </c:pt>
                <c:pt idx="842">
                  <c:v>152.2571839812242</c:v>
                </c:pt>
                <c:pt idx="843">
                  <c:v>150.2658810531973</c:v>
                </c:pt>
                <c:pt idx="844">
                  <c:v>154.1460102252517</c:v>
                </c:pt>
                <c:pt idx="845">
                  <c:v>153.3489950725647</c:v>
                </c:pt>
                <c:pt idx="846">
                  <c:v>153.5064678911475</c:v>
                </c:pt>
                <c:pt idx="847">
                  <c:v>152.5772626470168</c:v>
                </c:pt>
                <c:pt idx="848">
                  <c:v>148.9839521425206</c:v>
                </c:pt>
                <c:pt idx="849">
                  <c:v>144.9086745840544</c:v>
                </c:pt>
                <c:pt idx="850">
                  <c:v>144.4792097139439</c:v>
                </c:pt>
                <c:pt idx="851">
                  <c:v>144.2171069522706</c:v>
                </c:pt>
                <c:pt idx="852">
                  <c:v>141.5381895086727</c:v>
                </c:pt>
                <c:pt idx="853">
                  <c:v>140.6117783156968</c:v>
                </c:pt>
                <c:pt idx="854">
                  <c:v>141.3320237973259</c:v>
                </c:pt>
                <c:pt idx="855">
                  <c:v>139.9340949666994</c:v>
                </c:pt>
                <c:pt idx="856">
                  <c:v>139.8317551510989</c:v>
                </c:pt>
                <c:pt idx="857">
                  <c:v>140.6982033775888</c:v>
                </c:pt>
                <c:pt idx="858">
                  <c:v>138.6563562136287</c:v>
                </c:pt>
                <c:pt idx="859">
                  <c:v>138.533531524384</c:v>
                </c:pt>
                <c:pt idx="860">
                  <c:v>138.3624536419025</c:v>
                </c:pt>
                <c:pt idx="861">
                  <c:v>139.2080835984974</c:v>
                </c:pt>
                <c:pt idx="862">
                  <c:v>136.6189916099731</c:v>
                </c:pt>
                <c:pt idx="863">
                  <c:v>137.2825981639716</c:v>
                </c:pt>
                <c:pt idx="864">
                  <c:v>137.2788608791505</c:v>
                </c:pt>
                <c:pt idx="865">
                  <c:v>139.1457452908194</c:v>
                </c:pt>
                <c:pt idx="866">
                  <c:v>139.9665977359143</c:v>
                </c:pt>
                <c:pt idx="867">
                  <c:v>142.3910788088881</c:v>
                </c:pt>
                <c:pt idx="868">
                  <c:v>140.7818370904058</c:v>
                </c:pt>
                <c:pt idx="869">
                  <c:v>140.2754603480994</c:v>
                </c:pt>
                <c:pt idx="870">
                  <c:v>140.7495486386558</c:v>
                </c:pt>
                <c:pt idx="871">
                  <c:v>141.3380475057625</c:v>
                </c:pt>
                <c:pt idx="872">
                  <c:v>140.3202431263892</c:v>
                </c:pt>
                <c:pt idx="873">
                  <c:v>141.7244328651411</c:v>
                </c:pt>
                <c:pt idx="874">
                  <c:v>141.2942159358976</c:v>
                </c:pt>
                <c:pt idx="875">
                  <c:v>142.7912257791724</c:v>
                </c:pt>
                <c:pt idx="876">
                  <c:v>142.0561917122589</c:v>
                </c:pt>
                <c:pt idx="877">
                  <c:v>142.7744675677229</c:v>
                </c:pt>
                <c:pt idx="878">
                  <c:v>141.6757667824185</c:v>
                </c:pt>
                <c:pt idx="879">
                  <c:v>138.646412172319</c:v>
                </c:pt>
                <c:pt idx="880">
                  <c:v>143.6337092436956</c:v>
                </c:pt>
                <c:pt idx="881">
                  <c:v>143.0517793474262</c:v>
                </c:pt>
                <c:pt idx="882">
                  <c:v>143.6272951140351</c:v>
                </c:pt>
                <c:pt idx="883">
                  <c:v>140.3306591638794</c:v>
                </c:pt>
                <c:pt idx="884">
                  <c:v>139.2455013884386</c:v>
                </c:pt>
                <c:pt idx="885">
                  <c:v>141.7610554430012</c:v>
                </c:pt>
                <c:pt idx="886">
                  <c:v>142.4285539221014</c:v>
                </c:pt>
                <c:pt idx="887">
                  <c:v>141.2682657693221</c:v>
                </c:pt>
                <c:pt idx="888">
                  <c:v>141.1286461091881</c:v>
                </c:pt>
                <c:pt idx="889">
                  <c:v>141.689614708326</c:v>
                </c:pt>
                <c:pt idx="890">
                  <c:v>142.6053496037713</c:v>
                </c:pt>
                <c:pt idx="891">
                  <c:v>140.36804494342</c:v>
                </c:pt>
                <c:pt idx="892">
                  <c:v>143.0529892264929</c:v>
                </c:pt>
                <c:pt idx="893">
                  <c:v>144.2680707695675</c:v>
                </c:pt>
                <c:pt idx="894">
                  <c:v>147.2311818370848</c:v>
                </c:pt>
                <c:pt idx="895">
                  <c:v>142.5006750614027</c:v>
                </c:pt>
                <c:pt idx="896">
                  <c:v>135.013017975432</c:v>
                </c:pt>
                <c:pt idx="897">
                  <c:v>136.0553668622993</c:v>
                </c:pt>
                <c:pt idx="898">
                  <c:v>134.4952535148263</c:v>
                </c:pt>
                <c:pt idx="899">
                  <c:v>135.1347681514684</c:v>
                </c:pt>
                <c:pt idx="900">
                  <c:v>136.0787257485134</c:v>
                </c:pt>
                <c:pt idx="901">
                  <c:v>136.816763643828</c:v>
                </c:pt>
                <c:pt idx="902">
                  <c:v>133.3438755085466</c:v>
                </c:pt>
                <c:pt idx="903">
                  <c:v>132.8101191610441</c:v>
                </c:pt>
                <c:pt idx="904">
                  <c:v>134.6518923423204</c:v>
                </c:pt>
                <c:pt idx="905">
                  <c:v>136.3996284116955</c:v>
                </c:pt>
                <c:pt idx="906">
                  <c:v>129.6239440692827</c:v>
                </c:pt>
                <c:pt idx="907">
                  <c:v>128.9318789480001</c:v>
                </c:pt>
                <c:pt idx="908">
                  <c:v>126.4036421200867</c:v>
                </c:pt>
                <c:pt idx="909">
                  <c:v>126.0904230213108</c:v>
                </c:pt>
                <c:pt idx="910">
                  <c:v>119.3944825254216</c:v>
                </c:pt>
                <c:pt idx="911">
                  <c:v>121.6929162363337</c:v>
                </c:pt>
                <c:pt idx="912">
                  <c:v>123.0660410515268</c:v>
                </c:pt>
                <c:pt idx="913">
                  <c:v>118.8648216368466</c:v>
                </c:pt>
                <c:pt idx="914">
                  <c:v>117.1622194357928</c:v>
                </c:pt>
                <c:pt idx="915">
                  <c:v>116.624236481517</c:v>
                </c:pt>
                <c:pt idx="916">
                  <c:v>115.9702379819031</c:v>
                </c:pt>
                <c:pt idx="917">
                  <c:v>116.0649578664436</c:v>
                </c:pt>
                <c:pt idx="918">
                  <c:v>114.6761233285399</c:v>
                </c:pt>
                <c:pt idx="919">
                  <c:v>116.7242200361426</c:v>
                </c:pt>
                <c:pt idx="920">
                  <c:v>118.2248656808433</c:v>
                </c:pt>
                <c:pt idx="921">
                  <c:v>117.4293003707763</c:v>
                </c:pt>
                <c:pt idx="922">
                  <c:v>117.7546847741414</c:v>
                </c:pt>
                <c:pt idx="923">
                  <c:v>116.5292484691289</c:v>
                </c:pt>
                <c:pt idx="924">
                  <c:v>116.6949823036357</c:v>
                </c:pt>
                <c:pt idx="925">
                  <c:v>117.6881595578428</c:v>
                </c:pt>
                <c:pt idx="926">
                  <c:v>124.230002960749</c:v>
                </c:pt>
                <c:pt idx="927">
                  <c:v>121.9527855030864</c:v>
                </c:pt>
                <c:pt idx="928">
                  <c:v>122.626883866564</c:v>
                </c:pt>
                <c:pt idx="929">
                  <c:v>124.5238503684129</c:v>
                </c:pt>
                <c:pt idx="930">
                  <c:v>125.0654457724204</c:v>
                </c:pt>
                <c:pt idx="931">
                  <c:v>126.242907386673</c:v>
                </c:pt>
                <c:pt idx="932">
                  <c:v>125.154465231333</c:v>
                </c:pt>
                <c:pt idx="933">
                  <c:v>126.5001538279488</c:v>
                </c:pt>
                <c:pt idx="934">
                  <c:v>129.2041726978697</c:v>
                </c:pt>
                <c:pt idx="935">
                  <c:v>127.9570632901335</c:v>
                </c:pt>
                <c:pt idx="936">
                  <c:v>127.9855468331958</c:v>
                </c:pt>
                <c:pt idx="937">
                  <c:v>132.9547755636564</c:v>
                </c:pt>
                <c:pt idx="938">
                  <c:v>132.6985406186282</c:v>
                </c:pt>
                <c:pt idx="939">
                  <c:v>132.184179060852</c:v>
                </c:pt>
                <c:pt idx="940">
                  <c:v>131.880126458782</c:v>
                </c:pt>
                <c:pt idx="941">
                  <c:v>130.3341432579452</c:v>
                </c:pt>
                <c:pt idx="942">
                  <c:v>133.5610212706936</c:v>
                </c:pt>
                <c:pt idx="943">
                  <c:v>132.375884019067</c:v>
                </c:pt>
                <c:pt idx="944">
                  <c:v>134.1742202242461</c:v>
                </c:pt>
                <c:pt idx="945">
                  <c:v>136.5115651197312</c:v>
                </c:pt>
                <c:pt idx="946">
                  <c:v>134.1209349019695</c:v>
                </c:pt>
                <c:pt idx="947">
                  <c:v>134.6031739647776</c:v>
                </c:pt>
                <c:pt idx="948">
                  <c:v>139.9123762024815</c:v>
                </c:pt>
                <c:pt idx="949">
                  <c:v>141.4009131126475</c:v>
                </c:pt>
                <c:pt idx="950">
                  <c:v>139.9131201865208</c:v>
                </c:pt>
                <c:pt idx="951">
                  <c:v>136.8224282195115</c:v>
                </c:pt>
                <c:pt idx="952">
                  <c:v>138.4766066984381</c:v>
                </c:pt>
                <c:pt idx="953">
                  <c:v>137.7021836649543</c:v>
                </c:pt>
                <c:pt idx="954">
                  <c:v>133.6718637634683</c:v>
                </c:pt>
                <c:pt idx="955">
                  <c:v>132.0672788036296</c:v>
                </c:pt>
                <c:pt idx="956">
                  <c:v>129.0888289244926</c:v>
                </c:pt>
                <c:pt idx="957">
                  <c:v>128.3843749206562</c:v>
                </c:pt>
                <c:pt idx="958">
                  <c:v>126.7282786994409</c:v>
                </c:pt>
                <c:pt idx="959">
                  <c:v>125.6989119171343</c:v>
                </c:pt>
                <c:pt idx="960">
                  <c:v>126.4330726243898</c:v>
                </c:pt>
                <c:pt idx="961">
                  <c:v>130.0690224409814</c:v>
                </c:pt>
                <c:pt idx="962">
                  <c:v>128.5950097084809</c:v>
                </c:pt>
                <c:pt idx="963">
                  <c:v>125.923918402318</c:v>
                </c:pt>
                <c:pt idx="964">
                  <c:v>127.3413093692538</c:v>
                </c:pt>
                <c:pt idx="965">
                  <c:v>128.6263226711365</c:v>
                </c:pt>
                <c:pt idx="966">
                  <c:v>132.4374725348151</c:v>
                </c:pt>
                <c:pt idx="967">
                  <c:v>132.1321294780717</c:v>
                </c:pt>
                <c:pt idx="968">
                  <c:v>133.0194802312618</c:v>
                </c:pt>
                <c:pt idx="969">
                  <c:v>135.9553079618363</c:v>
                </c:pt>
                <c:pt idx="970">
                  <c:v>134.3393990065321</c:v>
                </c:pt>
                <c:pt idx="971">
                  <c:v>133.7439945513558</c:v>
                </c:pt>
                <c:pt idx="972">
                  <c:v>132.5203534059453</c:v>
                </c:pt>
                <c:pt idx="973">
                  <c:v>134.4120595998423</c:v>
                </c:pt>
                <c:pt idx="974">
                  <c:v>133.8421391227288</c:v>
                </c:pt>
                <c:pt idx="975">
                  <c:v>133.5687459374994</c:v>
                </c:pt>
                <c:pt idx="976">
                  <c:v>131.834480164823</c:v>
                </c:pt>
                <c:pt idx="977">
                  <c:v>128.368958863673</c:v>
                </c:pt>
                <c:pt idx="978">
                  <c:v>130.9869612176379</c:v>
                </c:pt>
                <c:pt idx="979">
                  <c:v>131.3563007119144</c:v>
                </c:pt>
                <c:pt idx="980">
                  <c:v>133.9256295288272</c:v>
                </c:pt>
                <c:pt idx="981">
                  <c:v>127.8787421899161</c:v>
                </c:pt>
                <c:pt idx="982">
                  <c:v>123.7479161784973</c:v>
                </c:pt>
                <c:pt idx="983">
                  <c:v>123.3668925323274</c:v>
                </c:pt>
                <c:pt idx="984">
                  <c:v>128.2563802802975</c:v>
                </c:pt>
                <c:pt idx="985">
                  <c:v>125.7629618830456</c:v>
                </c:pt>
                <c:pt idx="986">
                  <c:v>128.7914386696128</c:v>
                </c:pt>
                <c:pt idx="987">
                  <c:v>131.2459716217165</c:v>
                </c:pt>
                <c:pt idx="988">
                  <c:v>135.3062019311155</c:v>
                </c:pt>
                <c:pt idx="989">
                  <c:v>134.5506965765843</c:v>
                </c:pt>
                <c:pt idx="990">
                  <c:v>139.0202074615819</c:v>
                </c:pt>
                <c:pt idx="991">
                  <c:v>140.0331000455886</c:v>
                </c:pt>
                <c:pt idx="992">
                  <c:v>142.5897108275265</c:v>
                </c:pt>
                <c:pt idx="993">
                  <c:v>147.7324447096829</c:v>
                </c:pt>
                <c:pt idx="994">
                  <c:v>146.6312193893903</c:v>
                </c:pt>
                <c:pt idx="995">
                  <c:v>146.7675866832205</c:v>
                </c:pt>
                <c:pt idx="996">
                  <c:v>145.2845148782136</c:v>
                </c:pt>
                <c:pt idx="997">
                  <c:v>148.1773360248706</c:v>
                </c:pt>
                <c:pt idx="998">
                  <c:v>148.0310101044864</c:v>
                </c:pt>
                <c:pt idx="999">
                  <c:v>147.8278665513181</c:v>
                </c:pt>
                <c:pt idx="1000">
                  <c:v>148.5283629081011</c:v>
                </c:pt>
                <c:pt idx="1001">
                  <c:v>147.608128073915</c:v>
                </c:pt>
                <c:pt idx="1002">
                  <c:v>152.4257652633559</c:v>
                </c:pt>
                <c:pt idx="1003">
                  <c:v>155.7104278820208</c:v>
                </c:pt>
                <c:pt idx="1004">
                  <c:v>152.5897724529559</c:v>
                </c:pt>
                <c:pt idx="1005">
                  <c:v>156.8455966846364</c:v>
                </c:pt>
                <c:pt idx="1006">
                  <c:v>158.4010721113186</c:v>
                </c:pt>
                <c:pt idx="1007">
                  <c:v>160.1363788868681</c:v>
                </c:pt>
                <c:pt idx="1008">
                  <c:v>159.6156530975579</c:v>
                </c:pt>
                <c:pt idx="1009">
                  <c:v>161.3868085608776</c:v>
                </c:pt>
                <c:pt idx="1010">
                  <c:v>160.4664913270841</c:v>
                </c:pt>
                <c:pt idx="1011">
                  <c:v>156.0175766851168</c:v>
                </c:pt>
                <c:pt idx="1012">
                  <c:v>158.2210455517273</c:v>
                </c:pt>
                <c:pt idx="1013">
                  <c:v>159.7513486633987</c:v>
                </c:pt>
                <c:pt idx="1014">
                  <c:v>160.1242589459368</c:v>
                </c:pt>
                <c:pt idx="1015">
                  <c:v>164.1231303757484</c:v>
                </c:pt>
                <c:pt idx="1016">
                  <c:v>164.5935590070391</c:v>
                </c:pt>
                <c:pt idx="1017">
                  <c:v>164.2485449202577</c:v>
                </c:pt>
                <c:pt idx="1018">
                  <c:v>164.5548750556803</c:v>
                </c:pt>
                <c:pt idx="1019">
                  <c:v>165.0177459155825</c:v>
                </c:pt>
                <c:pt idx="1020">
                  <c:v>168.1506322423693</c:v>
                </c:pt>
                <c:pt idx="1021">
                  <c:v>167.6465358586686</c:v>
                </c:pt>
                <c:pt idx="1022">
                  <c:v>164.7026954712577</c:v>
                </c:pt>
                <c:pt idx="1023">
                  <c:v>162.7262037043137</c:v>
                </c:pt>
                <c:pt idx="1024">
                  <c:v>162.9525827329032</c:v>
                </c:pt>
                <c:pt idx="1025">
                  <c:v>164.7239283674831</c:v>
                </c:pt>
                <c:pt idx="1026">
                  <c:v>167.1236227113265</c:v>
                </c:pt>
                <c:pt idx="1027">
                  <c:v>165.5164659461664</c:v>
                </c:pt>
                <c:pt idx="1028">
                  <c:v>164.1445210577298</c:v>
                </c:pt>
                <c:pt idx="1029">
                  <c:v>168.8500719925016</c:v>
                </c:pt>
                <c:pt idx="1030">
                  <c:v>169.4220507322171</c:v>
                </c:pt>
                <c:pt idx="1031">
                  <c:v>169.7433392346712</c:v>
                </c:pt>
                <c:pt idx="1032">
                  <c:v>168.0249215283016</c:v>
                </c:pt>
                <c:pt idx="1033">
                  <c:v>167.8494140735774</c:v>
                </c:pt>
                <c:pt idx="1034">
                  <c:v>169.6964825246306</c:v>
                </c:pt>
                <c:pt idx="1035">
                  <c:v>169.2856236371777</c:v>
                </c:pt>
                <c:pt idx="1036">
                  <c:v>171.4162509953111</c:v>
                </c:pt>
                <c:pt idx="1037">
                  <c:v>171.2881534530644</c:v>
                </c:pt>
                <c:pt idx="1038">
                  <c:v>172.0927395897803</c:v>
                </c:pt>
                <c:pt idx="1039">
                  <c:v>172.5262471642333</c:v>
                </c:pt>
                <c:pt idx="1040">
                  <c:v>167.823760442849</c:v>
                </c:pt>
                <c:pt idx="1041">
                  <c:v>172.1985986106533</c:v>
                </c:pt>
                <c:pt idx="1042">
                  <c:v>171.6711436311201</c:v>
                </c:pt>
                <c:pt idx="1043">
                  <c:v>170.9397726292711</c:v>
                </c:pt>
                <c:pt idx="1044">
                  <c:v>170.7529304112119</c:v>
                </c:pt>
                <c:pt idx="1045">
                  <c:v>169.448616335652</c:v>
                </c:pt>
                <c:pt idx="1046">
                  <c:v>167.3253001896184</c:v>
                </c:pt>
                <c:pt idx="1047">
                  <c:v>165.0273013318532</c:v>
                </c:pt>
                <c:pt idx="1048">
                  <c:v>163.5221087264711</c:v>
                </c:pt>
                <c:pt idx="1049">
                  <c:v>166.0883154493029</c:v>
                </c:pt>
                <c:pt idx="1050">
                  <c:v>165.4016434537342</c:v>
                </c:pt>
                <c:pt idx="1051">
                  <c:v>166.5194519406011</c:v>
                </c:pt>
                <c:pt idx="1052">
                  <c:v>161.3958553970769</c:v>
                </c:pt>
                <c:pt idx="1053">
                  <c:v>161.3987022719623</c:v>
                </c:pt>
                <c:pt idx="1054">
                  <c:v>159.6126347581011</c:v>
                </c:pt>
                <c:pt idx="1055">
                  <c:v>162.1147029143245</c:v>
                </c:pt>
                <c:pt idx="1056">
                  <c:v>160.1008293617044</c:v>
                </c:pt>
                <c:pt idx="1057">
                  <c:v>160.8507978246574</c:v>
                </c:pt>
                <c:pt idx="1058">
                  <c:v>157.3223313649018</c:v>
                </c:pt>
                <c:pt idx="1059">
                  <c:v>159.4310262829562</c:v>
                </c:pt>
                <c:pt idx="1060">
                  <c:v>161.0045727507026</c:v>
                </c:pt>
                <c:pt idx="1061">
                  <c:v>159.5433146221507</c:v>
                </c:pt>
                <c:pt idx="1062">
                  <c:v>161.8492782770889</c:v>
                </c:pt>
                <c:pt idx="1063">
                  <c:v>161.5736383903033</c:v>
                </c:pt>
                <c:pt idx="1064">
                  <c:v>161.9346624303396</c:v>
                </c:pt>
                <c:pt idx="1065">
                  <c:v>167.5766931973929</c:v>
                </c:pt>
                <c:pt idx="1066">
                  <c:v>168.0983088505384</c:v>
                </c:pt>
                <c:pt idx="1067">
                  <c:v>165.4425260450499</c:v>
                </c:pt>
                <c:pt idx="1068">
                  <c:v>163.6599570528284</c:v>
                </c:pt>
                <c:pt idx="1069">
                  <c:v>165.8005092673125</c:v>
                </c:pt>
                <c:pt idx="1070">
                  <c:v>162.9798803721805</c:v>
                </c:pt>
                <c:pt idx="1071">
                  <c:v>163.2831931537936</c:v>
                </c:pt>
                <c:pt idx="1072">
                  <c:v>164.6584101184824</c:v>
                </c:pt>
                <c:pt idx="1073">
                  <c:v>167.7858190627011</c:v>
                </c:pt>
                <c:pt idx="1074">
                  <c:v>163.1733281083958</c:v>
                </c:pt>
                <c:pt idx="1075">
                  <c:v>163.0076538701354</c:v>
                </c:pt>
                <c:pt idx="1076">
                  <c:v>163.5466580757897</c:v>
                </c:pt>
                <c:pt idx="1077">
                  <c:v>168.5894028059116</c:v>
                </c:pt>
                <c:pt idx="1078">
                  <c:v>170.1718399345153</c:v>
                </c:pt>
                <c:pt idx="1079">
                  <c:v>169.9233266975058</c:v>
                </c:pt>
                <c:pt idx="1080">
                  <c:v>171.7826616756939</c:v>
                </c:pt>
                <c:pt idx="1081">
                  <c:v>174.697984280758</c:v>
                </c:pt>
                <c:pt idx="1082">
                  <c:v>175.0488948500998</c:v>
                </c:pt>
                <c:pt idx="1083">
                  <c:v>175.35197533646</c:v>
                </c:pt>
                <c:pt idx="1084">
                  <c:v>175.1574160182584</c:v>
                </c:pt>
                <c:pt idx="1085">
                  <c:v>175.6133590023385</c:v>
                </c:pt>
                <c:pt idx="1086">
                  <c:v>177.9919569185584</c:v>
                </c:pt>
                <c:pt idx="1087">
                  <c:v>179.8545473865858</c:v>
                </c:pt>
                <c:pt idx="1088">
                  <c:v>178.0765543198952</c:v>
                </c:pt>
                <c:pt idx="1089">
                  <c:v>177.8052295549233</c:v>
                </c:pt>
                <c:pt idx="1090">
                  <c:v>179.0859471001145</c:v>
                </c:pt>
                <c:pt idx="1091">
                  <c:v>180.3695791210815</c:v>
                </c:pt>
                <c:pt idx="1092">
                  <c:v>179.8248469120753</c:v>
                </c:pt>
                <c:pt idx="1093">
                  <c:v>180.3356071423225</c:v>
                </c:pt>
                <c:pt idx="1094">
                  <c:v>180.9459375230237</c:v>
                </c:pt>
                <c:pt idx="1095">
                  <c:v>181.5661206910215</c:v>
                </c:pt>
                <c:pt idx="1096">
                  <c:v>181.2472527886696</c:v>
                </c:pt>
                <c:pt idx="1097">
                  <c:v>180.6045330094769</c:v>
                </c:pt>
                <c:pt idx="1098">
                  <c:v>179.1938662761376</c:v>
                </c:pt>
                <c:pt idx="1099">
                  <c:v>181.1354781285039</c:v>
                </c:pt>
                <c:pt idx="1100">
                  <c:v>180.6018433694191</c:v>
                </c:pt>
                <c:pt idx="1101">
                  <c:v>176.6673404640813</c:v>
                </c:pt>
                <c:pt idx="1102">
                  <c:v>178.1390498363218</c:v>
                </c:pt>
                <c:pt idx="1103">
                  <c:v>179.2562082867179</c:v>
                </c:pt>
                <c:pt idx="1104">
                  <c:v>179.2937962591257</c:v>
                </c:pt>
                <c:pt idx="1105">
                  <c:v>180.1269914629585</c:v>
                </c:pt>
                <c:pt idx="1106">
                  <c:v>178.2229529906044</c:v>
                </c:pt>
                <c:pt idx="1107">
                  <c:v>178.5787483433524</c:v>
                </c:pt>
                <c:pt idx="1108">
                  <c:v>176.7074579975501</c:v>
                </c:pt>
                <c:pt idx="1109">
                  <c:v>173.7262575392922</c:v>
                </c:pt>
                <c:pt idx="1110">
                  <c:v>174.6804167765129</c:v>
                </c:pt>
                <c:pt idx="1111">
                  <c:v>173.0504866299878</c:v>
                </c:pt>
                <c:pt idx="1112">
                  <c:v>173.1241772197448</c:v>
                </c:pt>
                <c:pt idx="1113">
                  <c:v>174.6941578122543</c:v>
                </c:pt>
                <c:pt idx="1114">
                  <c:v>175.9812547022002</c:v>
                </c:pt>
                <c:pt idx="1115">
                  <c:v>178.4265674010885</c:v>
                </c:pt>
                <c:pt idx="1116">
                  <c:v>177.6422792521396</c:v>
                </c:pt>
                <c:pt idx="1117">
                  <c:v>177.5065105940594</c:v>
                </c:pt>
                <c:pt idx="1118">
                  <c:v>181.1317645630771</c:v>
                </c:pt>
                <c:pt idx="1119">
                  <c:v>178.7181071588777</c:v>
                </c:pt>
                <c:pt idx="1120">
                  <c:v>178.5840816321553</c:v>
                </c:pt>
                <c:pt idx="1121">
                  <c:v>180.94731578173</c:v>
                </c:pt>
                <c:pt idx="1122">
                  <c:v>180.7472478702846</c:v>
                </c:pt>
                <c:pt idx="1123">
                  <c:v>180.3052858809969</c:v>
                </c:pt>
                <c:pt idx="1124">
                  <c:v>179.6537267287611</c:v>
                </c:pt>
                <c:pt idx="1125">
                  <c:v>180.3787450297299</c:v>
                </c:pt>
                <c:pt idx="1126">
                  <c:v>182.0316548329293</c:v>
                </c:pt>
                <c:pt idx="1127">
                  <c:v>182.7137085524026</c:v>
                </c:pt>
                <c:pt idx="1128">
                  <c:v>182.3010672345894</c:v>
                </c:pt>
                <c:pt idx="1129">
                  <c:v>182.5985439934339</c:v>
                </c:pt>
                <c:pt idx="1130">
                  <c:v>185.2714526801685</c:v>
                </c:pt>
                <c:pt idx="1131">
                  <c:v>180.5472990971542</c:v>
                </c:pt>
                <c:pt idx="1132">
                  <c:v>180.7572090345648</c:v>
                </c:pt>
                <c:pt idx="1133">
                  <c:v>182.5481054307361</c:v>
                </c:pt>
                <c:pt idx="1134">
                  <c:v>184.6449465677737</c:v>
                </c:pt>
                <c:pt idx="1135">
                  <c:v>185.0618241025512</c:v>
                </c:pt>
                <c:pt idx="1136">
                  <c:v>182.7113786007319</c:v>
                </c:pt>
                <c:pt idx="1137">
                  <c:v>184.4087602476794</c:v>
                </c:pt>
                <c:pt idx="1138">
                  <c:v>183.1383139744999</c:v>
                </c:pt>
                <c:pt idx="1139">
                  <c:v>184.8947022226278</c:v>
                </c:pt>
                <c:pt idx="1140">
                  <c:v>183.7425332433027</c:v>
                </c:pt>
                <c:pt idx="1141">
                  <c:v>182.4206427342817</c:v>
                </c:pt>
                <c:pt idx="1142">
                  <c:v>184.0845855549071</c:v>
                </c:pt>
                <c:pt idx="1143">
                  <c:v>184.3835025759068</c:v>
                </c:pt>
                <c:pt idx="1144">
                  <c:v>187.432833407088</c:v>
                </c:pt>
                <c:pt idx="1145">
                  <c:v>187.9819879451553</c:v>
                </c:pt>
                <c:pt idx="1146">
                  <c:v>190.3127279581325</c:v>
                </c:pt>
                <c:pt idx="1147">
                  <c:v>188.9620456230007</c:v>
                </c:pt>
                <c:pt idx="1148">
                  <c:v>190.2201607658429</c:v>
                </c:pt>
                <c:pt idx="1149">
                  <c:v>189.8151636029409</c:v>
                </c:pt>
                <c:pt idx="1150">
                  <c:v>193.8885434793393</c:v>
                </c:pt>
                <c:pt idx="1151">
                  <c:v>182.6875087560647</c:v>
                </c:pt>
                <c:pt idx="1152">
                  <c:v>182.9958438513216</c:v>
                </c:pt>
                <c:pt idx="1153">
                  <c:v>183.8964486412104</c:v>
                </c:pt>
                <c:pt idx="1154">
                  <c:v>184.9384485963742</c:v>
                </c:pt>
                <c:pt idx="1155">
                  <c:v>188.7892327375334</c:v>
                </c:pt>
                <c:pt idx="1156">
                  <c:v>191.2739617966914</c:v>
                </c:pt>
                <c:pt idx="1157">
                  <c:v>193.7581247932265</c:v>
                </c:pt>
                <c:pt idx="1158">
                  <c:v>189.5129526580443</c:v>
                </c:pt>
                <c:pt idx="1159">
                  <c:v>186.8673418760015</c:v>
                </c:pt>
                <c:pt idx="1160">
                  <c:v>187.3857269494718</c:v>
                </c:pt>
                <c:pt idx="1161">
                  <c:v>186.9694611927474</c:v>
                </c:pt>
                <c:pt idx="1162">
                  <c:v>186.0420520260305</c:v>
                </c:pt>
                <c:pt idx="1163">
                  <c:v>190.2595736887878</c:v>
                </c:pt>
                <c:pt idx="1164">
                  <c:v>191.957965646021</c:v>
                </c:pt>
                <c:pt idx="1165">
                  <c:v>189.0174150761638</c:v>
                </c:pt>
                <c:pt idx="1166">
                  <c:v>190.9395929176731</c:v>
                </c:pt>
                <c:pt idx="1167">
                  <c:v>187.4535291781732</c:v>
                </c:pt>
                <c:pt idx="1168">
                  <c:v>191.6986068103323</c:v>
                </c:pt>
                <c:pt idx="1169">
                  <c:v>192.7431325727968</c:v>
                </c:pt>
                <c:pt idx="1170">
                  <c:v>189.6859194241611</c:v>
                </c:pt>
                <c:pt idx="1171">
                  <c:v>191.0249797772937</c:v>
                </c:pt>
                <c:pt idx="1172">
                  <c:v>192.6968845779041</c:v>
                </c:pt>
                <c:pt idx="1173">
                  <c:v>193.5439547732713</c:v>
                </c:pt>
                <c:pt idx="1174">
                  <c:v>189.8446221365271</c:v>
                </c:pt>
                <c:pt idx="1175">
                  <c:v>189.4042495223961</c:v>
                </c:pt>
                <c:pt idx="1176">
                  <c:v>189.5127188391825</c:v>
                </c:pt>
                <c:pt idx="1177">
                  <c:v>187.1374230228141</c:v>
                </c:pt>
                <c:pt idx="1178">
                  <c:v>188.8708441809243</c:v>
                </c:pt>
                <c:pt idx="1179">
                  <c:v>190.4339584656079</c:v>
                </c:pt>
                <c:pt idx="1180">
                  <c:v>194.9218856850339</c:v>
                </c:pt>
                <c:pt idx="1181">
                  <c:v>200.2692779392779</c:v>
                </c:pt>
                <c:pt idx="1182">
                  <c:v>201.6492871261725</c:v>
                </c:pt>
                <c:pt idx="1183">
                  <c:v>202.1330562349738</c:v>
                </c:pt>
                <c:pt idx="1184">
                  <c:v>204.6525333863851</c:v>
                </c:pt>
                <c:pt idx="1185">
                  <c:v>206.6974344079439</c:v>
                </c:pt>
                <c:pt idx="1186">
                  <c:v>204.1654287146592</c:v>
                </c:pt>
                <c:pt idx="1187">
                  <c:v>201.3798634435408</c:v>
                </c:pt>
                <c:pt idx="1188">
                  <c:v>204.0017990077235</c:v>
                </c:pt>
                <c:pt idx="1189">
                  <c:v>204.7581171060365</c:v>
                </c:pt>
                <c:pt idx="1190">
                  <c:v>198.0741625894633</c:v>
                </c:pt>
                <c:pt idx="1191">
                  <c:v>197.0541007247571</c:v>
                </c:pt>
                <c:pt idx="1192">
                  <c:v>199.7724309420884</c:v>
                </c:pt>
                <c:pt idx="1193">
                  <c:v>204.3300078522292</c:v>
                </c:pt>
                <c:pt idx="1194">
                  <c:v>205.741915382497</c:v>
                </c:pt>
                <c:pt idx="1195">
                  <c:v>206.8353179331756</c:v>
                </c:pt>
                <c:pt idx="1196">
                  <c:v>204.3458266657518</c:v>
                </c:pt>
                <c:pt idx="1197">
                  <c:v>205.3905574791658</c:v>
                </c:pt>
                <c:pt idx="1198">
                  <c:v>205.7327522846544</c:v>
                </c:pt>
                <c:pt idx="1199">
                  <c:v>209.6490438265787</c:v>
                </c:pt>
                <c:pt idx="1200">
                  <c:v>211.9641504296586</c:v>
                </c:pt>
                <c:pt idx="1201">
                  <c:v>209.8620459193781</c:v>
                </c:pt>
                <c:pt idx="1202">
                  <c:v>212.3038442236124</c:v>
                </c:pt>
                <c:pt idx="1203">
                  <c:v>211.8410867331057</c:v>
                </c:pt>
                <c:pt idx="1204">
                  <c:v>215.6327380861959</c:v>
                </c:pt>
                <c:pt idx="1205">
                  <c:v>210.895910689882</c:v>
                </c:pt>
                <c:pt idx="1206">
                  <c:v>211.6285409044566</c:v>
                </c:pt>
                <c:pt idx="1207">
                  <c:v>203.7067683423395</c:v>
                </c:pt>
                <c:pt idx="1208">
                  <c:v>208.6305066175403</c:v>
                </c:pt>
                <c:pt idx="1209">
                  <c:v>202.0943497576625</c:v>
                </c:pt>
                <c:pt idx="1210">
                  <c:v>197.2305366932881</c:v>
                </c:pt>
                <c:pt idx="1211">
                  <c:v>198.6017673700586</c:v>
                </c:pt>
                <c:pt idx="1212">
                  <c:v>202.3719374971479</c:v>
                </c:pt>
                <c:pt idx="1213">
                  <c:v>203.0246709072852</c:v>
                </c:pt>
                <c:pt idx="1214">
                  <c:v>195.1797985581107</c:v>
                </c:pt>
                <c:pt idx="1215">
                  <c:v>189.5477196417431</c:v>
                </c:pt>
                <c:pt idx="1216">
                  <c:v>192.4143161679253</c:v>
                </c:pt>
                <c:pt idx="1217">
                  <c:v>192.55401853547</c:v>
                </c:pt>
                <c:pt idx="1218">
                  <c:v>189.2848234298013</c:v>
                </c:pt>
                <c:pt idx="1219">
                  <c:v>188.5865703353506</c:v>
                </c:pt>
                <c:pt idx="1220">
                  <c:v>184.2320104535972</c:v>
                </c:pt>
                <c:pt idx="1221">
                  <c:v>192.7103647918139</c:v>
                </c:pt>
                <c:pt idx="1222">
                  <c:v>192.8362925667805</c:v>
                </c:pt>
                <c:pt idx="1223">
                  <c:v>197.2876286982422</c:v>
                </c:pt>
                <c:pt idx="1224">
                  <c:v>191.418465021112</c:v>
                </c:pt>
                <c:pt idx="1225">
                  <c:v>187.951703195664</c:v>
                </c:pt>
                <c:pt idx="1226">
                  <c:v>189.3881471573393</c:v>
                </c:pt>
                <c:pt idx="1227">
                  <c:v>197.9013206355538</c:v>
                </c:pt>
                <c:pt idx="1228">
                  <c:v>201.2209936752213</c:v>
                </c:pt>
                <c:pt idx="1229">
                  <c:v>200.6685298359095</c:v>
                </c:pt>
                <c:pt idx="1230">
                  <c:v>199.1001009884621</c:v>
                </c:pt>
                <c:pt idx="1231">
                  <c:v>196.4492372098972</c:v>
                </c:pt>
                <c:pt idx="1232">
                  <c:v>205.3586437249641</c:v>
                </c:pt>
                <c:pt idx="1233">
                  <c:v>209.5020011791157</c:v>
                </c:pt>
                <c:pt idx="1234">
                  <c:v>209.6737340684641</c:v>
                </c:pt>
                <c:pt idx="1235">
                  <c:v>211.4112531093741</c:v>
                </c:pt>
                <c:pt idx="1236">
                  <c:v>213.9838844755562</c:v>
                </c:pt>
                <c:pt idx="1237">
                  <c:v>212.8149915554338</c:v>
                </c:pt>
                <c:pt idx="1238">
                  <c:v>210.4950560762325</c:v>
                </c:pt>
                <c:pt idx="1239">
                  <c:v>213.1606255447933</c:v>
                </c:pt>
                <c:pt idx="1240">
                  <c:v>212.3220159683132</c:v>
                </c:pt>
                <c:pt idx="1241">
                  <c:v>207.2556689839919</c:v>
                </c:pt>
                <c:pt idx="1242">
                  <c:v>201.641916589833</c:v>
                </c:pt>
                <c:pt idx="1243">
                  <c:v>200.9778878386128</c:v>
                </c:pt>
                <c:pt idx="1244">
                  <c:v>195.2637814080733</c:v>
                </c:pt>
                <c:pt idx="1245">
                  <c:v>192.0397582818744</c:v>
                </c:pt>
                <c:pt idx="1246">
                  <c:v>190.2000250837745</c:v>
                </c:pt>
                <c:pt idx="1247">
                  <c:v>194.5640513604973</c:v>
                </c:pt>
                <c:pt idx="1248">
                  <c:v>191.9919761152563</c:v>
                </c:pt>
                <c:pt idx="1249">
                  <c:v>193.6256625952203</c:v>
                </c:pt>
                <c:pt idx="1250">
                  <c:v>198.818069483825</c:v>
                </c:pt>
                <c:pt idx="1251">
                  <c:v>194.7896084413501</c:v>
                </c:pt>
                <c:pt idx="1252">
                  <c:v>193.2230681644294</c:v>
                </c:pt>
                <c:pt idx="1253">
                  <c:v>189.115581496271</c:v>
                </c:pt>
                <c:pt idx="1254">
                  <c:v>188.4334566660871</c:v>
                </c:pt>
                <c:pt idx="1255">
                  <c:v>183.5389093558406</c:v>
                </c:pt>
                <c:pt idx="1256">
                  <c:v>185.6328850790632</c:v>
                </c:pt>
                <c:pt idx="1257">
                  <c:v>185.1264594018149</c:v>
                </c:pt>
                <c:pt idx="1258">
                  <c:v>183.7298367634972</c:v>
                </c:pt>
                <c:pt idx="1259">
                  <c:v>179.399925988587</c:v>
                </c:pt>
                <c:pt idx="1260">
                  <c:v>185.5100278848151</c:v>
                </c:pt>
                <c:pt idx="1261">
                  <c:v>184.5951503323148</c:v>
                </c:pt>
                <c:pt idx="1262">
                  <c:v>180.6859362335601</c:v>
                </c:pt>
                <c:pt idx="1263">
                  <c:v>186.9149842692418</c:v>
                </c:pt>
                <c:pt idx="1264">
                  <c:v>185.4183292640852</c:v>
                </c:pt>
                <c:pt idx="1265">
                  <c:v>184.0319631713244</c:v>
                </c:pt>
                <c:pt idx="1266">
                  <c:v>184.6353598394919</c:v>
                </c:pt>
                <c:pt idx="1267">
                  <c:v>184.5532724958019</c:v>
                </c:pt>
                <c:pt idx="1268">
                  <c:v>182.490755935987</c:v>
                </c:pt>
                <c:pt idx="1269">
                  <c:v>180.6348861796077</c:v>
                </c:pt>
                <c:pt idx="1270">
                  <c:v>173.937270696328</c:v>
                </c:pt>
                <c:pt idx="1271">
                  <c:v>172.9846221989037</c:v>
                </c:pt>
                <c:pt idx="1272">
                  <c:v>172.8125940332661</c:v>
                </c:pt>
                <c:pt idx="1273">
                  <c:v>175.7005919423854</c:v>
                </c:pt>
                <c:pt idx="1274">
                  <c:v>173.4131580565647</c:v>
                </c:pt>
                <c:pt idx="1275">
                  <c:v>177.6644320575676</c:v>
                </c:pt>
                <c:pt idx="1276">
                  <c:v>177.8650764402044</c:v>
                </c:pt>
                <c:pt idx="1277">
                  <c:v>178.3797912446989</c:v>
                </c:pt>
                <c:pt idx="1278">
                  <c:v>175.8717361933379</c:v>
                </c:pt>
                <c:pt idx="1279">
                  <c:v>172.8750827681431</c:v>
                </c:pt>
                <c:pt idx="1280">
                  <c:v>173.1620961710908</c:v>
                </c:pt>
                <c:pt idx="1281">
                  <c:v>173.3477447966405</c:v>
                </c:pt>
                <c:pt idx="1282">
                  <c:v>174.6002103558896</c:v>
                </c:pt>
                <c:pt idx="1283">
                  <c:v>176.4634500922094</c:v>
                </c:pt>
                <c:pt idx="1284">
                  <c:v>178.9399249085226</c:v>
                </c:pt>
                <c:pt idx="1285">
                  <c:v>179.9476583811296</c:v>
                </c:pt>
                <c:pt idx="1286">
                  <c:v>183.4463796816497</c:v>
                </c:pt>
                <c:pt idx="1287">
                  <c:v>182.2745096253041</c:v>
                </c:pt>
                <c:pt idx="1288">
                  <c:v>181.9283035063933</c:v>
                </c:pt>
                <c:pt idx="1289">
                  <c:v>182.0875808937344</c:v>
                </c:pt>
                <c:pt idx="1290">
                  <c:v>182.5509757713421</c:v>
                </c:pt>
                <c:pt idx="1291">
                  <c:v>183.4810301059913</c:v>
                </c:pt>
                <c:pt idx="1292">
                  <c:v>180.288276878952</c:v>
                </c:pt>
                <c:pt idx="1293">
                  <c:v>178.217329608141</c:v>
                </c:pt>
                <c:pt idx="1294">
                  <c:v>174.1433328776611</c:v>
                </c:pt>
                <c:pt idx="1295">
                  <c:v>178.4288614794409</c:v>
                </c:pt>
                <c:pt idx="1296">
                  <c:v>184.4442303376358</c:v>
                </c:pt>
                <c:pt idx="1297">
                  <c:v>180.2428079969112</c:v>
                </c:pt>
                <c:pt idx="1298">
                  <c:v>181.6299301110044</c:v>
                </c:pt>
                <c:pt idx="1299">
                  <c:v>179.6256633790981</c:v>
                </c:pt>
                <c:pt idx="1300">
                  <c:v>176.4830114397528</c:v>
                </c:pt>
                <c:pt idx="1301">
                  <c:v>174.6421375077382</c:v>
                </c:pt>
                <c:pt idx="1302">
                  <c:v>172.0860291747073</c:v>
                </c:pt>
                <c:pt idx="1303">
                  <c:v>169.1645584460759</c:v>
                </c:pt>
                <c:pt idx="1304">
                  <c:v>172.1632930743292</c:v>
                </c:pt>
                <c:pt idx="1305">
                  <c:v>169.8277440758519</c:v>
                </c:pt>
                <c:pt idx="1306">
                  <c:v>168.5120655417708</c:v>
                </c:pt>
                <c:pt idx="1307">
                  <c:v>171.7672927448421</c:v>
                </c:pt>
                <c:pt idx="1308">
                  <c:v>169.5379499624322</c:v>
                </c:pt>
                <c:pt idx="1309">
                  <c:v>164.7467562331231</c:v>
                </c:pt>
                <c:pt idx="1310">
                  <c:v>167.8842828027078</c:v>
                </c:pt>
                <c:pt idx="1311">
                  <c:v>167.5509091831224</c:v>
                </c:pt>
                <c:pt idx="1312">
                  <c:v>169.5430979291394</c:v>
                </c:pt>
                <c:pt idx="1313">
                  <c:v>170.1891366944685</c:v>
                </c:pt>
                <c:pt idx="1314">
                  <c:v>169.765966841171</c:v>
                </c:pt>
                <c:pt idx="1315">
                  <c:v>167.2833649284259</c:v>
                </c:pt>
                <c:pt idx="1316">
                  <c:v>163.2340764191098</c:v>
                </c:pt>
                <c:pt idx="1317">
                  <c:v>162.5846772152485</c:v>
                </c:pt>
                <c:pt idx="1318">
                  <c:v>158.1313811134598</c:v>
                </c:pt>
                <c:pt idx="1319">
                  <c:v>157.1591321172657</c:v>
                </c:pt>
                <c:pt idx="1320">
                  <c:v>158.7379723250212</c:v>
                </c:pt>
                <c:pt idx="1321">
                  <c:v>156.3279629717621</c:v>
                </c:pt>
                <c:pt idx="1322">
                  <c:v>157.4860272227056</c:v>
                </c:pt>
                <c:pt idx="1323">
                  <c:v>155.1193789893611</c:v>
                </c:pt>
                <c:pt idx="1324">
                  <c:v>156.4723079069882</c:v>
                </c:pt>
                <c:pt idx="1325">
                  <c:v>155.6054650139207</c:v>
                </c:pt>
                <c:pt idx="1326">
                  <c:v>160.0824315108033</c:v>
                </c:pt>
                <c:pt idx="1327">
                  <c:v>160.3995747893202</c:v>
                </c:pt>
                <c:pt idx="1328">
                  <c:v>166.2807587151634</c:v>
                </c:pt>
                <c:pt idx="1329">
                  <c:v>166.1560954691056</c:v>
                </c:pt>
                <c:pt idx="1330">
                  <c:v>167.3343553820002</c:v>
                </c:pt>
                <c:pt idx="1331">
                  <c:v>167.8393757761042</c:v>
                </c:pt>
                <c:pt idx="1332">
                  <c:v>169.5342729073528</c:v>
                </c:pt>
              </c:numCache>
            </c:numRef>
          </c:val>
          <c:smooth val="0"/>
          <c:extLst>
            <c:ext xmlns:c16="http://schemas.microsoft.com/office/drawing/2014/chart" uri="{C3380CC4-5D6E-409C-BE32-E72D297353CC}">
              <c16:uniqueId val="{00000000-AD81-409B-BCF9-8FB135BE4CE1}"/>
            </c:ext>
          </c:extLst>
        </c:ser>
        <c:ser>
          <c:idx val="1"/>
          <c:order val="1"/>
          <c:tx>
            <c:strRef>
              <c:f>Sheet1!$C$1</c:f>
              <c:strCache>
                <c:ptCount val="1"/>
                <c:pt idx="0">
                  <c:v>Ibovespa</c:v>
                </c:pt>
              </c:strCache>
            </c:strRef>
          </c:tx>
          <c:spPr>
            <a:ln w="22225" cap="rnd">
              <a:solidFill>
                <a:srgbClr val="7E7E7E"/>
              </a:solidFill>
              <a:round/>
            </a:ln>
            <a:effectLst/>
          </c:spPr>
          <c:marker>
            <c:symbol val="none"/>
          </c:marker>
          <c:cat>
            <c:numRef>
              <c:f>Sheet1!$A$2:$A$1334</c:f>
              <c:numCache>
                <c:formatCode>yyyy\-mm\-dd</c:formatCode>
                <c:ptCount val="1333"/>
                <c:pt idx="0">
                  <c:v>44316.0</c:v>
                </c:pt>
                <c:pt idx="1">
                  <c:v>44319.0</c:v>
                </c:pt>
                <c:pt idx="2">
                  <c:v>44320.0</c:v>
                </c:pt>
                <c:pt idx="3">
                  <c:v>44321.0</c:v>
                </c:pt>
                <c:pt idx="4">
                  <c:v>44322.0</c:v>
                </c:pt>
                <c:pt idx="5">
                  <c:v>44323.0</c:v>
                </c:pt>
                <c:pt idx="6">
                  <c:v>44326.0</c:v>
                </c:pt>
                <c:pt idx="7">
                  <c:v>44327.0</c:v>
                </c:pt>
                <c:pt idx="8">
                  <c:v>44328.0</c:v>
                </c:pt>
                <c:pt idx="9">
                  <c:v>44329.0</c:v>
                </c:pt>
                <c:pt idx="10">
                  <c:v>44330.0</c:v>
                </c:pt>
                <c:pt idx="11">
                  <c:v>44333.0</c:v>
                </c:pt>
                <c:pt idx="12">
                  <c:v>44334.0</c:v>
                </c:pt>
                <c:pt idx="13">
                  <c:v>44335.0</c:v>
                </c:pt>
                <c:pt idx="14">
                  <c:v>44336.0</c:v>
                </c:pt>
                <c:pt idx="15">
                  <c:v>44337.0</c:v>
                </c:pt>
                <c:pt idx="16">
                  <c:v>44340.0</c:v>
                </c:pt>
                <c:pt idx="17">
                  <c:v>44341.0</c:v>
                </c:pt>
                <c:pt idx="18">
                  <c:v>44342.0</c:v>
                </c:pt>
                <c:pt idx="19">
                  <c:v>44343.0</c:v>
                </c:pt>
                <c:pt idx="20">
                  <c:v>44344.0</c:v>
                </c:pt>
                <c:pt idx="21">
                  <c:v>44347.0</c:v>
                </c:pt>
                <c:pt idx="22">
                  <c:v>44348.0</c:v>
                </c:pt>
                <c:pt idx="23">
                  <c:v>44349.0</c:v>
                </c:pt>
                <c:pt idx="24">
                  <c:v>44351.0</c:v>
                </c:pt>
                <c:pt idx="25">
                  <c:v>44354.0</c:v>
                </c:pt>
                <c:pt idx="26">
                  <c:v>44355.0</c:v>
                </c:pt>
                <c:pt idx="27">
                  <c:v>44356.0</c:v>
                </c:pt>
                <c:pt idx="28">
                  <c:v>44357.0</c:v>
                </c:pt>
                <c:pt idx="29">
                  <c:v>44358.0</c:v>
                </c:pt>
                <c:pt idx="30">
                  <c:v>44361.0</c:v>
                </c:pt>
                <c:pt idx="31">
                  <c:v>44362.0</c:v>
                </c:pt>
                <c:pt idx="32">
                  <c:v>44363.0</c:v>
                </c:pt>
                <c:pt idx="33">
                  <c:v>44364.0</c:v>
                </c:pt>
                <c:pt idx="34">
                  <c:v>44365.0</c:v>
                </c:pt>
                <c:pt idx="35">
                  <c:v>44368.0</c:v>
                </c:pt>
                <c:pt idx="36">
                  <c:v>44369.0</c:v>
                </c:pt>
                <c:pt idx="37">
                  <c:v>44370.0</c:v>
                </c:pt>
                <c:pt idx="38">
                  <c:v>44371.0</c:v>
                </c:pt>
                <c:pt idx="39">
                  <c:v>44372.0</c:v>
                </c:pt>
                <c:pt idx="40">
                  <c:v>44375.0</c:v>
                </c:pt>
                <c:pt idx="41">
                  <c:v>44376.0</c:v>
                </c:pt>
                <c:pt idx="42">
                  <c:v>44377.0</c:v>
                </c:pt>
                <c:pt idx="43">
                  <c:v>44378.0</c:v>
                </c:pt>
                <c:pt idx="44">
                  <c:v>44379.0</c:v>
                </c:pt>
                <c:pt idx="45">
                  <c:v>44382.0</c:v>
                </c:pt>
                <c:pt idx="46">
                  <c:v>44383.0</c:v>
                </c:pt>
                <c:pt idx="47">
                  <c:v>44384.0</c:v>
                </c:pt>
                <c:pt idx="48">
                  <c:v>44385.0</c:v>
                </c:pt>
                <c:pt idx="49">
                  <c:v>44389.0</c:v>
                </c:pt>
                <c:pt idx="50">
                  <c:v>44390.0</c:v>
                </c:pt>
                <c:pt idx="51">
                  <c:v>44391.0</c:v>
                </c:pt>
                <c:pt idx="52">
                  <c:v>44392.0</c:v>
                </c:pt>
                <c:pt idx="53">
                  <c:v>44393.0</c:v>
                </c:pt>
                <c:pt idx="54">
                  <c:v>44396.0</c:v>
                </c:pt>
                <c:pt idx="55">
                  <c:v>44397.0</c:v>
                </c:pt>
                <c:pt idx="56">
                  <c:v>44398.0</c:v>
                </c:pt>
                <c:pt idx="57">
                  <c:v>44399.0</c:v>
                </c:pt>
                <c:pt idx="58">
                  <c:v>44400.0</c:v>
                </c:pt>
                <c:pt idx="59">
                  <c:v>44403.0</c:v>
                </c:pt>
                <c:pt idx="60">
                  <c:v>44404.0</c:v>
                </c:pt>
                <c:pt idx="61">
                  <c:v>44405.0</c:v>
                </c:pt>
                <c:pt idx="62">
                  <c:v>44406.0</c:v>
                </c:pt>
                <c:pt idx="63">
                  <c:v>44407.0</c:v>
                </c:pt>
                <c:pt idx="64">
                  <c:v>44410.0</c:v>
                </c:pt>
                <c:pt idx="65">
                  <c:v>44411.0</c:v>
                </c:pt>
                <c:pt idx="66">
                  <c:v>44412.0</c:v>
                </c:pt>
                <c:pt idx="67">
                  <c:v>44413.0</c:v>
                </c:pt>
                <c:pt idx="68">
                  <c:v>44414.0</c:v>
                </c:pt>
                <c:pt idx="69">
                  <c:v>44417.0</c:v>
                </c:pt>
                <c:pt idx="70">
                  <c:v>44418.0</c:v>
                </c:pt>
                <c:pt idx="71">
                  <c:v>44419.0</c:v>
                </c:pt>
                <c:pt idx="72">
                  <c:v>44420.0</c:v>
                </c:pt>
                <c:pt idx="73">
                  <c:v>44421.0</c:v>
                </c:pt>
                <c:pt idx="74">
                  <c:v>44424.0</c:v>
                </c:pt>
                <c:pt idx="75">
                  <c:v>44425.0</c:v>
                </c:pt>
                <c:pt idx="76">
                  <c:v>44426.0</c:v>
                </c:pt>
                <c:pt idx="77">
                  <c:v>44427.0</c:v>
                </c:pt>
                <c:pt idx="78">
                  <c:v>44428.0</c:v>
                </c:pt>
                <c:pt idx="79">
                  <c:v>44431.0</c:v>
                </c:pt>
                <c:pt idx="80">
                  <c:v>44432.0</c:v>
                </c:pt>
                <c:pt idx="81">
                  <c:v>44433.0</c:v>
                </c:pt>
                <c:pt idx="82">
                  <c:v>44434.0</c:v>
                </c:pt>
                <c:pt idx="83">
                  <c:v>44435.0</c:v>
                </c:pt>
                <c:pt idx="84">
                  <c:v>44438.0</c:v>
                </c:pt>
                <c:pt idx="85">
                  <c:v>44439.0</c:v>
                </c:pt>
                <c:pt idx="86">
                  <c:v>44440.0</c:v>
                </c:pt>
                <c:pt idx="87">
                  <c:v>44441.0</c:v>
                </c:pt>
                <c:pt idx="88">
                  <c:v>44442.0</c:v>
                </c:pt>
                <c:pt idx="89">
                  <c:v>44445.0</c:v>
                </c:pt>
                <c:pt idx="90">
                  <c:v>44447.0</c:v>
                </c:pt>
                <c:pt idx="91">
                  <c:v>44448.0</c:v>
                </c:pt>
                <c:pt idx="92">
                  <c:v>44449.0</c:v>
                </c:pt>
                <c:pt idx="93">
                  <c:v>44452.0</c:v>
                </c:pt>
                <c:pt idx="94">
                  <c:v>44453.0</c:v>
                </c:pt>
                <c:pt idx="95">
                  <c:v>44454.0</c:v>
                </c:pt>
                <c:pt idx="96">
                  <c:v>44455.0</c:v>
                </c:pt>
                <c:pt idx="97">
                  <c:v>44456.0</c:v>
                </c:pt>
                <c:pt idx="98">
                  <c:v>44459.0</c:v>
                </c:pt>
                <c:pt idx="99">
                  <c:v>44460.0</c:v>
                </c:pt>
                <c:pt idx="100">
                  <c:v>44461.0</c:v>
                </c:pt>
                <c:pt idx="101">
                  <c:v>44462.0</c:v>
                </c:pt>
                <c:pt idx="102">
                  <c:v>44463.0</c:v>
                </c:pt>
                <c:pt idx="103">
                  <c:v>44466.0</c:v>
                </c:pt>
                <c:pt idx="104">
                  <c:v>44467.0</c:v>
                </c:pt>
                <c:pt idx="105">
                  <c:v>44468.0</c:v>
                </c:pt>
                <c:pt idx="106">
                  <c:v>44469.0</c:v>
                </c:pt>
                <c:pt idx="107">
                  <c:v>44470.0</c:v>
                </c:pt>
                <c:pt idx="108">
                  <c:v>44473.0</c:v>
                </c:pt>
                <c:pt idx="109">
                  <c:v>44474.0</c:v>
                </c:pt>
                <c:pt idx="110">
                  <c:v>44475.0</c:v>
                </c:pt>
                <c:pt idx="111">
                  <c:v>44476.0</c:v>
                </c:pt>
                <c:pt idx="112">
                  <c:v>44477.0</c:v>
                </c:pt>
                <c:pt idx="113">
                  <c:v>44480.0</c:v>
                </c:pt>
                <c:pt idx="114">
                  <c:v>44482.0</c:v>
                </c:pt>
                <c:pt idx="115">
                  <c:v>44483.0</c:v>
                </c:pt>
                <c:pt idx="116">
                  <c:v>44484.0</c:v>
                </c:pt>
                <c:pt idx="117">
                  <c:v>44487.0</c:v>
                </c:pt>
                <c:pt idx="118">
                  <c:v>44488.0</c:v>
                </c:pt>
                <c:pt idx="119">
                  <c:v>44489.0</c:v>
                </c:pt>
                <c:pt idx="120">
                  <c:v>44490.0</c:v>
                </c:pt>
                <c:pt idx="121">
                  <c:v>44491.0</c:v>
                </c:pt>
                <c:pt idx="122">
                  <c:v>44494.0</c:v>
                </c:pt>
                <c:pt idx="123">
                  <c:v>44495.0</c:v>
                </c:pt>
                <c:pt idx="124">
                  <c:v>44496.0</c:v>
                </c:pt>
                <c:pt idx="125">
                  <c:v>44497.0</c:v>
                </c:pt>
                <c:pt idx="126">
                  <c:v>44498.0</c:v>
                </c:pt>
                <c:pt idx="127">
                  <c:v>44501.0</c:v>
                </c:pt>
                <c:pt idx="128">
                  <c:v>44503.0</c:v>
                </c:pt>
                <c:pt idx="129">
                  <c:v>44504.0</c:v>
                </c:pt>
                <c:pt idx="130">
                  <c:v>44505.0</c:v>
                </c:pt>
                <c:pt idx="131">
                  <c:v>44508.0</c:v>
                </c:pt>
                <c:pt idx="132">
                  <c:v>44509.0</c:v>
                </c:pt>
                <c:pt idx="133">
                  <c:v>44510.0</c:v>
                </c:pt>
                <c:pt idx="134">
                  <c:v>44511.0</c:v>
                </c:pt>
                <c:pt idx="135">
                  <c:v>44512.0</c:v>
                </c:pt>
                <c:pt idx="136">
                  <c:v>44516.0</c:v>
                </c:pt>
                <c:pt idx="137">
                  <c:v>44517.0</c:v>
                </c:pt>
                <c:pt idx="138">
                  <c:v>44518.0</c:v>
                </c:pt>
                <c:pt idx="139">
                  <c:v>44519.0</c:v>
                </c:pt>
                <c:pt idx="140">
                  <c:v>44522.0</c:v>
                </c:pt>
                <c:pt idx="141">
                  <c:v>44523.0</c:v>
                </c:pt>
                <c:pt idx="142">
                  <c:v>44524.0</c:v>
                </c:pt>
                <c:pt idx="143">
                  <c:v>44525.0</c:v>
                </c:pt>
                <c:pt idx="144">
                  <c:v>44526.0</c:v>
                </c:pt>
                <c:pt idx="145">
                  <c:v>44529.0</c:v>
                </c:pt>
                <c:pt idx="146">
                  <c:v>44530.0</c:v>
                </c:pt>
                <c:pt idx="147">
                  <c:v>44531.0</c:v>
                </c:pt>
                <c:pt idx="148">
                  <c:v>44532.0</c:v>
                </c:pt>
                <c:pt idx="149">
                  <c:v>44533.0</c:v>
                </c:pt>
                <c:pt idx="150">
                  <c:v>44536.0</c:v>
                </c:pt>
                <c:pt idx="151">
                  <c:v>44537.0</c:v>
                </c:pt>
                <c:pt idx="152">
                  <c:v>44538.0</c:v>
                </c:pt>
                <c:pt idx="153">
                  <c:v>44539.0</c:v>
                </c:pt>
                <c:pt idx="154">
                  <c:v>44540.0</c:v>
                </c:pt>
                <c:pt idx="155">
                  <c:v>44543.0</c:v>
                </c:pt>
                <c:pt idx="156">
                  <c:v>44544.0</c:v>
                </c:pt>
                <c:pt idx="157">
                  <c:v>44545.0</c:v>
                </c:pt>
                <c:pt idx="158">
                  <c:v>44546.0</c:v>
                </c:pt>
                <c:pt idx="159">
                  <c:v>44547.0</c:v>
                </c:pt>
                <c:pt idx="160">
                  <c:v>44550.0</c:v>
                </c:pt>
                <c:pt idx="161">
                  <c:v>44551.0</c:v>
                </c:pt>
                <c:pt idx="162">
                  <c:v>44552.0</c:v>
                </c:pt>
                <c:pt idx="163">
                  <c:v>44553.0</c:v>
                </c:pt>
                <c:pt idx="164">
                  <c:v>44557.0</c:v>
                </c:pt>
                <c:pt idx="165">
                  <c:v>44558.0</c:v>
                </c:pt>
                <c:pt idx="166">
                  <c:v>44559.0</c:v>
                </c:pt>
                <c:pt idx="167">
                  <c:v>44560.0</c:v>
                </c:pt>
                <c:pt idx="168">
                  <c:v>44564.0</c:v>
                </c:pt>
                <c:pt idx="169">
                  <c:v>44565.0</c:v>
                </c:pt>
                <c:pt idx="170">
                  <c:v>44566.0</c:v>
                </c:pt>
                <c:pt idx="171">
                  <c:v>44567.0</c:v>
                </c:pt>
                <c:pt idx="172">
                  <c:v>44568.0</c:v>
                </c:pt>
                <c:pt idx="173">
                  <c:v>44571.0</c:v>
                </c:pt>
                <c:pt idx="174">
                  <c:v>44572.0</c:v>
                </c:pt>
                <c:pt idx="175">
                  <c:v>44573.0</c:v>
                </c:pt>
                <c:pt idx="176">
                  <c:v>44574.0</c:v>
                </c:pt>
                <c:pt idx="177">
                  <c:v>44575.0</c:v>
                </c:pt>
                <c:pt idx="178">
                  <c:v>44578.0</c:v>
                </c:pt>
                <c:pt idx="179">
                  <c:v>44579.0</c:v>
                </c:pt>
                <c:pt idx="180">
                  <c:v>44580.0</c:v>
                </c:pt>
                <c:pt idx="181">
                  <c:v>44581.0</c:v>
                </c:pt>
                <c:pt idx="182">
                  <c:v>44582.0</c:v>
                </c:pt>
                <c:pt idx="183">
                  <c:v>44585.0</c:v>
                </c:pt>
                <c:pt idx="184">
                  <c:v>44586.0</c:v>
                </c:pt>
                <c:pt idx="185">
                  <c:v>44587.0</c:v>
                </c:pt>
                <c:pt idx="186">
                  <c:v>44588.0</c:v>
                </c:pt>
                <c:pt idx="187">
                  <c:v>44589.0</c:v>
                </c:pt>
                <c:pt idx="188">
                  <c:v>44592.0</c:v>
                </c:pt>
                <c:pt idx="189">
                  <c:v>44593.0</c:v>
                </c:pt>
                <c:pt idx="190">
                  <c:v>44594.0</c:v>
                </c:pt>
                <c:pt idx="191">
                  <c:v>44595.0</c:v>
                </c:pt>
                <c:pt idx="192">
                  <c:v>44596.0</c:v>
                </c:pt>
                <c:pt idx="193">
                  <c:v>44599.0</c:v>
                </c:pt>
                <c:pt idx="194">
                  <c:v>44600.0</c:v>
                </c:pt>
                <c:pt idx="195">
                  <c:v>44601.0</c:v>
                </c:pt>
                <c:pt idx="196">
                  <c:v>44602.0</c:v>
                </c:pt>
                <c:pt idx="197">
                  <c:v>44603.0</c:v>
                </c:pt>
                <c:pt idx="198">
                  <c:v>44606.0</c:v>
                </c:pt>
                <c:pt idx="199">
                  <c:v>44607.0</c:v>
                </c:pt>
                <c:pt idx="200">
                  <c:v>44608.0</c:v>
                </c:pt>
                <c:pt idx="201">
                  <c:v>44609.0</c:v>
                </c:pt>
                <c:pt idx="202">
                  <c:v>44610.0</c:v>
                </c:pt>
                <c:pt idx="203">
                  <c:v>44613.0</c:v>
                </c:pt>
                <c:pt idx="204">
                  <c:v>44614.0</c:v>
                </c:pt>
                <c:pt idx="205">
                  <c:v>44615.0</c:v>
                </c:pt>
                <c:pt idx="206">
                  <c:v>44616.0</c:v>
                </c:pt>
                <c:pt idx="207">
                  <c:v>44617.0</c:v>
                </c:pt>
                <c:pt idx="208">
                  <c:v>44622.0</c:v>
                </c:pt>
                <c:pt idx="209">
                  <c:v>44623.0</c:v>
                </c:pt>
                <c:pt idx="210">
                  <c:v>44624.0</c:v>
                </c:pt>
                <c:pt idx="211">
                  <c:v>44627.0</c:v>
                </c:pt>
                <c:pt idx="212">
                  <c:v>44628.0</c:v>
                </c:pt>
                <c:pt idx="213">
                  <c:v>44629.0</c:v>
                </c:pt>
                <c:pt idx="214">
                  <c:v>44630.0</c:v>
                </c:pt>
                <c:pt idx="215">
                  <c:v>44631.0</c:v>
                </c:pt>
                <c:pt idx="216">
                  <c:v>44634.0</c:v>
                </c:pt>
                <c:pt idx="217">
                  <c:v>44635.0</c:v>
                </c:pt>
                <c:pt idx="218">
                  <c:v>44636.0</c:v>
                </c:pt>
                <c:pt idx="219">
                  <c:v>44637.0</c:v>
                </c:pt>
                <c:pt idx="220">
                  <c:v>44638.0</c:v>
                </c:pt>
                <c:pt idx="221">
                  <c:v>44641.0</c:v>
                </c:pt>
                <c:pt idx="222">
                  <c:v>44642.0</c:v>
                </c:pt>
                <c:pt idx="223">
                  <c:v>44643.0</c:v>
                </c:pt>
                <c:pt idx="224">
                  <c:v>44644.0</c:v>
                </c:pt>
                <c:pt idx="225">
                  <c:v>44645.0</c:v>
                </c:pt>
                <c:pt idx="226">
                  <c:v>44648.0</c:v>
                </c:pt>
                <c:pt idx="227">
                  <c:v>44649.0</c:v>
                </c:pt>
                <c:pt idx="228">
                  <c:v>44650.0</c:v>
                </c:pt>
                <c:pt idx="229">
                  <c:v>44651.0</c:v>
                </c:pt>
                <c:pt idx="230">
                  <c:v>44652.0</c:v>
                </c:pt>
                <c:pt idx="231">
                  <c:v>44655.0</c:v>
                </c:pt>
                <c:pt idx="232">
                  <c:v>44656.0</c:v>
                </c:pt>
                <c:pt idx="233">
                  <c:v>44657.0</c:v>
                </c:pt>
                <c:pt idx="234">
                  <c:v>44658.0</c:v>
                </c:pt>
                <c:pt idx="235">
                  <c:v>44659.0</c:v>
                </c:pt>
                <c:pt idx="236">
                  <c:v>44662.0</c:v>
                </c:pt>
                <c:pt idx="237">
                  <c:v>44663.0</c:v>
                </c:pt>
                <c:pt idx="238">
                  <c:v>44664.0</c:v>
                </c:pt>
                <c:pt idx="239">
                  <c:v>44665.0</c:v>
                </c:pt>
                <c:pt idx="240">
                  <c:v>44669.0</c:v>
                </c:pt>
                <c:pt idx="241">
                  <c:v>44670.0</c:v>
                </c:pt>
                <c:pt idx="242">
                  <c:v>44671.0</c:v>
                </c:pt>
                <c:pt idx="243">
                  <c:v>44673.0</c:v>
                </c:pt>
                <c:pt idx="244">
                  <c:v>44676.0</c:v>
                </c:pt>
                <c:pt idx="245">
                  <c:v>44677.0</c:v>
                </c:pt>
                <c:pt idx="246">
                  <c:v>44678.0</c:v>
                </c:pt>
                <c:pt idx="247">
                  <c:v>44679.0</c:v>
                </c:pt>
                <c:pt idx="248">
                  <c:v>44680.0</c:v>
                </c:pt>
                <c:pt idx="249">
                  <c:v>44683.0</c:v>
                </c:pt>
                <c:pt idx="250">
                  <c:v>44684.0</c:v>
                </c:pt>
                <c:pt idx="251">
                  <c:v>44685.0</c:v>
                </c:pt>
                <c:pt idx="252">
                  <c:v>44686.0</c:v>
                </c:pt>
                <c:pt idx="253">
                  <c:v>44687.0</c:v>
                </c:pt>
                <c:pt idx="254">
                  <c:v>44690.0</c:v>
                </c:pt>
                <c:pt idx="255">
                  <c:v>44691.0</c:v>
                </c:pt>
                <c:pt idx="256">
                  <c:v>44692.0</c:v>
                </c:pt>
                <c:pt idx="257">
                  <c:v>44693.0</c:v>
                </c:pt>
                <c:pt idx="258">
                  <c:v>44694.0</c:v>
                </c:pt>
                <c:pt idx="259">
                  <c:v>44697.0</c:v>
                </c:pt>
                <c:pt idx="260">
                  <c:v>44698.0</c:v>
                </c:pt>
                <c:pt idx="261">
                  <c:v>44699.0</c:v>
                </c:pt>
                <c:pt idx="262">
                  <c:v>44700.0</c:v>
                </c:pt>
                <c:pt idx="263">
                  <c:v>44701.0</c:v>
                </c:pt>
                <c:pt idx="264">
                  <c:v>44704.0</c:v>
                </c:pt>
                <c:pt idx="265">
                  <c:v>44705.0</c:v>
                </c:pt>
                <c:pt idx="266">
                  <c:v>44706.0</c:v>
                </c:pt>
                <c:pt idx="267">
                  <c:v>44707.0</c:v>
                </c:pt>
                <c:pt idx="268">
                  <c:v>44708.0</c:v>
                </c:pt>
                <c:pt idx="269">
                  <c:v>44711.0</c:v>
                </c:pt>
                <c:pt idx="270">
                  <c:v>44712.0</c:v>
                </c:pt>
                <c:pt idx="271">
                  <c:v>44713.0</c:v>
                </c:pt>
                <c:pt idx="272">
                  <c:v>44714.0</c:v>
                </c:pt>
                <c:pt idx="273">
                  <c:v>44715.0</c:v>
                </c:pt>
                <c:pt idx="274">
                  <c:v>44718.0</c:v>
                </c:pt>
                <c:pt idx="275">
                  <c:v>44719.0</c:v>
                </c:pt>
                <c:pt idx="276">
                  <c:v>44720.0</c:v>
                </c:pt>
                <c:pt idx="277">
                  <c:v>44721.0</c:v>
                </c:pt>
                <c:pt idx="278">
                  <c:v>44722.0</c:v>
                </c:pt>
                <c:pt idx="279">
                  <c:v>44725.0</c:v>
                </c:pt>
                <c:pt idx="280">
                  <c:v>44726.0</c:v>
                </c:pt>
                <c:pt idx="281">
                  <c:v>44727.0</c:v>
                </c:pt>
                <c:pt idx="282">
                  <c:v>44729.0</c:v>
                </c:pt>
                <c:pt idx="283">
                  <c:v>44732.0</c:v>
                </c:pt>
                <c:pt idx="284">
                  <c:v>44733.0</c:v>
                </c:pt>
                <c:pt idx="285">
                  <c:v>44734.0</c:v>
                </c:pt>
                <c:pt idx="286">
                  <c:v>44735.0</c:v>
                </c:pt>
                <c:pt idx="287">
                  <c:v>44736.0</c:v>
                </c:pt>
                <c:pt idx="288">
                  <c:v>44739.0</c:v>
                </c:pt>
                <c:pt idx="289">
                  <c:v>44740.0</c:v>
                </c:pt>
                <c:pt idx="290">
                  <c:v>44741.0</c:v>
                </c:pt>
                <c:pt idx="291">
                  <c:v>44742.0</c:v>
                </c:pt>
                <c:pt idx="292">
                  <c:v>44743.0</c:v>
                </c:pt>
                <c:pt idx="293">
                  <c:v>44746.0</c:v>
                </c:pt>
                <c:pt idx="294">
                  <c:v>44747.0</c:v>
                </c:pt>
                <c:pt idx="295">
                  <c:v>44748.0</c:v>
                </c:pt>
                <c:pt idx="296">
                  <c:v>44749.0</c:v>
                </c:pt>
                <c:pt idx="297">
                  <c:v>44750.0</c:v>
                </c:pt>
                <c:pt idx="298">
                  <c:v>44753.0</c:v>
                </c:pt>
                <c:pt idx="299">
                  <c:v>44754.0</c:v>
                </c:pt>
                <c:pt idx="300">
                  <c:v>44755.0</c:v>
                </c:pt>
                <c:pt idx="301">
                  <c:v>44756.0</c:v>
                </c:pt>
                <c:pt idx="302">
                  <c:v>44757.0</c:v>
                </c:pt>
                <c:pt idx="303">
                  <c:v>44760.0</c:v>
                </c:pt>
                <c:pt idx="304">
                  <c:v>44761.0</c:v>
                </c:pt>
                <c:pt idx="305">
                  <c:v>44762.0</c:v>
                </c:pt>
                <c:pt idx="306">
                  <c:v>44763.0</c:v>
                </c:pt>
                <c:pt idx="307">
                  <c:v>44764.0</c:v>
                </c:pt>
                <c:pt idx="308">
                  <c:v>44767.0</c:v>
                </c:pt>
                <c:pt idx="309">
                  <c:v>44768.0</c:v>
                </c:pt>
                <c:pt idx="310">
                  <c:v>44769.0</c:v>
                </c:pt>
                <c:pt idx="311">
                  <c:v>44770.0</c:v>
                </c:pt>
                <c:pt idx="312">
                  <c:v>44771.0</c:v>
                </c:pt>
                <c:pt idx="313">
                  <c:v>44774.0</c:v>
                </c:pt>
                <c:pt idx="314">
                  <c:v>44775.0</c:v>
                </c:pt>
                <c:pt idx="315">
                  <c:v>44776.0</c:v>
                </c:pt>
                <c:pt idx="316">
                  <c:v>44777.0</c:v>
                </c:pt>
                <c:pt idx="317">
                  <c:v>44778.0</c:v>
                </c:pt>
                <c:pt idx="318">
                  <c:v>44781.0</c:v>
                </c:pt>
                <c:pt idx="319">
                  <c:v>44782.0</c:v>
                </c:pt>
                <c:pt idx="320">
                  <c:v>44783.0</c:v>
                </c:pt>
                <c:pt idx="321">
                  <c:v>44784.0</c:v>
                </c:pt>
                <c:pt idx="322">
                  <c:v>44785.0</c:v>
                </c:pt>
                <c:pt idx="323">
                  <c:v>44788.0</c:v>
                </c:pt>
                <c:pt idx="324">
                  <c:v>44789.0</c:v>
                </c:pt>
                <c:pt idx="325">
                  <c:v>44790.0</c:v>
                </c:pt>
                <c:pt idx="326">
                  <c:v>44791.0</c:v>
                </c:pt>
                <c:pt idx="327">
                  <c:v>44792.0</c:v>
                </c:pt>
                <c:pt idx="328">
                  <c:v>44795.0</c:v>
                </c:pt>
                <c:pt idx="329">
                  <c:v>44796.0</c:v>
                </c:pt>
                <c:pt idx="330">
                  <c:v>44797.0</c:v>
                </c:pt>
                <c:pt idx="331">
                  <c:v>44798.0</c:v>
                </c:pt>
                <c:pt idx="332">
                  <c:v>44799.0</c:v>
                </c:pt>
                <c:pt idx="333">
                  <c:v>44802.0</c:v>
                </c:pt>
                <c:pt idx="334">
                  <c:v>44803.0</c:v>
                </c:pt>
                <c:pt idx="335">
                  <c:v>44804.0</c:v>
                </c:pt>
                <c:pt idx="336">
                  <c:v>44805.0</c:v>
                </c:pt>
                <c:pt idx="337">
                  <c:v>44806.0</c:v>
                </c:pt>
                <c:pt idx="338">
                  <c:v>44809.0</c:v>
                </c:pt>
                <c:pt idx="339">
                  <c:v>44810.0</c:v>
                </c:pt>
                <c:pt idx="340">
                  <c:v>44812.0</c:v>
                </c:pt>
                <c:pt idx="341">
                  <c:v>44813.0</c:v>
                </c:pt>
                <c:pt idx="342">
                  <c:v>44816.0</c:v>
                </c:pt>
                <c:pt idx="343">
                  <c:v>44817.0</c:v>
                </c:pt>
                <c:pt idx="344">
                  <c:v>44818.0</c:v>
                </c:pt>
                <c:pt idx="345">
                  <c:v>44819.0</c:v>
                </c:pt>
                <c:pt idx="346">
                  <c:v>44820.0</c:v>
                </c:pt>
                <c:pt idx="347">
                  <c:v>44823.0</c:v>
                </c:pt>
                <c:pt idx="348">
                  <c:v>44824.0</c:v>
                </c:pt>
                <c:pt idx="349">
                  <c:v>44825.0</c:v>
                </c:pt>
                <c:pt idx="350">
                  <c:v>44826.0</c:v>
                </c:pt>
                <c:pt idx="351">
                  <c:v>44827.0</c:v>
                </c:pt>
                <c:pt idx="352">
                  <c:v>44830.0</c:v>
                </c:pt>
                <c:pt idx="353">
                  <c:v>44831.0</c:v>
                </c:pt>
                <c:pt idx="354">
                  <c:v>44832.0</c:v>
                </c:pt>
                <c:pt idx="355">
                  <c:v>44833.0</c:v>
                </c:pt>
                <c:pt idx="356">
                  <c:v>44834.0</c:v>
                </c:pt>
                <c:pt idx="357">
                  <c:v>44837.0</c:v>
                </c:pt>
                <c:pt idx="358">
                  <c:v>44838.0</c:v>
                </c:pt>
                <c:pt idx="359">
                  <c:v>44839.0</c:v>
                </c:pt>
                <c:pt idx="360">
                  <c:v>44840.0</c:v>
                </c:pt>
                <c:pt idx="361">
                  <c:v>44841.0</c:v>
                </c:pt>
                <c:pt idx="362">
                  <c:v>44844.0</c:v>
                </c:pt>
                <c:pt idx="363">
                  <c:v>44845.0</c:v>
                </c:pt>
                <c:pt idx="364">
                  <c:v>44847.0</c:v>
                </c:pt>
                <c:pt idx="365">
                  <c:v>44848.0</c:v>
                </c:pt>
                <c:pt idx="366">
                  <c:v>44851.0</c:v>
                </c:pt>
                <c:pt idx="367">
                  <c:v>44852.0</c:v>
                </c:pt>
                <c:pt idx="368">
                  <c:v>44853.0</c:v>
                </c:pt>
                <c:pt idx="369">
                  <c:v>44854.0</c:v>
                </c:pt>
                <c:pt idx="370">
                  <c:v>44855.0</c:v>
                </c:pt>
                <c:pt idx="371">
                  <c:v>44858.0</c:v>
                </c:pt>
                <c:pt idx="372">
                  <c:v>44859.0</c:v>
                </c:pt>
                <c:pt idx="373">
                  <c:v>44860.0</c:v>
                </c:pt>
                <c:pt idx="374">
                  <c:v>44861.0</c:v>
                </c:pt>
                <c:pt idx="375">
                  <c:v>44862.0</c:v>
                </c:pt>
                <c:pt idx="376">
                  <c:v>44865.0</c:v>
                </c:pt>
                <c:pt idx="377">
                  <c:v>44866.0</c:v>
                </c:pt>
                <c:pt idx="378">
                  <c:v>44868.0</c:v>
                </c:pt>
                <c:pt idx="379">
                  <c:v>44869.0</c:v>
                </c:pt>
                <c:pt idx="380">
                  <c:v>44872.0</c:v>
                </c:pt>
                <c:pt idx="381">
                  <c:v>44873.0</c:v>
                </c:pt>
                <c:pt idx="382">
                  <c:v>44874.0</c:v>
                </c:pt>
                <c:pt idx="383">
                  <c:v>44875.0</c:v>
                </c:pt>
                <c:pt idx="384">
                  <c:v>44876.0</c:v>
                </c:pt>
                <c:pt idx="385">
                  <c:v>44879.0</c:v>
                </c:pt>
                <c:pt idx="386">
                  <c:v>44881.0</c:v>
                </c:pt>
                <c:pt idx="387">
                  <c:v>44882.0</c:v>
                </c:pt>
                <c:pt idx="388">
                  <c:v>44883.0</c:v>
                </c:pt>
                <c:pt idx="389">
                  <c:v>44886.0</c:v>
                </c:pt>
                <c:pt idx="390">
                  <c:v>44887.0</c:v>
                </c:pt>
                <c:pt idx="391">
                  <c:v>44888.0</c:v>
                </c:pt>
                <c:pt idx="392">
                  <c:v>44889.0</c:v>
                </c:pt>
                <c:pt idx="393">
                  <c:v>44890.0</c:v>
                </c:pt>
                <c:pt idx="394">
                  <c:v>44893.0</c:v>
                </c:pt>
                <c:pt idx="395">
                  <c:v>44894.0</c:v>
                </c:pt>
                <c:pt idx="396">
                  <c:v>44895.0</c:v>
                </c:pt>
                <c:pt idx="397">
                  <c:v>44896.0</c:v>
                </c:pt>
                <c:pt idx="398">
                  <c:v>44897.0</c:v>
                </c:pt>
                <c:pt idx="399">
                  <c:v>44900.0</c:v>
                </c:pt>
                <c:pt idx="400">
                  <c:v>44901.0</c:v>
                </c:pt>
                <c:pt idx="401">
                  <c:v>44902.0</c:v>
                </c:pt>
                <c:pt idx="402">
                  <c:v>44903.0</c:v>
                </c:pt>
                <c:pt idx="403">
                  <c:v>44904.0</c:v>
                </c:pt>
                <c:pt idx="404">
                  <c:v>44907.0</c:v>
                </c:pt>
                <c:pt idx="405">
                  <c:v>44908.0</c:v>
                </c:pt>
                <c:pt idx="406">
                  <c:v>44909.0</c:v>
                </c:pt>
                <c:pt idx="407">
                  <c:v>44910.0</c:v>
                </c:pt>
                <c:pt idx="408">
                  <c:v>44911.0</c:v>
                </c:pt>
                <c:pt idx="409">
                  <c:v>44914.0</c:v>
                </c:pt>
                <c:pt idx="410">
                  <c:v>44915.0</c:v>
                </c:pt>
                <c:pt idx="411">
                  <c:v>44916.0</c:v>
                </c:pt>
                <c:pt idx="412">
                  <c:v>44917.0</c:v>
                </c:pt>
                <c:pt idx="413">
                  <c:v>44918.0</c:v>
                </c:pt>
                <c:pt idx="414">
                  <c:v>44921.0</c:v>
                </c:pt>
                <c:pt idx="415">
                  <c:v>44922.0</c:v>
                </c:pt>
                <c:pt idx="416">
                  <c:v>44923.0</c:v>
                </c:pt>
                <c:pt idx="417">
                  <c:v>44924.0</c:v>
                </c:pt>
                <c:pt idx="418">
                  <c:v>44928.0</c:v>
                </c:pt>
                <c:pt idx="419">
                  <c:v>44929.0</c:v>
                </c:pt>
                <c:pt idx="420">
                  <c:v>44930.0</c:v>
                </c:pt>
                <c:pt idx="421">
                  <c:v>44931.0</c:v>
                </c:pt>
                <c:pt idx="422">
                  <c:v>44932.0</c:v>
                </c:pt>
                <c:pt idx="423">
                  <c:v>44935.0</c:v>
                </c:pt>
                <c:pt idx="424">
                  <c:v>44936.0</c:v>
                </c:pt>
                <c:pt idx="425">
                  <c:v>44937.0</c:v>
                </c:pt>
                <c:pt idx="426">
                  <c:v>44938.0</c:v>
                </c:pt>
                <c:pt idx="427">
                  <c:v>44939.0</c:v>
                </c:pt>
                <c:pt idx="428">
                  <c:v>44942.0</c:v>
                </c:pt>
                <c:pt idx="429">
                  <c:v>44943.0</c:v>
                </c:pt>
                <c:pt idx="430">
                  <c:v>44944.0</c:v>
                </c:pt>
                <c:pt idx="431">
                  <c:v>44945.0</c:v>
                </c:pt>
                <c:pt idx="432">
                  <c:v>44946.0</c:v>
                </c:pt>
                <c:pt idx="433">
                  <c:v>44949.0</c:v>
                </c:pt>
                <c:pt idx="434">
                  <c:v>44950.0</c:v>
                </c:pt>
                <c:pt idx="435">
                  <c:v>44951.0</c:v>
                </c:pt>
                <c:pt idx="436">
                  <c:v>44952.0</c:v>
                </c:pt>
                <c:pt idx="437">
                  <c:v>44953.0</c:v>
                </c:pt>
                <c:pt idx="438">
                  <c:v>44956.0</c:v>
                </c:pt>
                <c:pt idx="439">
                  <c:v>44957.0</c:v>
                </c:pt>
                <c:pt idx="440">
                  <c:v>44958.0</c:v>
                </c:pt>
                <c:pt idx="441">
                  <c:v>44959.0</c:v>
                </c:pt>
                <c:pt idx="442">
                  <c:v>44960.0</c:v>
                </c:pt>
                <c:pt idx="443">
                  <c:v>44963.0</c:v>
                </c:pt>
                <c:pt idx="444">
                  <c:v>44964.0</c:v>
                </c:pt>
                <c:pt idx="445">
                  <c:v>44965.0</c:v>
                </c:pt>
                <c:pt idx="446">
                  <c:v>44966.0</c:v>
                </c:pt>
                <c:pt idx="447">
                  <c:v>44967.0</c:v>
                </c:pt>
                <c:pt idx="448">
                  <c:v>44970.0</c:v>
                </c:pt>
                <c:pt idx="449">
                  <c:v>44971.0</c:v>
                </c:pt>
                <c:pt idx="450">
                  <c:v>44972.0</c:v>
                </c:pt>
                <c:pt idx="451">
                  <c:v>44973.0</c:v>
                </c:pt>
                <c:pt idx="452">
                  <c:v>44974.0</c:v>
                </c:pt>
                <c:pt idx="453">
                  <c:v>44979.0</c:v>
                </c:pt>
                <c:pt idx="454">
                  <c:v>44980.0</c:v>
                </c:pt>
                <c:pt idx="455">
                  <c:v>44981.0</c:v>
                </c:pt>
                <c:pt idx="456">
                  <c:v>44984.0</c:v>
                </c:pt>
                <c:pt idx="457">
                  <c:v>44985.0</c:v>
                </c:pt>
                <c:pt idx="458">
                  <c:v>44986.0</c:v>
                </c:pt>
                <c:pt idx="459">
                  <c:v>44987.0</c:v>
                </c:pt>
                <c:pt idx="460">
                  <c:v>44988.0</c:v>
                </c:pt>
                <c:pt idx="461">
                  <c:v>44991.0</c:v>
                </c:pt>
                <c:pt idx="462">
                  <c:v>44992.0</c:v>
                </c:pt>
                <c:pt idx="463">
                  <c:v>44993.0</c:v>
                </c:pt>
                <c:pt idx="464">
                  <c:v>44994.0</c:v>
                </c:pt>
                <c:pt idx="465">
                  <c:v>44995.0</c:v>
                </c:pt>
                <c:pt idx="466">
                  <c:v>44998.0</c:v>
                </c:pt>
                <c:pt idx="467">
                  <c:v>44999.0</c:v>
                </c:pt>
                <c:pt idx="468">
                  <c:v>45000.0</c:v>
                </c:pt>
                <c:pt idx="469">
                  <c:v>45001.0</c:v>
                </c:pt>
                <c:pt idx="470">
                  <c:v>45002.0</c:v>
                </c:pt>
                <c:pt idx="471">
                  <c:v>45005.0</c:v>
                </c:pt>
                <c:pt idx="472">
                  <c:v>45006.0</c:v>
                </c:pt>
                <c:pt idx="473">
                  <c:v>45007.0</c:v>
                </c:pt>
                <c:pt idx="474">
                  <c:v>45008.0</c:v>
                </c:pt>
                <c:pt idx="475">
                  <c:v>45009.0</c:v>
                </c:pt>
                <c:pt idx="476">
                  <c:v>45012.0</c:v>
                </c:pt>
                <c:pt idx="477">
                  <c:v>45013.0</c:v>
                </c:pt>
                <c:pt idx="478">
                  <c:v>45014.0</c:v>
                </c:pt>
                <c:pt idx="479">
                  <c:v>45015.0</c:v>
                </c:pt>
                <c:pt idx="480">
                  <c:v>45016.0</c:v>
                </c:pt>
                <c:pt idx="481">
                  <c:v>45019.0</c:v>
                </c:pt>
                <c:pt idx="482">
                  <c:v>45020.0</c:v>
                </c:pt>
                <c:pt idx="483">
                  <c:v>45021.0</c:v>
                </c:pt>
                <c:pt idx="484">
                  <c:v>45022.0</c:v>
                </c:pt>
                <c:pt idx="485">
                  <c:v>45026.0</c:v>
                </c:pt>
                <c:pt idx="486">
                  <c:v>45027.0</c:v>
                </c:pt>
                <c:pt idx="487">
                  <c:v>45028.0</c:v>
                </c:pt>
                <c:pt idx="488">
                  <c:v>45029.0</c:v>
                </c:pt>
                <c:pt idx="489">
                  <c:v>45030.0</c:v>
                </c:pt>
                <c:pt idx="490">
                  <c:v>45033.0</c:v>
                </c:pt>
                <c:pt idx="491">
                  <c:v>45034.0</c:v>
                </c:pt>
                <c:pt idx="492">
                  <c:v>45035.0</c:v>
                </c:pt>
                <c:pt idx="493">
                  <c:v>45036.0</c:v>
                </c:pt>
                <c:pt idx="494">
                  <c:v>45040.0</c:v>
                </c:pt>
                <c:pt idx="495">
                  <c:v>45041.0</c:v>
                </c:pt>
                <c:pt idx="496">
                  <c:v>45042.0</c:v>
                </c:pt>
                <c:pt idx="497">
                  <c:v>45043.0</c:v>
                </c:pt>
                <c:pt idx="498">
                  <c:v>45044.0</c:v>
                </c:pt>
                <c:pt idx="499">
                  <c:v>45048.0</c:v>
                </c:pt>
                <c:pt idx="500">
                  <c:v>45049.0</c:v>
                </c:pt>
                <c:pt idx="501">
                  <c:v>45050.0</c:v>
                </c:pt>
                <c:pt idx="502">
                  <c:v>45051.0</c:v>
                </c:pt>
                <c:pt idx="503">
                  <c:v>45054.0</c:v>
                </c:pt>
                <c:pt idx="504">
                  <c:v>45055.0</c:v>
                </c:pt>
                <c:pt idx="505">
                  <c:v>45056.0</c:v>
                </c:pt>
                <c:pt idx="506">
                  <c:v>45057.0</c:v>
                </c:pt>
                <c:pt idx="507">
                  <c:v>45058.0</c:v>
                </c:pt>
                <c:pt idx="508">
                  <c:v>45061.0</c:v>
                </c:pt>
                <c:pt idx="509">
                  <c:v>45062.0</c:v>
                </c:pt>
                <c:pt idx="510">
                  <c:v>45063.0</c:v>
                </c:pt>
                <c:pt idx="511">
                  <c:v>45064.0</c:v>
                </c:pt>
                <c:pt idx="512">
                  <c:v>45065.0</c:v>
                </c:pt>
                <c:pt idx="513">
                  <c:v>45068.0</c:v>
                </c:pt>
                <c:pt idx="514">
                  <c:v>45069.0</c:v>
                </c:pt>
                <c:pt idx="515">
                  <c:v>45070.0</c:v>
                </c:pt>
                <c:pt idx="516">
                  <c:v>45071.0</c:v>
                </c:pt>
                <c:pt idx="517">
                  <c:v>45072.0</c:v>
                </c:pt>
                <c:pt idx="518">
                  <c:v>45075.0</c:v>
                </c:pt>
                <c:pt idx="519">
                  <c:v>45076.0</c:v>
                </c:pt>
                <c:pt idx="520">
                  <c:v>45077.0</c:v>
                </c:pt>
                <c:pt idx="521">
                  <c:v>45078.0</c:v>
                </c:pt>
                <c:pt idx="522">
                  <c:v>45079.0</c:v>
                </c:pt>
                <c:pt idx="523">
                  <c:v>45082.0</c:v>
                </c:pt>
                <c:pt idx="524">
                  <c:v>45083.0</c:v>
                </c:pt>
                <c:pt idx="525">
                  <c:v>45084.0</c:v>
                </c:pt>
                <c:pt idx="526">
                  <c:v>45086.0</c:v>
                </c:pt>
                <c:pt idx="527">
                  <c:v>45089.0</c:v>
                </c:pt>
                <c:pt idx="528">
                  <c:v>45090.0</c:v>
                </c:pt>
                <c:pt idx="529">
                  <c:v>45091.0</c:v>
                </c:pt>
                <c:pt idx="530">
                  <c:v>45092.0</c:v>
                </c:pt>
                <c:pt idx="531">
                  <c:v>45093.0</c:v>
                </c:pt>
                <c:pt idx="532">
                  <c:v>45096.0</c:v>
                </c:pt>
                <c:pt idx="533">
                  <c:v>45097.0</c:v>
                </c:pt>
                <c:pt idx="534">
                  <c:v>45098.0</c:v>
                </c:pt>
                <c:pt idx="535">
                  <c:v>45099.0</c:v>
                </c:pt>
                <c:pt idx="536">
                  <c:v>45100.0</c:v>
                </c:pt>
                <c:pt idx="537">
                  <c:v>45103.0</c:v>
                </c:pt>
                <c:pt idx="538">
                  <c:v>45104.0</c:v>
                </c:pt>
                <c:pt idx="539">
                  <c:v>45105.0</c:v>
                </c:pt>
                <c:pt idx="540">
                  <c:v>45106.0</c:v>
                </c:pt>
                <c:pt idx="541">
                  <c:v>45107.0</c:v>
                </c:pt>
                <c:pt idx="542">
                  <c:v>45110.0</c:v>
                </c:pt>
                <c:pt idx="543">
                  <c:v>45111.0</c:v>
                </c:pt>
                <c:pt idx="544">
                  <c:v>45112.0</c:v>
                </c:pt>
                <c:pt idx="545">
                  <c:v>45113.0</c:v>
                </c:pt>
                <c:pt idx="546">
                  <c:v>45114.0</c:v>
                </c:pt>
                <c:pt idx="547">
                  <c:v>45117.0</c:v>
                </c:pt>
                <c:pt idx="548">
                  <c:v>45118.0</c:v>
                </c:pt>
                <c:pt idx="549">
                  <c:v>45119.0</c:v>
                </c:pt>
                <c:pt idx="550">
                  <c:v>45120.0</c:v>
                </c:pt>
                <c:pt idx="551">
                  <c:v>45121.0</c:v>
                </c:pt>
                <c:pt idx="552">
                  <c:v>45124.0</c:v>
                </c:pt>
                <c:pt idx="553">
                  <c:v>45125.0</c:v>
                </c:pt>
                <c:pt idx="554">
                  <c:v>45126.0</c:v>
                </c:pt>
                <c:pt idx="555">
                  <c:v>45127.0</c:v>
                </c:pt>
                <c:pt idx="556">
                  <c:v>45128.0</c:v>
                </c:pt>
                <c:pt idx="557">
                  <c:v>45131.0</c:v>
                </c:pt>
                <c:pt idx="558">
                  <c:v>45132.0</c:v>
                </c:pt>
                <c:pt idx="559">
                  <c:v>45133.0</c:v>
                </c:pt>
                <c:pt idx="560">
                  <c:v>45134.0</c:v>
                </c:pt>
                <c:pt idx="561">
                  <c:v>45135.0</c:v>
                </c:pt>
                <c:pt idx="562">
                  <c:v>45138.0</c:v>
                </c:pt>
                <c:pt idx="563">
                  <c:v>45139.0</c:v>
                </c:pt>
                <c:pt idx="564">
                  <c:v>45140.0</c:v>
                </c:pt>
                <c:pt idx="565">
                  <c:v>45141.0</c:v>
                </c:pt>
                <c:pt idx="566">
                  <c:v>45142.0</c:v>
                </c:pt>
                <c:pt idx="567">
                  <c:v>45145.0</c:v>
                </c:pt>
                <c:pt idx="568">
                  <c:v>45146.0</c:v>
                </c:pt>
                <c:pt idx="569">
                  <c:v>45147.0</c:v>
                </c:pt>
                <c:pt idx="570">
                  <c:v>45148.0</c:v>
                </c:pt>
                <c:pt idx="571">
                  <c:v>45149.0</c:v>
                </c:pt>
                <c:pt idx="572">
                  <c:v>45152.0</c:v>
                </c:pt>
                <c:pt idx="573">
                  <c:v>45153.0</c:v>
                </c:pt>
                <c:pt idx="574">
                  <c:v>45154.0</c:v>
                </c:pt>
                <c:pt idx="575">
                  <c:v>45155.0</c:v>
                </c:pt>
                <c:pt idx="576">
                  <c:v>45156.0</c:v>
                </c:pt>
                <c:pt idx="577">
                  <c:v>45159.0</c:v>
                </c:pt>
                <c:pt idx="578">
                  <c:v>45160.0</c:v>
                </c:pt>
                <c:pt idx="579">
                  <c:v>45161.0</c:v>
                </c:pt>
                <c:pt idx="580">
                  <c:v>45162.0</c:v>
                </c:pt>
                <c:pt idx="581">
                  <c:v>45163.0</c:v>
                </c:pt>
                <c:pt idx="582">
                  <c:v>45166.0</c:v>
                </c:pt>
                <c:pt idx="583">
                  <c:v>45167.0</c:v>
                </c:pt>
                <c:pt idx="584">
                  <c:v>45168.0</c:v>
                </c:pt>
                <c:pt idx="585">
                  <c:v>45169.0</c:v>
                </c:pt>
                <c:pt idx="586">
                  <c:v>45170.0</c:v>
                </c:pt>
                <c:pt idx="587">
                  <c:v>45173.0</c:v>
                </c:pt>
                <c:pt idx="588">
                  <c:v>45174.0</c:v>
                </c:pt>
                <c:pt idx="589">
                  <c:v>45175.0</c:v>
                </c:pt>
                <c:pt idx="590">
                  <c:v>45177.0</c:v>
                </c:pt>
                <c:pt idx="591">
                  <c:v>45180.0</c:v>
                </c:pt>
                <c:pt idx="592">
                  <c:v>45181.0</c:v>
                </c:pt>
                <c:pt idx="593">
                  <c:v>45182.0</c:v>
                </c:pt>
                <c:pt idx="594">
                  <c:v>45183.0</c:v>
                </c:pt>
                <c:pt idx="595">
                  <c:v>45184.0</c:v>
                </c:pt>
                <c:pt idx="596">
                  <c:v>45187.0</c:v>
                </c:pt>
                <c:pt idx="597">
                  <c:v>45188.0</c:v>
                </c:pt>
                <c:pt idx="598">
                  <c:v>45189.0</c:v>
                </c:pt>
                <c:pt idx="599">
                  <c:v>45190.0</c:v>
                </c:pt>
                <c:pt idx="600">
                  <c:v>45191.0</c:v>
                </c:pt>
                <c:pt idx="601">
                  <c:v>45194.0</c:v>
                </c:pt>
                <c:pt idx="602">
                  <c:v>45195.0</c:v>
                </c:pt>
                <c:pt idx="603">
                  <c:v>45196.0</c:v>
                </c:pt>
                <c:pt idx="604">
                  <c:v>45197.0</c:v>
                </c:pt>
                <c:pt idx="605">
                  <c:v>45198.0</c:v>
                </c:pt>
                <c:pt idx="606">
                  <c:v>45201.0</c:v>
                </c:pt>
                <c:pt idx="607">
                  <c:v>45202.0</c:v>
                </c:pt>
                <c:pt idx="608">
                  <c:v>45203.0</c:v>
                </c:pt>
                <c:pt idx="609">
                  <c:v>45204.0</c:v>
                </c:pt>
                <c:pt idx="610">
                  <c:v>45205.0</c:v>
                </c:pt>
                <c:pt idx="611">
                  <c:v>45208.0</c:v>
                </c:pt>
                <c:pt idx="612">
                  <c:v>45209.0</c:v>
                </c:pt>
                <c:pt idx="613">
                  <c:v>45210.0</c:v>
                </c:pt>
                <c:pt idx="614">
                  <c:v>45212.0</c:v>
                </c:pt>
                <c:pt idx="615">
                  <c:v>45215.0</c:v>
                </c:pt>
                <c:pt idx="616">
                  <c:v>45216.0</c:v>
                </c:pt>
                <c:pt idx="617">
                  <c:v>45217.0</c:v>
                </c:pt>
                <c:pt idx="618">
                  <c:v>45218.0</c:v>
                </c:pt>
                <c:pt idx="619">
                  <c:v>45219.0</c:v>
                </c:pt>
                <c:pt idx="620">
                  <c:v>45222.0</c:v>
                </c:pt>
                <c:pt idx="621">
                  <c:v>45223.0</c:v>
                </c:pt>
                <c:pt idx="622">
                  <c:v>45224.0</c:v>
                </c:pt>
                <c:pt idx="623">
                  <c:v>45225.0</c:v>
                </c:pt>
                <c:pt idx="624">
                  <c:v>45226.0</c:v>
                </c:pt>
                <c:pt idx="625">
                  <c:v>45229.0</c:v>
                </c:pt>
                <c:pt idx="626">
                  <c:v>45230.0</c:v>
                </c:pt>
                <c:pt idx="627">
                  <c:v>45231.0</c:v>
                </c:pt>
                <c:pt idx="628">
                  <c:v>45233.0</c:v>
                </c:pt>
                <c:pt idx="629">
                  <c:v>45236.0</c:v>
                </c:pt>
                <c:pt idx="630">
                  <c:v>45237.0</c:v>
                </c:pt>
                <c:pt idx="631">
                  <c:v>45238.0</c:v>
                </c:pt>
                <c:pt idx="632">
                  <c:v>45239.0</c:v>
                </c:pt>
                <c:pt idx="633">
                  <c:v>45240.0</c:v>
                </c:pt>
                <c:pt idx="634">
                  <c:v>45243.0</c:v>
                </c:pt>
                <c:pt idx="635">
                  <c:v>45244.0</c:v>
                </c:pt>
                <c:pt idx="636">
                  <c:v>45246.0</c:v>
                </c:pt>
                <c:pt idx="637">
                  <c:v>45247.0</c:v>
                </c:pt>
                <c:pt idx="638">
                  <c:v>45250.0</c:v>
                </c:pt>
                <c:pt idx="639">
                  <c:v>45251.0</c:v>
                </c:pt>
                <c:pt idx="640">
                  <c:v>45252.0</c:v>
                </c:pt>
                <c:pt idx="641">
                  <c:v>45253.0</c:v>
                </c:pt>
                <c:pt idx="642">
                  <c:v>45254.0</c:v>
                </c:pt>
                <c:pt idx="643">
                  <c:v>45257.0</c:v>
                </c:pt>
                <c:pt idx="644">
                  <c:v>45258.0</c:v>
                </c:pt>
                <c:pt idx="645">
                  <c:v>45259.0</c:v>
                </c:pt>
                <c:pt idx="646">
                  <c:v>45260.0</c:v>
                </c:pt>
                <c:pt idx="647">
                  <c:v>45261.0</c:v>
                </c:pt>
                <c:pt idx="648">
                  <c:v>45264.0</c:v>
                </c:pt>
                <c:pt idx="649">
                  <c:v>45265.0</c:v>
                </c:pt>
                <c:pt idx="650">
                  <c:v>45266.0</c:v>
                </c:pt>
                <c:pt idx="651">
                  <c:v>45267.0</c:v>
                </c:pt>
                <c:pt idx="652">
                  <c:v>45268.0</c:v>
                </c:pt>
                <c:pt idx="653">
                  <c:v>45271.0</c:v>
                </c:pt>
                <c:pt idx="654">
                  <c:v>45272.0</c:v>
                </c:pt>
                <c:pt idx="655">
                  <c:v>45273.0</c:v>
                </c:pt>
                <c:pt idx="656">
                  <c:v>45274.0</c:v>
                </c:pt>
                <c:pt idx="657">
                  <c:v>45275.0</c:v>
                </c:pt>
                <c:pt idx="658">
                  <c:v>45278.0</c:v>
                </c:pt>
                <c:pt idx="659">
                  <c:v>45279.0</c:v>
                </c:pt>
                <c:pt idx="660">
                  <c:v>45280.0</c:v>
                </c:pt>
                <c:pt idx="661">
                  <c:v>45281.0</c:v>
                </c:pt>
                <c:pt idx="662">
                  <c:v>45282.0</c:v>
                </c:pt>
                <c:pt idx="663">
                  <c:v>45286.0</c:v>
                </c:pt>
                <c:pt idx="664">
                  <c:v>45287.0</c:v>
                </c:pt>
                <c:pt idx="665">
                  <c:v>45288.0</c:v>
                </c:pt>
                <c:pt idx="666">
                  <c:v>45293.0</c:v>
                </c:pt>
                <c:pt idx="667">
                  <c:v>45294.0</c:v>
                </c:pt>
                <c:pt idx="668">
                  <c:v>45295.0</c:v>
                </c:pt>
                <c:pt idx="669">
                  <c:v>45296.0</c:v>
                </c:pt>
                <c:pt idx="670">
                  <c:v>45299.0</c:v>
                </c:pt>
                <c:pt idx="671">
                  <c:v>45300.0</c:v>
                </c:pt>
                <c:pt idx="672">
                  <c:v>45301.0</c:v>
                </c:pt>
                <c:pt idx="673">
                  <c:v>45302.0</c:v>
                </c:pt>
                <c:pt idx="674">
                  <c:v>45303.0</c:v>
                </c:pt>
                <c:pt idx="675">
                  <c:v>45306.0</c:v>
                </c:pt>
                <c:pt idx="676">
                  <c:v>45307.0</c:v>
                </c:pt>
                <c:pt idx="677">
                  <c:v>45308.0</c:v>
                </c:pt>
                <c:pt idx="678">
                  <c:v>45309.0</c:v>
                </c:pt>
                <c:pt idx="679">
                  <c:v>45310.0</c:v>
                </c:pt>
                <c:pt idx="680">
                  <c:v>45313.0</c:v>
                </c:pt>
                <c:pt idx="681">
                  <c:v>45314.0</c:v>
                </c:pt>
                <c:pt idx="682">
                  <c:v>45315.0</c:v>
                </c:pt>
                <c:pt idx="683">
                  <c:v>45316.0</c:v>
                </c:pt>
                <c:pt idx="684">
                  <c:v>45317.0</c:v>
                </c:pt>
                <c:pt idx="685">
                  <c:v>45320.0</c:v>
                </c:pt>
                <c:pt idx="686">
                  <c:v>45321.0</c:v>
                </c:pt>
                <c:pt idx="687">
                  <c:v>45322.0</c:v>
                </c:pt>
                <c:pt idx="688">
                  <c:v>45323.0</c:v>
                </c:pt>
                <c:pt idx="689">
                  <c:v>45324.0</c:v>
                </c:pt>
                <c:pt idx="690">
                  <c:v>45327.0</c:v>
                </c:pt>
                <c:pt idx="691">
                  <c:v>45328.0</c:v>
                </c:pt>
                <c:pt idx="692">
                  <c:v>45329.0</c:v>
                </c:pt>
                <c:pt idx="693">
                  <c:v>45330.0</c:v>
                </c:pt>
                <c:pt idx="694">
                  <c:v>45331.0</c:v>
                </c:pt>
                <c:pt idx="695">
                  <c:v>45336.0</c:v>
                </c:pt>
                <c:pt idx="696">
                  <c:v>45337.0</c:v>
                </c:pt>
                <c:pt idx="697">
                  <c:v>45338.0</c:v>
                </c:pt>
                <c:pt idx="698">
                  <c:v>45341.0</c:v>
                </c:pt>
                <c:pt idx="699">
                  <c:v>45342.0</c:v>
                </c:pt>
                <c:pt idx="700">
                  <c:v>45343.0</c:v>
                </c:pt>
                <c:pt idx="701">
                  <c:v>45344.0</c:v>
                </c:pt>
                <c:pt idx="702">
                  <c:v>45345.0</c:v>
                </c:pt>
                <c:pt idx="703">
                  <c:v>45348.0</c:v>
                </c:pt>
                <c:pt idx="704">
                  <c:v>45349.0</c:v>
                </c:pt>
                <c:pt idx="705">
                  <c:v>45350.0</c:v>
                </c:pt>
                <c:pt idx="706">
                  <c:v>45351.0</c:v>
                </c:pt>
                <c:pt idx="707">
                  <c:v>45352.0</c:v>
                </c:pt>
                <c:pt idx="708">
                  <c:v>45355.0</c:v>
                </c:pt>
                <c:pt idx="709">
                  <c:v>45356.0</c:v>
                </c:pt>
                <c:pt idx="710">
                  <c:v>45357.0</c:v>
                </c:pt>
                <c:pt idx="711">
                  <c:v>45358.0</c:v>
                </c:pt>
                <c:pt idx="712">
                  <c:v>45359.0</c:v>
                </c:pt>
                <c:pt idx="713">
                  <c:v>45362.0</c:v>
                </c:pt>
                <c:pt idx="714">
                  <c:v>45363.0</c:v>
                </c:pt>
                <c:pt idx="715">
                  <c:v>45364.0</c:v>
                </c:pt>
                <c:pt idx="716">
                  <c:v>45365.0</c:v>
                </c:pt>
                <c:pt idx="717">
                  <c:v>45366.0</c:v>
                </c:pt>
                <c:pt idx="718">
                  <c:v>45369.0</c:v>
                </c:pt>
                <c:pt idx="719">
                  <c:v>45370.0</c:v>
                </c:pt>
                <c:pt idx="720">
                  <c:v>45371.0</c:v>
                </c:pt>
                <c:pt idx="721">
                  <c:v>45372.0</c:v>
                </c:pt>
                <c:pt idx="722">
                  <c:v>45373.0</c:v>
                </c:pt>
                <c:pt idx="723">
                  <c:v>45376.0</c:v>
                </c:pt>
                <c:pt idx="724">
                  <c:v>45377.0</c:v>
                </c:pt>
                <c:pt idx="725">
                  <c:v>45378.0</c:v>
                </c:pt>
                <c:pt idx="726">
                  <c:v>45379.0</c:v>
                </c:pt>
                <c:pt idx="727">
                  <c:v>45383.0</c:v>
                </c:pt>
                <c:pt idx="728">
                  <c:v>45384.0</c:v>
                </c:pt>
                <c:pt idx="729">
                  <c:v>45385.0</c:v>
                </c:pt>
                <c:pt idx="730">
                  <c:v>45386.0</c:v>
                </c:pt>
                <c:pt idx="731">
                  <c:v>45387.0</c:v>
                </c:pt>
                <c:pt idx="732">
                  <c:v>45390.0</c:v>
                </c:pt>
                <c:pt idx="733">
                  <c:v>45391.0</c:v>
                </c:pt>
                <c:pt idx="734">
                  <c:v>45392.0</c:v>
                </c:pt>
                <c:pt idx="735">
                  <c:v>45393.0</c:v>
                </c:pt>
                <c:pt idx="736">
                  <c:v>45394.0</c:v>
                </c:pt>
                <c:pt idx="737">
                  <c:v>45397.0</c:v>
                </c:pt>
                <c:pt idx="738">
                  <c:v>45398.0</c:v>
                </c:pt>
                <c:pt idx="739">
                  <c:v>45399.0</c:v>
                </c:pt>
                <c:pt idx="740">
                  <c:v>45400.0</c:v>
                </c:pt>
                <c:pt idx="741">
                  <c:v>45401.0</c:v>
                </c:pt>
                <c:pt idx="742">
                  <c:v>45404.0</c:v>
                </c:pt>
                <c:pt idx="743">
                  <c:v>45405.0</c:v>
                </c:pt>
                <c:pt idx="744">
                  <c:v>45406.0</c:v>
                </c:pt>
                <c:pt idx="745">
                  <c:v>45407.0</c:v>
                </c:pt>
                <c:pt idx="746">
                  <c:v>45408.0</c:v>
                </c:pt>
                <c:pt idx="747">
                  <c:v>45411.0</c:v>
                </c:pt>
                <c:pt idx="748">
                  <c:v>45412.0</c:v>
                </c:pt>
                <c:pt idx="749">
                  <c:v>45414.0</c:v>
                </c:pt>
                <c:pt idx="750">
                  <c:v>45415.0</c:v>
                </c:pt>
                <c:pt idx="751">
                  <c:v>45418.0</c:v>
                </c:pt>
                <c:pt idx="752">
                  <c:v>45419.0</c:v>
                </c:pt>
                <c:pt idx="753">
                  <c:v>45420.0</c:v>
                </c:pt>
                <c:pt idx="754">
                  <c:v>45421.0</c:v>
                </c:pt>
                <c:pt idx="755">
                  <c:v>45422.0</c:v>
                </c:pt>
                <c:pt idx="756">
                  <c:v>45425.0</c:v>
                </c:pt>
                <c:pt idx="757">
                  <c:v>45426.0</c:v>
                </c:pt>
                <c:pt idx="758">
                  <c:v>45427.0</c:v>
                </c:pt>
                <c:pt idx="759">
                  <c:v>45428.0</c:v>
                </c:pt>
                <c:pt idx="760">
                  <c:v>45429.0</c:v>
                </c:pt>
                <c:pt idx="761">
                  <c:v>45432.0</c:v>
                </c:pt>
                <c:pt idx="762">
                  <c:v>45433.0</c:v>
                </c:pt>
                <c:pt idx="763">
                  <c:v>45434.0</c:v>
                </c:pt>
                <c:pt idx="764">
                  <c:v>45435.0</c:v>
                </c:pt>
                <c:pt idx="765">
                  <c:v>45436.0</c:v>
                </c:pt>
                <c:pt idx="766">
                  <c:v>45439.0</c:v>
                </c:pt>
                <c:pt idx="767">
                  <c:v>45440.0</c:v>
                </c:pt>
                <c:pt idx="768">
                  <c:v>45441.0</c:v>
                </c:pt>
                <c:pt idx="769">
                  <c:v>45443.0</c:v>
                </c:pt>
                <c:pt idx="770">
                  <c:v>45446.0</c:v>
                </c:pt>
                <c:pt idx="771">
                  <c:v>45447.0</c:v>
                </c:pt>
                <c:pt idx="772">
                  <c:v>45448.0</c:v>
                </c:pt>
                <c:pt idx="773">
                  <c:v>45449.0</c:v>
                </c:pt>
                <c:pt idx="774">
                  <c:v>45450.0</c:v>
                </c:pt>
                <c:pt idx="775">
                  <c:v>45453.0</c:v>
                </c:pt>
                <c:pt idx="776">
                  <c:v>45454.0</c:v>
                </c:pt>
                <c:pt idx="777">
                  <c:v>45455.0</c:v>
                </c:pt>
                <c:pt idx="778">
                  <c:v>45456.0</c:v>
                </c:pt>
                <c:pt idx="779">
                  <c:v>45457.0</c:v>
                </c:pt>
                <c:pt idx="780">
                  <c:v>45460.0</c:v>
                </c:pt>
                <c:pt idx="781">
                  <c:v>45461.0</c:v>
                </c:pt>
                <c:pt idx="782">
                  <c:v>45462.0</c:v>
                </c:pt>
                <c:pt idx="783">
                  <c:v>45463.0</c:v>
                </c:pt>
                <c:pt idx="784">
                  <c:v>45464.0</c:v>
                </c:pt>
                <c:pt idx="785">
                  <c:v>45467.0</c:v>
                </c:pt>
                <c:pt idx="786">
                  <c:v>45468.0</c:v>
                </c:pt>
                <c:pt idx="787">
                  <c:v>45469.0</c:v>
                </c:pt>
                <c:pt idx="788">
                  <c:v>45470.0</c:v>
                </c:pt>
                <c:pt idx="789">
                  <c:v>45471.0</c:v>
                </c:pt>
                <c:pt idx="790">
                  <c:v>45474.0</c:v>
                </c:pt>
                <c:pt idx="791">
                  <c:v>45475.0</c:v>
                </c:pt>
                <c:pt idx="792">
                  <c:v>45476.0</c:v>
                </c:pt>
                <c:pt idx="793">
                  <c:v>45477.0</c:v>
                </c:pt>
                <c:pt idx="794">
                  <c:v>45478.0</c:v>
                </c:pt>
                <c:pt idx="795">
                  <c:v>45481.0</c:v>
                </c:pt>
                <c:pt idx="796">
                  <c:v>45482.0</c:v>
                </c:pt>
                <c:pt idx="797">
                  <c:v>45483.0</c:v>
                </c:pt>
                <c:pt idx="798">
                  <c:v>45484.0</c:v>
                </c:pt>
                <c:pt idx="799">
                  <c:v>45485.0</c:v>
                </c:pt>
                <c:pt idx="800">
                  <c:v>45488.0</c:v>
                </c:pt>
                <c:pt idx="801">
                  <c:v>45489.0</c:v>
                </c:pt>
                <c:pt idx="802">
                  <c:v>45490.0</c:v>
                </c:pt>
                <c:pt idx="803">
                  <c:v>45491.0</c:v>
                </c:pt>
                <c:pt idx="804">
                  <c:v>45492.0</c:v>
                </c:pt>
                <c:pt idx="805">
                  <c:v>45495.0</c:v>
                </c:pt>
                <c:pt idx="806">
                  <c:v>45496.0</c:v>
                </c:pt>
                <c:pt idx="807">
                  <c:v>45497.0</c:v>
                </c:pt>
                <c:pt idx="808">
                  <c:v>45498.0</c:v>
                </c:pt>
                <c:pt idx="809">
                  <c:v>45499.0</c:v>
                </c:pt>
                <c:pt idx="810">
                  <c:v>45502.0</c:v>
                </c:pt>
                <c:pt idx="811">
                  <c:v>45503.0</c:v>
                </c:pt>
                <c:pt idx="812">
                  <c:v>45504.0</c:v>
                </c:pt>
                <c:pt idx="813">
                  <c:v>45505.0</c:v>
                </c:pt>
                <c:pt idx="814">
                  <c:v>45506.0</c:v>
                </c:pt>
                <c:pt idx="815">
                  <c:v>45509.0</c:v>
                </c:pt>
                <c:pt idx="816">
                  <c:v>45510.0</c:v>
                </c:pt>
                <c:pt idx="817">
                  <c:v>45511.0</c:v>
                </c:pt>
                <c:pt idx="818">
                  <c:v>45512.0</c:v>
                </c:pt>
                <c:pt idx="819">
                  <c:v>45513.0</c:v>
                </c:pt>
                <c:pt idx="820">
                  <c:v>45516.0</c:v>
                </c:pt>
                <c:pt idx="821">
                  <c:v>45517.0</c:v>
                </c:pt>
                <c:pt idx="822">
                  <c:v>45518.0</c:v>
                </c:pt>
                <c:pt idx="823">
                  <c:v>45519.0</c:v>
                </c:pt>
                <c:pt idx="824">
                  <c:v>45520.0</c:v>
                </c:pt>
                <c:pt idx="825">
                  <c:v>45523.0</c:v>
                </c:pt>
                <c:pt idx="826">
                  <c:v>45524.0</c:v>
                </c:pt>
                <c:pt idx="827">
                  <c:v>45525.0</c:v>
                </c:pt>
                <c:pt idx="828">
                  <c:v>45526.0</c:v>
                </c:pt>
                <c:pt idx="829">
                  <c:v>45527.0</c:v>
                </c:pt>
                <c:pt idx="830">
                  <c:v>45530.0</c:v>
                </c:pt>
                <c:pt idx="831">
                  <c:v>45531.0</c:v>
                </c:pt>
                <c:pt idx="832">
                  <c:v>45532.0</c:v>
                </c:pt>
                <c:pt idx="833">
                  <c:v>45533.0</c:v>
                </c:pt>
                <c:pt idx="834">
                  <c:v>45534.0</c:v>
                </c:pt>
                <c:pt idx="835">
                  <c:v>45537.0</c:v>
                </c:pt>
                <c:pt idx="836">
                  <c:v>45538.0</c:v>
                </c:pt>
                <c:pt idx="837">
                  <c:v>45539.0</c:v>
                </c:pt>
                <c:pt idx="838">
                  <c:v>45540.0</c:v>
                </c:pt>
                <c:pt idx="839">
                  <c:v>45541.0</c:v>
                </c:pt>
                <c:pt idx="840">
                  <c:v>45544.0</c:v>
                </c:pt>
                <c:pt idx="841">
                  <c:v>45545.0</c:v>
                </c:pt>
                <c:pt idx="842">
                  <c:v>45546.0</c:v>
                </c:pt>
                <c:pt idx="843">
                  <c:v>45547.0</c:v>
                </c:pt>
                <c:pt idx="844">
                  <c:v>45548.0</c:v>
                </c:pt>
                <c:pt idx="845">
                  <c:v>45551.0</c:v>
                </c:pt>
                <c:pt idx="846">
                  <c:v>45552.0</c:v>
                </c:pt>
                <c:pt idx="847">
                  <c:v>45553.0</c:v>
                </c:pt>
                <c:pt idx="848">
                  <c:v>45554.0</c:v>
                </c:pt>
                <c:pt idx="849">
                  <c:v>45555.0</c:v>
                </c:pt>
                <c:pt idx="850">
                  <c:v>45558.0</c:v>
                </c:pt>
                <c:pt idx="851">
                  <c:v>45559.0</c:v>
                </c:pt>
                <c:pt idx="852">
                  <c:v>45560.0</c:v>
                </c:pt>
                <c:pt idx="853">
                  <c:v>45561.0</c:v>
                </c:pt>
                <c:pt idx="854">
                  <c:v>45562.0</c:v>
                </c:pt>
                <c:pt idx="855">
                  <c:v>45565.0</c:v>
                </c:pt>
                <c:pt idx="856">
                  <c:v>45566.0</c:v>
                </c:pt>
                <c:pt idx="857">
                  <c:v>45567.0</c:v>
                </c:pt>
                <c:pt idx="858">
                  <c:v>45568.0</c:v>
                </c:pt>
                <c:pt idx="859">
                  <c:v>45569.0</c:v>
                </c:pt>
                <c:pt idx="860">
                  <c:v>45572.0</c:v>
                </c:pt>
                <c:pt idx="861">
                  <c:v>45573.0</c:v>
                </c:pt>
                <c:pt idx="862">
                  <c:v>45574.0</c:v>
                </c:pt>
                <c:pt idx="863">
                  <c:v>45575.0</c:v>
                </c:pt>
                <c:pt idx="864">
                  <c:v>45576.0</c:v>
                </c:pt>
                <c:pt idx="865">
                  <c:v>45579.0</c:v>
                </c:pt>
                <c:pt idx="866">
                  <c:v>45580.0</c:v>
                </c:pt>
                <c:pt idx="867">
                  <c:v>45581.0</c:v>
                </c:pt>
                <c:pt idx="868">
                  <c:v>45582.0</c:v>
                </c:pt>
                <c:pt idx="869">
                  <c:v>45583.0</c:v>
                </c:pt>
                <c:pt idx="870">
                  <c:v>45586.0</c:v>
                </c:pt>
                <c:pt idx="871">
                  <c:v>45587.0</c:v>
                </c:pt>
                <c:pt idx="872">
                  <c:v>45588.0</c:v>
                </c:pt>
                <c:pt idx="873">
                  <c:v>45589.0</c:v>
                </c:pt>
                <c:pt idx="874">
                  <c:v>45590.0</c:v>
                </c:pt>
                <c:pt idx="875">
                  <c:v>45593.0</c:v>
                </c:pt>
                <c:pt idx="876">
                  <c:v>45594.0</c:v>
                </c:pt>
                <c:pt idx="877">
                  <c:v>45595.0</c:v>
                </c:pt>
                <c:pt idx="878">
                  <c:v>45596.0</c:v>
                </c:pt>
                <c:pt idx="879">
                  <c:v>45597.0</c:v>
                </c:pt>
                <c:pt idx="880">
                  <c:v>45600.0</c:v>
                </c:pt>
                <c:pt idx="881">
                  <c:v>45601.0</c:v>
                </c:pt>
                <c:pt idx="882">
                  <c:v>45602.0</c:v>
                </c:pt>
                <c:pt idx="883">
                  <c:v>45603.0</c:v>
                </c:pt>
                <c:pt idx="884">
                  <c:v>45604.0</c:v>
                </c:pt>
                <c:pt idx="885">
                  <c:v>45607.0</c:v>
                </c:pt>
                <c:pt idx="886">
                  <c:v>45608.0</c:v>
                </c:pt>
                <c:pt idx="887">
                  <c:v>45609.0</c:v>
                </c:pt>
                <c:pt idx="888">
                  <c:v>45610.0</c:v>
                </c:pt>
                <c:pt idx="889">
                  <c:v>45614.0</c:v>
                </c:pt>
                <c:pt idx="890">
                  <c:v>45615.0</c:v>
                </c:pt>
                <c:pt idx="891">
                  <c:v>45617.0</c:v>
                </c:pt>
                <c:pt idx="892">
                  <c:v>45618.0</c:v>
                </c:pt>
                <c:pt idx="893">
                  <c:v>45621.0</c:v>
                </c:pt>
                <c:pt idx="894">
                  <c:v>45622.0</c:v>
                </c:pt>
                <c:pt idx="895">
                  <c:v>45623.0</c:v>
                </c:pt>
                <c:pt idx="896">
                  <c:v>45624.0</c:v>
                </c:pt>
                <c:pt idx="897">
                  <c:v>45625.0</c:v>
                </c:pt>
                <c:pt idx="898">
                  <c:v>45628.0</c:v>
                </c:pt>
                <c:pt idx="899">
                  <c:v>45629.0</c:v>
                </c:pt>
                <c:pt idx="900">
                  <c:v>45630.0</c:v>
                </c:pt>
                <c:pt idx="901">
                  <c:v>45631.0</c:v>
                </c:pt>
                <c:pt idx="902">
                  <c:v>45632.0</c:v>
                </c:pt>
                <c:pt idx="903">
                  <c:v>45635.0</c:v>
                </c:pt>
                <c:pt idx="904">
                  <c:v>45636.0</c:v>
                </c:pt>
                <c:pt idx="905">
                  <c:v>45637.0</c:v>
                </c:pt>
                <c:pt idx="906">
                  <c:v>45638.0</c:v>
                </c:pt>
                <c:pt idx="907">
                  <c:v>45639.0</c:v>
                </c:pt>
                <c:pt idx="908">
                  <c:v>45642.0</c:v>
                </c:pt>
                <c:pt idx="909">
                  <c:v>45643.0</c:v>
                </c:pt>
                <c:pt idx="910">
                  <c:v>45644.0</c:v>
                </c:pt>
                <c:pt idx="911">
                  <c:v>45645.0</c:v>
                </c:pt>
                <c:pt idx="912">
                  <c:v>45646.0</c:v>
                </c:pt>
                <c:pt idx="913">
                  <c:v>45649.0</c:v>
                </c:pt>
                <c:pt idx="914">
                  <c:v>45652.0</c:v>
                </c:pt>
                <c:pt idx="915">
                  <c:v>45653.0</c:v>
                </c:pt>
                <c:pt idx="916">
                  <c:v>45656.0</c:v>
                </c:pt>
                <c:pt idx="917">
                  <c:v>45659.0</c:v>
                </c:pt>
                <c:pt idx="918">
                  <c:v>45660.0</c:v>
                </c:pt>
                <c:pt idx="919">
                  <c:v>45663.0</c:v>
                </c:pt>
                <c:pt idx="920">
                  <c:v>45664.0</c:v>
                </c:pt>
                <c:pt idx="921">
                  <c:v>45665.0</c:v>
                </c:pt>
                <c:pt idx="922">
                  <c:v>45666.0</c:v>
                </c:pt>
                <c:pt idx="923">
                  <c:v>45667.0</c:v>
                </c:pt>
                <c:pt idx="924">
                  <c:v>45670.0</c:v>
                </c:pt>
                <c:pt idx="925">
                  <c:v>45671.0</c:v>
                </c:pt>
                <c:pt idx="926">
                  <c:v>45672.0</c:v>
                </c:pt>
                <c:pt idx="927">
                  <c:v>45673.0</c:v>
                </c:pt>
                <c:pt idx="928">
                  <c:v>45674.0</c:v>
                </c:pt>
                <c:pt idx="929">
                  <c:v>45677.0</c:v>
                </c:pt>
                <c:pt idx="930">
                  <c:v>45678.0</c:v>
                </c:pt>
                <c:pt idx="931">
                  <c:v>45679.0</c:v>
                </c:pt>
                <c:pt idx="932">
                  <c:v>45680.0</c:v>
                </c:pt>
                <c:pt idx="933">
                  <c:v>45681.0</c:v>
                </c:pt>
                <c:pt idx="934">
                  <c:v>45684.0</c:v>
                </c:pt>
                <c:pt idx="935">
                  <c:v>45685.0</c:v>
                </c:pt>
                <c:pt idx="936">
                  <c:v>45686.0</c:v>
                </c:pt>
                <c:pt idx="937">
                  <c:v>45687.0</c:v>
                </c:pt>
                <c:pt idx="938">
                  <c:v>45688.0</c:v>
                </c:pt>
                <c:pt idx="939">
                  <c:v>45691.0</c:v>
                </c:pt>
                <c:pt idx="940">
                  <c:v>45692.0</c:v>
                </c:pt>
                <c:pt idx="941">
                  <c:v>45693.0</c:v>
                </c:pt>
                <c:pt idx="942">
                  <c:v>45694.0</c:v>
                </c:pt>
                <c:pt idx="943">
                  <c:v>45695.0</c:v>
                </c:pt>
                <c:pt idx="944">
                  <c:v>45698.0</c:v>
                </c:pt>
                <c:pt idx="945">
                  <c:v>45699.0</c:v>
                </c:pt>
                <c:pt idx="946">
                  <c:v>45700.0</c:v>
                </c:pt>
                <c:pt idx="947">
                  <c:v>45701.0</c:v>
                </c:pt>
                <c:pt idx="948">
                  <c:v>45702.0</c:v>
                </c:pt>
                <c:pt idx="949">
                  <c:v>45705.0</c:v>
                </c:pt>
                <c:pt idx="950">
                  <c:v>45706.0</c:v>
                </c:pt>
                <c:pt idx="951">
                  <c:v>45707.0</c:v>
                </c:pt>
                <c:pt idx="952">
                  <c:v>45708.0</c:v>
                </c:pt>
                <c:pt idx="953">
                  <c:v>45709.0</c:v>
                </c:pt>
                <c:pt idx="954">
                  <c:v>45712.0</c:v>
                </c:pt>
                <c:pt idx="955">
                  <c:v>45713.0</c:v>
                </c:pt>
                <c:pt idx="956">
                  <c:v>45714.0</c:v>
                </c:pt>
                <c:pt idx="957">
                  <c:v>45715.0</c:v>
                </c:pt>
                <c:pt idx="958">
                  <c:v>45716.0</c:v>
                </c:pt>
                <c:pt idx="959">
                  <c:v>45721.0</c:v>
                </c:pt>
                <c:pt idx="960">
                  <c:v>45722.0</c:v>
                </c:pt>
                <c:pt idx="961">
                  <c:v>45723.0</c:v>
                </c:pt>
                <c:pt idx="962">
                  <c:v>45726.0</c:v>
                </c:pt>
                <c:pt idx="963">
                  <c:v>45727.0</c:v>
                </c:pt>
                <c:pt idx="964">
                  <c:v>45728.0</c:v>
                </c:pt>
                <c:pt idx="965">
                  <c:v>45729.0</c:v>
                </c:pt>
                <c:pt idx="966">
                  <c:v>45730.0</c:v>
                </c:pt>
                <c:pt idx="967">
                  <c:v>45733.0</c:v>
                </c:pt>
                <c:pt idx="968">
                  <c:v>45734.0</c:v>
                </c:pt>
                <c:pt idx="969">
                  <c:v>45735.0</c:v>
                </c:pt>
                <c:pt idx="970">
                  <c:v>45736.0</c:v>
                </c:pt>
                <c:pt idx="971">
                  <c:v>45737.0</c:v>
                </c:pt>
                <c:pt idx="972">
                  <c:v>45740.0</c:v>
                </c:pt>
                <c:pt idx="973">
                  <c:v>45741.0</c:v>
                </c:pt>
                <c:pt idx="974">
                  <c:v>45742.0</c:v>
                </c:pt>
                <c:pt idx="975">
                  <c:v>45743.0</c:v>
                </c:pt>
                <c:pt idx="976">
                  <c:v>45744.0</c:v>
                </c:pt>
                <c:pt idx="977">
                  <c:v>45747.0</c:v>
                </c:pt>
                <c:pt idx="978">
                  <c:v>45748.0</c:v>
                </c:pt>
                <c:pt idx="979">
                  <c:v>45749.0</c:v>
                </c:pt>
                <c:pt idx="980">
                  <c:v>45750.0</c:v>
                </c:pt>
                <c:pt idx="981">
                  <c:v>45751.0</c:v>
                </c:pt>
                <c:pt idx="982">
                  <c:v>45754.0</c:v>
                </c:pt>
                <c:pt idx="983">
                  <c:v>45755.0</c:v>
                </c:pt>
                <c:pt idx="984">
                  <c:v>45756.0</c:v>
                </c:pt>
                <c:pt idx="985">
                  <c:v>45757.0</c:v>
                </c:pt>
                <c:pt idx="986">
                  <c:v>45758.0</c:v>
                </c:pt>
                <c:pt idx="987">
                  <c:v>45761.0</c:v>
                </c:pt>
                <c:pt idx="988">
                  <c:v>45762.0</c:v>
                </c:pt>
                <c:pt idx="989">
                  <c:v>45763.0</c:v>
                </c:pt>
                <c:pt idx="990">
                  <c:v>45764.0</c:v>
                </c:pt>
                <c:pt idx="991">
                  <c:v>45769.0</c:v>
                </c:pt>
                <c:pt idx="992">
                  <c:v>45770.0</c:v>
                </c:pt>
                <c:pt idx="993">
                  <c:v>45771.0</c:v>
                </c:pt>
                <c:pt idx="994">
                  <c:v>45772.0</c:v>
                </c:pt>
                <c:pt idx="995">
                  <c:v>45775.0</c:v>
                </c:pt>
                <c:pt idx="996">
                  <c:v>45776.0</c:v>
                </c:pt>
                <c:pt idx="997">
                  <c:v>45777.0</c:v>
                </c:pt>
                <c:pt idx="998">
                  <c:v>45779.0</c:v>
                </c:pt>
                <c:pt idx="999">
                  <c:v>45782.0</c:v>
                </c:pt>
                <c:pt idx="1000">
                  <c:v>45783.0</c:v>
                </c:pt>
                <c:pt idx="1001">
                  <c:v>45784.0</c:v>
                </c:pt>
                <c:pt idx="1002">
                  <c:v>45785.0</c:v>
                </c:pt>
                <c:pt idx="1003">
                  <c:v>45786.0</c:v>
                </c:pt>
                <c:pt idx="1004">
                  <c:v>45789.0</c:v>
                </c:pt>
                <c:pt idx="1005">
                  <c:v>45790.0</c:v>
                </c:pt>
                <c:pt idx="1006">
                  <c:v>45791.0</c:v>
                </c:pt>
                <c:pt idx="1007">
                  <c:v>45792.0</c:v>
                </c:pt>
                <c:pt idx="1008">
                  <c:v>45793.0</c:v>
                </c:pt>
                <c:pt idx="1009">
                  <c:v>45796.0</c:v>
                </c:pt>
                <c:pt idx="1010">
                  <c:v>45797.0</c:v>
                </c:pt>
                <c:pt idx="1011">
                  <c:v>45798.0</c:v>
                </c:pt>
                <c:pt idx="1012">
                  <c:v>45799.0</c:v>
                </c:pt>
                <c:pt idx="1013">
                  <c:v>45800.0</c:v>
                </c:pt>
                <c:pt idx="1014">
                  <c:v>45803.0</c:v>
                </c:pt>
                <c:pt idx="1015">
                  <c:v>45804.0</c:v>
                </c:pt>
                <c:pt idx="1016">
                  <c:v>45805.0</c:v>
                </c:pt>
                <c:pt idx="1017">
                  <c:v>45806.0</c:v>
                </c:pt>
                <c:pt idx="1018">
                  <c:v>45807.0</c:v>
                </c:pt>
                <c:pt idx="1019">
                  <c:v>45810.0</c:v>
                </c:pt>
                <c:pt idx="1020">
                  <c:v>45811.0</c:v>
                </c:pt>
                <c:pt idx="1021">
                  <c:v>45812.0</c:v>
                </c:pt>
                <c:pt idx="1022">
                  <c:v>45813.0</c:v>
                </c:pt>
                <c:pt idx="1023">
                  <c:v>45814.0</c:v>
                </c:pt>
                <c:pt idx="1024">
                  <c:v>45817.0</c:v>
                </c:pt>
                <c:pt idx="1025">
                  <c:v>45818.0</c:v>
                </c:pt>
                <c:pt idx="1026">
                  <c:v>45819.0</c:v>
                </c:pt>
                <c:pt idx="1027">
                  <c:v>45820.0</c:v>
                </c:pt>
                <c:pt idx="1028">
                  <c:v>45821.0</c:v>
                </c:pt>
                <c:pt idx="1029">
                  <c:v>45824.0</c:v>
                </c:pt>
                <c:pt idx="1030">
                  <c:v>45825.0</c:v>
                </c:pt>
                <c:pt idx="1031">
                  <c:v>45826.0</c:v>
                </c:pt>
                <c:pt idx="1032">
                  <c:v>45828.0</c:v>
                </c:pt>
                <c:pt idx="1033">
                  <c:v>45831.0</c:v>
                </c:pt>
                <c:pt idx="1034">
                  <c:v>45832.0</c:v>
                </c:pt>
                <c:pt idx="1035">
                  <c:v>45833.0</c:v>
                </c:pt>
                <c:pt idx="1036">
                  <c:v>45834.0</c:v>
                </c:pt>
                <c:pt idx="1037">
                  <c:v>45835.0</c:v>
                </c:pt>
                <c:pt idx="1038">
                  <c:v>45838.0</c:v>
                </c:pt>
                <c:pt idx="1039">
                  <c:v>45839.0</c:v>
                </c:pt>
                <c:pt idx="1040">
                  <c:v>45840.0</c:v>
                </c:pt>
                <c:pt idx="1041">
                  <c:v>45841.0</c:v>
                </c:pt>
                <c:pt idx="1042">
                  <c:v>45842.0</c:v>
                </c:pt>
                <c:pt idx="1043">
                  <c:v>45845.0</c:v>
                </c:pt>
                <c:pt idx="1044">
                  <c:v>45846.0</c:v>
                </c:pt>
                <c:pt idx="1045">
                  <c:v>45847.0</c:v>
                </c:pt>
                <c:pt idx="1046">
                  <c:v>45848.0</c:v>
                </c:pt>
                <c:pt idx="1047">
                  <c:v>45849.0</c:v>
                </c:pt>
                <c:pt idx="1048">
                  <c:v>45852.0</c:v>
                </c:pt>
                <c:pt idx="1049">
                  <c:v>45853.0</c:v>
                </c:pt>
                <c:pt idx="1050">
                  <c:v>45854.0</c:v>
                </c:pt>
                <c:pt idx="1051">
                  <c:v>45855.0</c:v>
                </c:pt>
                <c:pt idx="1052">
                  <c:v>45856.0</c:v>
                </c:pt>
                <c:pt idx="1053">
                  <c:v>45859.0</c:v>
                </c:pt>
                <c:pt idx="1054">
                  <c:v>45860.0</c:v>
                </c:pt>
                <c:pt idx="1055">
                  <c:v>45861.0</c:v>
                </c:pt>
                <c:pt idx="1056">
                  <c:v>45862.0</c:v>
                </c:pt>
                <c:pt idx="1057">
                  <c:v>45863.0</c:v>
                </c:pt>
                <c:pt idx="1058">
                  <c:v>45866.0</c:v>
                </c:pt>
                <c:pt idx="1059">
                  <c:v>45867.0</c:v>
                </c:pt>
                <c:pt idx="1060">
                  <c:v>45868.0</c:v>
                </c:pt>
                <c:pt idx="1061">
                  <c:v>45869.0</c:v>
                </c:pt>
                <c:pt idx="1062">
                  <c:v>45870.0</c:v>
                </c:pt>
                <c:pt idx="1063">
                  <c:v>45873.0</c:v>
                </c:pt>
                <c:pt idx="1064">
                  <c:v>45874.0</c:v>
                </c:pt>
                <c:pt idx="1065">
                  <c:v>45875.0</c:v>
                </c:pt>
                <c:pt idx="1066">
                  <c:v>45876.0</c:v>
                </c:pt>
                <c:pt idx="1067">
                  <c:v>45877.0</c:v>
                </c:pt>
                <c:pt idx="1068">
                  <c:v>45880.0</c:v>
                </c:pt>
                <c:pt idx="1069">
                  <c:v>45881.0</c:v>
                </c:pt>
                <c:pt idx="1070">
                  <c:v>45882.0</c:v>
                </c:pt>
                <c:pt idx="1071">
                  <c:v>45883.0</c:v>
                </c:pt>
                <c:pt idx="1072">
                  <c:v>45884.0</c:v>
                </c:pt>
                <c:pt idx="1073">
                  <c:v>45887.0</c:v>
                </c:pt>
                <c:pt idx="1074">
                  <c:v>45888.0</c:v>
                </c:pt>
                <c:pt idx="1075">
                  <c:v>45889.0</c:v>
                </c:pt>
                <c:pt idx="1076">
                  <c:v>45890.0</c:v>
                </c:pt>
                <c:pt idx="1077">
                  <c:v>45891.0</c:v>
                </c:pt>
                <c:pt idx="1078">
                  <c:v>45894.0</c:v>
                </c:pt>
                <c:pt idx="1079">
                  <c:v>45895.0</c:v>
                </c:pt>
                <c:pt idx="1080">
                  <c:v>45896.0</c:v>
                </c:pt>
                <c:pt idx="1081">
                  <c:v>45897.0</c:v>
                </c:pt>
                <c:pt idx="1082">
                  <c:v>45898.0</c:v>
                </c:pt>
                <c:pt idx="1083">
                  <c:v>45901.0</c:v>
                </c:pt>
                <c:pt idx="1084">
                  <c:v>45902.0</c:v>
                </c:pt>
                <c:pt idx="1085">
                  <c:v>45903.0</c:v>
                </c:pt>
                <c:pt idx="1086">
                  <c:v>45904.0</c:v>
                </c:pt>
                <c:pt idx="1087">
                  <c:v>45905.0</c:v>
                </c:pt>
                <c:pt idx="1088">
                  <c:v>45908.0</c:v>
                </c:pt>
                <c:pt idx="1089">
                  <c:v>45909.0</c:v>
                </c:pt>
                <c:pt idx="1090">
                  <c:v>45910.0</c:v>
                </c:pt>
                <c:pt idx="1091">
                  <c:v>45911.0</c:v>
                </c:pt>
                <c:pt idx="1092">
                  <c:v>45912.0</c:v>
                </c:pt>
                <c:pt idx="1093">
                  <c:v>45915.0</c:v>
                </c:pt>
                <c:pt idx="1094">
                  <c:v>45916.0</c:v>
                </c:pt>
                <c:pt idx="1095">
                  <c:v>45917.0</c:v>
                </c:pt>
                <c:pt idx="1096">
                  <c:v>45918.0</c:v>
                </c:pt>
                <c:pt idx="1097">
                  <c:v>45919.0</c:v>
                </c:pt>
                <c:pt idx="1098">
                  <c:v>45922.0</c:v>
                </c:pt>
                <c:pt idx="1099">
                  <c:v>45923.0</c:v>
                </c:pt>
                <c:pt idx="1100">
                  <c:v>45924.0</c:v>
                </c:pt>
                <c:pt idx="1101">
                  <c:v>45925.0</c:v>
                </c:pt>
                <c:pt idx="1102">
                  <c:v>45926.0</c:v>
                </c:pt>
                <c:pt idx="1103">
                  <c:v>45929.0</c:v>
                </c:pt>
                <c:pt idx="1104">
                  <c:v>45930.0</c:v>
                </c:pt>
                <c:pt idx="1105">
                  <c:v>45931.0</c:v>
                </c:pt>
                <c:pt idx="1106">
                  <c:v>45932.0</c:v>
                </c:pt>
                <c:pt idx="1107">
                  <c:v>45933.0</c:v>
                </c:pt>
                <c:pt idx="1108">
                  <c:v>45936.0</c:v>
                </c:pt>
                <c:pt idx="1109">
                  <c:v>45937.0</c:v>
                </c:pt>
                <c:pt idx="1110">
                  <c:v>45938.0</c:v>
                </c:pt>
                <c:pt idx="1111">
                  <c:v>45939.0</c:v>
                </c:pt>
                <c:pt idx="1112">
                  <c:v>45940.0</c:v>
                </c:pt>
                <c:pt idx="1113">
                  <c:v>45943.0</c:v>
                </c:pt>
                <c:pt idx="1114">
                  <c:v>45944.0</c:v>
                </c:pt>
                <c:pt idx="1115">
                  <c:v>45945.0</c:v>
                </c:pt>
                <c:pt idx="1116">
                  <c:v>45946.0</c:v>
                </c:pt>
                <c:pt idx="1117">
                  <c:v>45947.0</c:v>
                </c:pt>
                <c:pt idx="1118">
                  <c:v>45950.0</c:v>
                </c:pt>
                <c:pt idx="1119">
                  <c:v>45951.0</c:v>
                </c:pt>
                <c:pt idx="1120">
                  <c:v>45952.0</c:v>
                </c:pt>
                <c:pt idx="1121">
                  <c:v>45953.0</c:v>
                </c:pt>
                <c:pt idx="1122">
                  <c:v>45954.0</c:v>
                </c:pt>
                <c:pt idx="1123">
                  <c:v>45957.0</c:v>
                </c:pt>
                <c:pt idx="1124">
                  <c:v>45958.0</c:v>
                </c:pt>
                <c:pt idx="1125">
                  <c:v>45959.0</c:v>
                </c:pt>
                <c:pt idx="1126">
                  <c:v>45960.0</c:v>
                </c:pt>
                <c:pt idx="1127">
                  <c:v>45961.0</c:v>
                </c:pt>
                <c:pt idx="1128">
                  <c:v>45964.0</c:v>
                </c:pt>
                <c:pt idx="1129">
                  <c:v>45965.0</c:v>
                </c:pt>
                <c:pt idx="1130">
                  <c:v>45966.0</c:v>
                </c:pt>
                <c:pt idx="1131">
                  <c:v>45967.0</c:v>
                </c:pt>
                <c:pt idx="1132">
                  <c:v>45968.0</c:v>
                </c:pt>
                <c:pt idx="1133">
                  <c:v>45971.0</c:v>
                </c:pt>
                <c:pt idx="1134">
                  <c:v>45972.0</c:v>
                </c:pt>
                <c:pt idx="1135">
                  <c:v>45973.0</c:v>
                </c:pt>
                <c:pt idx="1136">
                  <c:v>45974.0</c:v>
                </c:pt>
                <c:pt idx="1137">
                  <c:v>45975.0</c:v>
                </c:pt>
                <c:pt idx="1138">
                  <c:v>45978.0</c:v>
                </c:pt>
                <c:pt idx="1139">
                  <c:v>45979.0</c:v>
                </c:pt>
                <c:pt idx="1140">
                  <c:v>45980.0</c:v>
                </c:pt>
                <c:pt idx="1141">
                  <c:v>45982.0</c:v>
                </c:pt>
                <c:pt idx="1142">
                  <c:v>45985.0</c:v>
                </c:pt>
                <c:pt idx="1143">
                  <c:v>45986.0</c:v>
                </c:pt>
                <c:pt idx="1144">
                  <c:v>45987.0</c:v>
                </c:pt>
                <c:pt idx="1145">
                  <c:v>45988.0</c:v>
                </c:pt>
                <c:pt idx="1146">
                  <c:v>45989.0</c:v>
                </c:pt>
                <c:pt idx="1147">
                  <c:v>45992.0</c:v>
                </c:pt>
                <c:pt idx="1148">
                  <c:v>45993.0</c:v>
                </c:pt>
                <c:pt idx="1149">
                  <c:v>45994.0</c:v>
                </c:pt>
                <c:pt idx="1150">
                  <c:v>45995.0</c:v>
                </c:pt>
                <c:pt idx="1151">
                  <c:v>45996.0</c:v>
                </c:pt>
                <c:pt idx="1152">
                  <c:v>45999.0</c:v>
                </c:pt>
                <c:pt idx="1153">
                  <c:v>46000.0</c:v>
                </c:pt>
                <c:pt idx="1154">
                  <c:v>46001.0</c:v>
                </c:pt>
                <c:pt idx="1155">
                  <c:v>46002.0</c:v>
                </c:pt>
                <c:pt idx="1156">
                  <c:v>46003.0</c:v>
                </c:pt>
                <c:pt idx="1157">
                  <c:v>46006.0</c:v>
                </c:pt>
                <c:pt idx="1158">
                  <c:v>46007.0</c:v>
                </c:pt>
                <c:pt idx="1159">
                  <c:v>46008.0</c:v>
                </c:pt>
                <c:pt idx="1160">
                  <c:v>46009.0</c:v>
                </c:pt>
                <c:pt idx="1161">
                  <c:v>46010.0</c:v>
                </c:pt>
                <c:pt idx="1162">
                  <c:v>46013.0</c:v>
                </c:pt>
                <c:pt idx="1163">
                  <c:v>46014.0</c:v>
                </c:pt>
                <c:pt idx="1164">
                  <c:v>46017.0</c:v>
                </c:pt>
                <c:pt idx="1165">
                  <c:v>46020.0</c:v>
                </c:pt>
                <c:pt idx="1166">
                  <c:v>46021.0</c:v>
                </c:pt>
                <c:pt idx="1167">
                  <c:v>46024.0</c:v>
                </c:pt>
                <c:pt idx="1168">
                  <c:v>46027.0</c:v>
                </c:pt>
                <c:pt idx="1169">
                  <c:v>46028.0</c:v>
                </c:pt>
                <c:pt idx="1170">
                  <c:v>46029.0</c:v>
                </c:pt>
                <c:pt idx="1171">
                  <c:v>46030.0</c:v>
                </c:pt>
                <c:pt idx="1172">
                  <c:v>46031.0</c:v>
                </c:pt>
                <c:pt idx="1173">
                  <c:v>46034.0</c:v>
                </c:pt>
                <c:pt idx="1174">
                  <c:v>46035.0</c:v>
                </c:pt>
                <c:pt idx="1175">
                  <c:v>46036.0</c:v>
                </c:pt>
                <c:pt idx="1176">
                  <c:v>46037.0</c:v>
                </c:pt>
                <c:pt idx="1177">
                  <c:v>46038.0</c:v>
                </c:pt>
                <c:pt idx="1178">
                  <c:v>46041.0</c:v>
                </c:pt>
                <c:pt idx="1179">
                  <c:v>46042.0</c:v>
                </c:pt>
                <c:pt idx="1180">
                  <c:v>46043.0</c:v>
                </c:pt>
                <c:pt idx="1181">
                  <c:v>46044.0</c:v>
                </c:pt>
                <c:pt idx="1182">
                  <c:v>46045.0</c:v>
                </c:pt>
                <c:pt idx="1183">
                  <c:v>46048.0</c:v>
                </c:pt>
                <c:pt idx="1184">
                  <c:v>46049.0</c:v>
                </c:pt>
                <c:pt idx="1185">
                  <c:v>46050.0</c:v>
                </c:pt>
                <c:pt idx="1186">
                  <c:v>46051.0</c:v>
                </c:pt>
                <c:pt idx="1187">
                  <c:v>46052.0</c:v>
                </c:pt>
                <c:pt idx="1188">
                  <c:v>46055.0</c:v>
                </c:pt>
                <c:pt idx="1189">
                  <c:v>46056.0</c:v>
                </c:pt>
                <c:pt idx="1190">
                  <c:v>46057.0</c:v>
                </c:pt>
                <c:pt idx="1191">
                  <c:v>46058.0</c:v>
                </c:pt>
                <c:pt idx="1192">
                  <c:v>46059.0</c:v>
                </c:pt>
                <c:pt idx="1193">
                  <c:v>46062.0</c:v>
                </c:pt>
                <c:pt idx="1194">
                  <c:v>46063.0</c:v>
                </c:pt>
                <c:pt idx="1195">
                  <c:v>46064.0</c:v>
                </c:pt>
                <c:pt idx="1196">
                  <c:v>46065.0</c:v>
                </c:pt>
                <c:pt idx="1197">
                  <c:v>46066.0</c:v>
                </c:pt>
                <c:pt idx="1198">
                  <c:v>46071.0</c:v>
                </c:pt>
                <c:pt idx="1199">
                  <c:v>46072.0</c:v>
                </c:pt>
                <c:pt idx="1200">
                  <c:v>46073.0</c:v>
                </c:pt>
                <c:pt idx="1201">
                  <c:v>46076.0</c:v>
                </c:pt>
                <c:pt idx="1202">
                  <c:v>46077.0</c:v>
                </c:pt>
                <c:pt idx="1203">
                  <c:v>46078.0</c:v>
                </c:pt>
                <c:pt idx="1204">
                  <c:v>46079.0</c:v>
                </c:pt>
                <c:pt idx="1205">
                  <c:v>46080.0</c:v>
                </c:pt>
                <c:pt idx="1206">
                  <c:v>46083.0</c:v>
                </c:pt>
                <c:pt idx="1207">
                  <c:v>46084.0</c:v>
                </c:pt>
                <c:pt idx="1208">
                  <c:v>46085.0</c:v>
                </c:pt>
                <c:pt idx="1209">
                  <c:v>46086.0</c:v>
                </c:pt>
                <c:pt idx="1210">
                  <c:v>46087.0</c:v>
                </c:pt>
                <c:pt idx="1211">
                  <c:v>46090.0</c:v>
                </c:pt>
                <c:pt idx="1212">
                  <c:v>46091.0</c:v>
                </c:pt>
                <c:pt idx="1213">
                  <c:v>46092.0</c:v>
                </c:pt>
                <c:pt idx="1214">
                  <c:v>46093.0</c:v>
                </c:pt>
                <c:pt idx="1215">
                  <c:v>46094.0</c:v>
                </c:pt>
                <c:pt idx="1216">
                  <c:v>46097.0</c:v>
                </c:pt>
                <c:pt idx="1217">
                  <c:v>46098.0</c:v>
                </c:pt>
                <c:pt idx="1218">
                  <c:v>46099.0</c:v>
                </c:pt>
                <c:pt idx="1219">
                  <c:v>46100.0</c:v>
                </c:pt>
                <c:pt idx="1220">
                  <c:v>46101.0</c:v>
                </c:pt>
                <c:pt idx="1221">
                  <c:v>46104.0</c:v>
                </c:pt>
                <c:pt idx="1222">
                  <c:v>46105.0</c:v>
                </c:pt>
                <c:pt idx="1223">
                  <c:v>46106.0</c:v>
                </c:pt>
                <c:pt idx="1224">
                  <c:v>46107.0</c:v>
                </c:pt>
                <c:pt idx="1225">
                  <c:v>46108.0</c:v>
                </c:pt>
                <c:pt idx="1226">
                  <c:v>46111.0</c:v>
                </c:pt>
                <c:pt idx="1227">
                  <c:v>46112.0</c:v>
                </c:pt>
                <c:pt idx="1228">
                  <c:v>46113.0</c:v>
                </c:pt>
                <c:pt idx="1229">
                  <c:v>46114.0</c:v>
                </c:pt>
                <c:pt idx="1230">
                  <c:v>46118.0</c:v>
                </c:pt>
                <c:pt idx="1231">
                  <c:v>46119.0</c:v>
                </c:pt>
                <c:pt idx="1232">
                  <c:v>46120.0</c:v>
                </c:pt>
                <c:pt idx="1233">
                  <c:v>46121.0</c:v>
                </c:pt>
                <c:pt idx="1234">
                  <c:v>46122.0</c:v>
                </c:pt>
                <c:pt idx="1235">
                  <c:v>46125.0</c:v>
                </c:pt>
                <c:pt idx="1236">
                  <c:v>46126.0</c:v>
                </c:pt>
                <c:pt idx="1237">
                  <c:v>46127.0</c:v>
                </c:pt>
                <c:pt idx="1238">
                  <c:v>46128.0</c:v>
                </c:pt>
                <c:pt idx="1239">
                  <c:v>46129.0</c:v>
                </c:pt>
                <c:pt idx="1240">
                  <c:v>46132.0</c:v>
                </c:pt>
                <c:pt idx="1241">
                  <c:v>46134.0</c:v>
                </c:pt>
                <c:pt idx="1242">
                  <c:v>46135.0</c:v>
                </c:pt>
                <c:pt idx="1243">
                  <c:v>46136.0</c:v>
                </c:pt>
                <c:pt idx="1244">
                  <c:v>46139.0</c:v>
                </c:pt>
                <c:pt idx="1245">
                  <c:v>46140.0</c:v>
                </c:pt>
                <c:pt idx="1246">
                  <c:v>46141.0</c:v>
                </c:pt>
                <c:pt idx="1247">
                  <c:v>46142.0</c:v>
                </c:pt>
                <c:pt idx="1248">
                  <c:v>46146.0</c:v>
                </c:pt>
                <c:pt idx="1249">
                  <c:v>46147.0</c:v>
                </c:pt>
                <c:pt idx="1250">
                  <c:v>46148.0</c:v>
                </c:pt>
                <c:pt idx="1251">
                  <c:v>46149.0</c:v>
                </c:pt>
                <c:pt idx="1252">
                  <c:v>46150.0</c:v>
                </c:pt>
                <c:pt idx="1253">
                  <c:v>46153.0</c:v>
                </c:pt>
                <c:pt idx="1254">
                  <c:v>46154.0</c:v>
                </c:pt>
                <c:pt idx="1255">
                  <c:v>46155.0</c:v>
                </c:pt>
                <c:pt idx="1256">
                  <c:v>46156.0</c:v>
                </c:pt>
                <c:pt idx="1257">
                  <c:v>46157.0</c:v>
                </c:pt>
                <c:pt idx="1258">
                  <c:v>46160.0</c:v>
                </c:pt>
                <c:pt idx="1259">
                  <c:v>46161.0</c:v>
                </c:pt>
                <c:pt idx="1260">
                  <c:v>46162.0</c:v>
                </c:pt>
                <c:pt idx="1261">
                  <c:v>46163.0</c:v>
                </c:pt>
                <c:pt idx="1262">
                  <c:v>46164.0</c:v>
                </c:pt>
                <c:pt idx="1263">
                  <c:v>46167.0</c:v>
                </c:pt>
                <c:pt idx="1264">
                  <c:v>46168.0</c:v>
                </c:pt>
                <c:pt idx="1265">
                  <c:v>46169.0</c:v>
                </c:pt>
                <c:pt idx="1266">
                  <c:v>46170.0</c:v>
                </c:pt>
                <c:pt idx="1267">
                  <c:v>46171.0</c:v>
                </c:pt>
                <c:pt idx="1268">
                  <c:v>46174.0</c:v>
                </c:pt>
                <c:pt idx="1269">
                  <c:v>46175.0</c:v>
                </c:pt>
                <c:pt idx="1270">
                  <c:v>46176.0</c:v>
                </c:pt>
                <c:pt idx="1271">
                  <c:v>46178.0</c:v>
                </c:pt>
                <c:pt idx="1272">
                  <c:v>46181.0</c:v>
                </c:pt>
                <c:pt idx="1273">
                  <c:v>46182.0</c:v>
                </c:pt>
                <c:pt idx="1274">
                  <c:v>46183.0</c:v>
                </c:pt>
                <c:pt idx="1275">
                  <c:v>46184.0</c:v>
                </c:pt>
                <c:pt idx="1276">
                  <c:v>46185.0</c:v>
                </c:pt>
                <c:pt idx="1277">
                  <c:v>46188.0</c:v>
                </c:pt>
                <c:pt idx="1278">
                  <c:v>46189.0</c:v>
                </c:pt>
                <c:pt idx="1279">
                  <c:v>46190.0</c:v>
                </c:pt>
                <c:pt idx="1280">
                  <c:v>46191.0</c:v>
                </c:pt>
                <c:pt idx="1281">
                  <c:v>46192.0</c:v>
                </c:pt>
                <c:pt idx="1282">
                  <c:v>46195.0</c:v>
                </c:pt>
                <c:pt idx="1283">
                  <c:v>46196.0</c:v>
                </c:pt>
                <c:pt idx="1284">
                  <c:v>46197.0</c:v>
                </c:pt>
                <c:pt idx="1285">
                  <c:v>46198.0</c:v>
                </c:pt>
                <c:pt idx="1286">
                  <c:v>46199.0</c:v>
                </c:pt>
                <c:pt idx="1287">
                  <c:v>46202.0</c:v>
                </c:pt>
                <c:pt idx="1288">
                  <c:v>46203.0</c:v>
                </c:pt>
                <c:pt idx="1289">
                  <c:v>46204.0</c:v>
                </c:pt>
                <c:pt idx="1290">
                  <c:v>46205.0</c:v>
                </c:pt>
                <c:pt idx="1291">
                  <c:v>46206.0</c:v>
                </c:pt>
                <c:pt idx="1292">
                  <c:v>46209.0</c:v>
                </c:pt>
                <c:pt idx="1293">
                  <c:v>46210.0</c:v>
                </c:pt>
                <c:pt idx="1294">
                  <c:v>46211.0</c:v>
                </c:pt>
                <c:pt idx="1295">
                  <c:v>46212.0</c:v>
                </c:pt>
                <c:pt idx="1296">
                  <c:v>46213.0</c:v>
                </c:pt>
                <c:pt idx="1297">
                  <c:v>46216.0</c:v>
                </c:pt>
                <c:pt idx="1298">
                  <c:v>46217.0</c:v>
                </c:pt>
                <c:pt idx="1299">
                  <c:v>46218.0</c:v>
                </c:pt>
                <c:pt idx="1300">
                  <c:v>46219.0</c:v>
                </c:pt>
                <c:pt idx="1301">
                  <c:v>46220.0</c:v>
                </c:pt>
                <c:pt idx="1302">
                  <c:v>46223.0</c:v>
                </c:pt>
                <c:pt idx="1303">
                  <c:v>46224.0</c:v>
                </c:pt>
                <c:pt idx="1304">
                  <c:v>46225.0</c:v>
                </c:pt>
                <c:pt idx="1305">
                  <c:v>46226.0</c:v>
                </c:pt>
                <c:pt idx="1306">
                  <c:v>46227.0</c:v>
                </c:pt>
                <c:pt idx="1307">
                  <c:v>46230.0</c:v>
                </c:pt>
                <c:pt idx="1308">
                  <c:v>46231.0</c:v>
                </c:pt>
                <c:pt idx="1309">
                  <c:v>46232.0</c:v>
                </c:pt>
                <c:pt idx="1310">
                  <c:v>46233.0</c:v>
                </c:pt>
                <c:pt idx="1311">
                  <c:v>46234.0</c:v>
                </c:pt>
                <c:pt idx="1312">
                  <c:v>46237.0</c:v>
                </c:pt>
                <c:pt idx="1313">
                  <c:v>46238.0</c:v>
                </c:pt>
                <c:pt idx="1314">
                  <c:v>46239.0</c:v>
                </c:pt>
                <c:pt idx="1315">
                  <c:v>46240.0</c:v>
                </c:pt>
                <c:pt idx="1316">
                  <c:v>46241.0</c:v>
                </c:pt>
                <c:pt idx="1317">
                  <c:v>46244.0</c:v>
                </c:pt>
                <c:pt idx="1318">
                  <c:v>46245.0</c:v>
                </c:pt>
                <c:pt idx="1319">
                  <c:v>46246.0</c:v>
                </c:pt>
                <c:pt idx="1320">
                  <c:v>46247.0</c:v>
                </c:pt>
                <c:pt idx="1321">
                  <c:v>46248.0</c:v>
                </c:pt>
                <c:pt idx="1322">
                  <c:v>46251.0</c:v>
                </c:pt>
                <c:pt idx="1323">
                  <c:v>46252.0</c:v>
                </c:pt>
                <c:pt idx="1324">
                  <c:v>46253.0</c:v>
                </c:pt>
                <c:pt idx="1325">
                  <c:v>46254.0</c:v>
                </c:pt>
                <c:pt idx="1326">
                  <c:v>46255.0</c:v>
                </c:pt>
                <c:pt idx="1327">
                  <c:v>46258.0</c:v>
                </c:pt>
                <c:pt idx="1328">
                  <c:v>46259.0</c:v>
                </c:pt>
                <c:pt idx="1329">
                  <c:v>46260.0</c:v>
                </c:pt>
                <c:pt idx="1330">
                  <c:v>46261.0</c:v>
                </c:pt>
                <c:pt idx="1331">
                  <c:v>46262.0</c:v>
                </c:pt>
                <c:pt idx="1332">
                  <c:v>46265.0</c:v>
                </c:pt>
              </c:numCache>
            </c:numRef>
          </c:cat>
          <c:val>
            <c:numRef>
              <c:f>Sheet1!$C$2:$C$1334</c:f>
              <c:numCache>
                <c:formatCode>General</c:formatCode>
                <c:ptCount val="1333"/>
                <c:pt idx="0">
                  <c:v>100.0</c:v>
                </c:pt>
                <c:pt idx="1">
                  <c:v>100.2654805328855</c:v>
                </c:pt>
                <c:pt idx="2">
                  <c:v>99.00597036818729</c:v>
                </c:pt>
                <c:pt idx="3">
                  <c:v>100.5640325857084</c:v>
                </c:pt>
                <c:pt idx="4">
                  <c:v>100.8636023531581</c:v>
                </c:pt>
                <c:pt idx="5">
                  <c:v>102.644602949993</c:v>
                </c:pt>
                <c:pt idx="6">
                  <c:v>102.5360355086521</c:v>
                </c:pt>
                <c:pt idx="7">
                  <c:v>103.4233649110837</c:v>
                </c:pt>
                <c:pt idx="8">
                  <c:v>100.6864863646426</c:v>
                </c:pt>
                <c:pt idx="9">
                  <c:v>101.5241075567918</c:v>
                </c:pt>
                <c:pt idx="10">
                  <c:v>102.5123084593786</c:v>
                </c:pt>
                <c:pt idx="11">
                  <c:v>103.4013789107997</c:v>
                </c:pt>
                <c:pt idx="12">
                  <c:v>103.4367802402547</c:v>
                </c:pt>
                <c:pt idx="13">
                  <c:v>103.1477324645247</c:v>
                </c:pt>
                <c:pt idx="14">
                  <c:v>103.2019741308717</c:v>
                </c:pt>
                <c:pt idx="15">
                  <c:v>103.1108676446147</c:v>
                </c:pt>
                <c:pt idx="16">
                  <c:v>104.3213172356112</c:v>
                </c:pt>
                <c:pt idx="17">
                  <c:v>103.4432986603848</c:v>
                </c:pt>
                <c:pt idx="18">
                  <c:v>104.2856131150277</c:v>
                </c:pt>
                <c:pt idx="19">
                  <c:v>104.6030391482015</c:v>
                </c:pt>
                <c:pt idx="20">
                  <c:v>105.6079692606446</c:v>
                </c:pt>
                <c:pt idx="21">
                  <c:v>106.1583426021062</c:v>
                </c:pt>
                <c:pt idx="22">
                  <c:v>107.8836800964625</c:v>
                </c:pt>
                <c:pt idx="23">
                  <c:v>109.0060174690295</c:v>
                </c:pt>
                <c:pt idx="24">
                  <c:v>109.4470327478699</c:v>
                </c:pt>
                <c:pt idx="25">
                  <c:v>109.9941510846988</c:v>
                </c:pt>
                <c:pt idx="26">
                  <c:v>109.1621819936172</c:v>
                </c:pt>
                <c:pt idx="27">
                  <c:v>109.2628516330198</c:v>
                </c:pt>
                <c:pt idx="28">
                  <c:v>109.4053064481726</c:v>
                </c:pt>
                <c:pt idx="29">
                  <c:v>108.8710987886336</c:v>
                </c:pt>
                <c:pt idx="30">
                  <c:v>109.5161532338429</c:v>
                </c:pt>
                <c:pt idx="31">
                  <c:v>109.4178470474164</c:v>
                </c:pt>
                <c:pt idx="32">
                  <c:v>108.7184079511605</c:v>
                </c:pt>
                <c:pt idx="33">
                  <c:v>107.7071949227984</c:v>
                </c:pt>
                <c:pt idx="34">
                  <c:v>108.0000023550421</c:v>
                </c:pt>
                <c:pt idx="35">
                  <c:v>108.7230086941426</c:v>
                </c:pt>
                <c:pt idx="36">
                  <c:v>108.3045597652494</c:v>
                </c:pt>
                <c:pt idx="37">
                  <c:v>108.019036141822</c:v>
                </c:pt>
                <c:pt idx="38">
                  <c:v>108.9321532553747</c:v>
                </c:pt>
                <c:pt idx="39">
                  <c:v>107.032971598865</c:v>
                </c:pt>
                <c:pt idx="40">
                  <c:v>107.1789505663203</c:v>
                </c:pt>
                <c:pt idx="41">
                  <c:v>107.0933868398901</c:v>
                </c:pt>
                <c:pt idx="42">
                  <c:v>106.6511603965353</c:v>
                </c:pt>
                <c:pt idx="43">
                  <c:v>105.6961319442622</c:v>
                </c:pt>
                <c:pt idx="44">
                  <c:v>107.3408428897578</c:v>
                </c:pt>
                <c:pt idx="45">
                  <c:v>106.750736623529</c:v>
                </c:pt>
                <c:pt idx="46">
                  <c:v>105.2156108340012</c:v>
                </c:pt>
                <c:pt idx="47">
                  <c:v>106.8337182145013</c:v>
                </c:pt>
                <c:pt idx="48">
                  <c:v>105.4956001084665</c:v>
                </c:pt>
                <c:pt idx="49">
                  <c:v>107.3174438642069</c:v>
                </c:pt>
                <c:pt idx="50">
                  <c:v>107.8001517992858</c:v>
                </c:pt>
                <c:pt idx="51">
                  <c:v>108.0009780153455</c:v>
                </c:pt>
                <c:pt idx="52">
                  <c:v>107.2115090235121</c:v>
                </c:pt>
                <c:pt idx="53">
                  <c:v>105.9434702420243</c:v>
                </c:pt>
                <c:pt idx="54">
                  <c:v>104.6265895693166</c:v>
                </c:pt>
                <c:pt idx="55">
                  <c:v>105.4733870148361</c:v>
                </c:pt>
                <c:pt idx="56">
                  <c:v>105.9173881506393</c:v>
                </c:pt>
                <c:pt idx="57">
                  <c:v>106.1002487597339</c:v>
                </c:pt>
                <c:pt idx="58">
                  <c:v>105.1802010936816</c:v>
                </c:pt>
                <c:pt idx="59">
                  <c:v>105.9801416120465</c:v>
                </c:pt>
                <c:pt idx="60">
                  <c:v>104.8094922327347</c:v>
                </c:pt>
                <c:pt idx="61">
                  <c:v>106.2171009027886</c:v>
                </c:pt>
                <c:pt idx="62">
                  <c:v>105.7038194745834</c:v>
                </c:pt>
                <c:pt idx="63">
                  <c:v>102.4449963093126</c:v>
                </c:pt>
                <c:pt idx="64">
                  <c:v>103.0463310798945</c:v>
                </c:pt>
                <c:pt idx="65">
                  <c:v>103.9385724273015</c:v>
                </c:pt>
                <c:pt idx="66">
                  <c:v>102.4453495656293</c:v>
                </c:pt>
                <c:pt idx="67">
                  <c:v>102.3038031238624</c:v>
                </c:pt>
                <c:pt idx="68">
                  <c:v>103.2941319752142</c:v>
                </c:pt>
                <c:pt idx="69">
                  <c:v>103.469935868839</c:v>
                </c:pt>
                <c:pt idx="70">
                  <c:v>102.7828439219391</c:v>
                </c:pt>
                <c:pt idx="71">
                  <c:v>102.659935956312</c:v>
                </c:pt>
                <c:pt idx="72">
                  <c:v>101.5199610005026</c:v>
                </c:pt>
                <c:pt idx="73">
                  <c:v>101.9344231795356</c:v>
                </c:pt>
                <c:pt idx="74">
                  <c:v>100.2407105363911</c:v>
                </c:pt>
                <c:pt idx="75">
                  <c:v>99.1672991636909</c:v>
                </c:pt>
                <c:pt idx="76">
                  <c:v>98.10652932061073</c:v>
                </c:pt>
                <c:pt idx="77">
                  <c:v>98.54563533316781</c:v>
                </c:pt>
                <c:pt idx="78">
                  <c:v>99.29258740402362</c:v>
                </c:pt>
                <c:pt idx="79">
                  <c:v>98.80383205723695</c:v>
                </c:pt>
                <c:pt idx="80">
                  <c:v>101.1076351810994</c:v>
                </c:pt>
                <c:pt idx="81">
                  <c:v>101.6181410239589</c:v>
                </c:pt>
                <c:pt idx="82">
                  <c:v>99.85712464161305</c:v>
                </c:pt>
                <c:pt idx="83">
                  <c:v>101.5002963988715</c:v>
                </c:pt>
                <c:pt idx="84">
                  <c:v>100.7116600826418</c:v>
                </c:pt>
                <c:pt idx="85">
                  <c:v>99.90511703549991</c:v>
                </c:pt>
                <c:pt idx="86">
                  <c:v>100.4220235463839</c:v>
                </c:pt>
                <c:pt idx="87">
                  <c:v>98.13551316031176</c:v>
                </c:pt>
                <c:pt idx="88">
                  <c:v>98.35096587005685</c:v>
                </c:pt>
                <c:pt idx="89">
                  <c:v>99.13770974173262</c:v>
                </c:pt>
                <c:pt idx="90">
                  <c:v>95.39000506670489</c:v>
                </c:pt>
                <c:pt idx="91">
                  <c:v>97.02845832887557</c:v>
                </c:pt>
                <c:pt idx="92">
                  <c:v>96.12434925139941</c:v>
                </c:pt>
                <c:pt idx="93">
                  <c:v>97.9055937633102</c:v>
                </c:pt>
                <c:pt idx="94">
                  <c:v>97.71788849615758</c:v>
                </c:pt>
                <c:pt idx="95">
                  <c:v>96.77754541362278</c:v>
                </c:pt>
                <c:pt idx="96">
                  <c:v>95.71082908921102</c:v>
                </c:pt>
                <c:pt idx="97">
                  <c:v>93.73014615391344</c:v>
                </c:pt>
                <c:pt idx="98">
                  <c:v>91.54699688394285</c:v>
                </c:pt>
                <c:pt idx="99">
                  <c:v>92.72955604764722</c:v>
                </c:pt>
                <c:pt idx="100">
                  <c:v>94.43910634899167</c:v>
                </c:pt>
                <c:pt idx="101">
                  <c:v>95.93798972259623</c:v>
                </c:pt>
                <c:pt idx="102">
                  <c:v>95.28052084111339</c:v>
                </c:pt>
                <c:pt idx="103">
                  <c:v>95.53313275103235</c:v>
                </c:pt>
                <c:pt idx="104">
                  <c:v>92.62368008300514</c:v>
                </c:pt>
                <c:pt idx="105">
                  <c:v>93.45045125971203</c:v>
                </c:pt>
                <c:pt idx="106">
                  <c:v>93.34301928510342</c:v>
                </c:pt>
                <c:pt idx="107">
                  <c:v>94.95835949112251</c:v>
                </c:pt>
                <c:pt idx="108">
                  <c:v>92.8501342037569</c:v>
                </c:pt>
                <c:pt idx="109">
                  <c:v>92.90442633529206</c:v>
                </c:pt>
                <c:pt idx="110">
                  <c:v>92.99015827901597</c:v>
                </c:pt>
                <c:pt idx="111">
                  <c:v>93.01190877508877</c:v>
                </c:pt>
                <c:pt idx="112">
                  <c:v>94.90247770616207</c:v>
                </c:pt>
                <c:pt idx="113">
                  <c:v>94.35348374650866</c:v>
                </c:pt>
                <c:pt idx="114">
                  <c:v>95.42623907176352</c:v>
                </c:pt>
                <c:pt idx="115">
                  <c:v>95.19877564724969</c:v>
                </c:pt>
                <c:pt idx="116">
                  <c:v>96.42887301814795</c:v>
                </c:pt>
                <c:pt idx="117">
                  <c:v>96.24399380152917</c:v>
                </c:pt>
                <c:pt idx="118">
                  <c:v>93.08536085637405</c:v>
                </c:pt>
                <c:pt idx="119">
                  <c:v>93.18096715523697</c:v>
                </c:pt>
                <c:pt idx="120">
                  <c:v>90.61445908383479</c:v>
                </c:pt>
                <c:pt idx="121">
                  <c:v>89.40427864050821</c:v>
                </c:pt>
                <c:pt idx="122">
                  <c:v>91.43833692309039</c:v>
                </c:pt>
                <c:pt idx="123">
                  <c:v>89.50802665638523</c:v>
                </c:pt>
                <c:pt idx="124">
                  <c:v>89.46056414697347</c:v>
                </c:pt>
                <c:pt idx="125">
                  <c:v>88.90701149866133</c:v>
                </c:pt>
                <c:pt idx="126">
                  <c:v>87.05304665069275</c:v>
                </c:pt>
                <c:pt idx="127">
                  <c:v>88.77740007388104</c:v>
                </c:pt>
                <c:pt idx="128">
                  <c:v>88.83292860252475</c:v>
                </c:pt>
                <c:pt idx="129">
                  <c:v>86.97850956786323</c:v>
                </c:pt>
                <c:pt idx="130">
                  <c:v>88.16624141334825</c:v>
                </c:pt>
                <c:pt idx="131">
                  <c:v>88.12999058656025</c:v>
                </c:pt>
                <c:pt idx="132">
                  <c:v>88.76412772940971</c:v>
                </c:pt>
                <c:pt idx="133">
                  <c:v>89.1278387509395</c:v>
                </c:pt>
                <c:pt idx="134">
                  <c:v>90.49642100885967</c:v>
                </c:pt>
                <c:pt idx="135">
                  <c:v>89.436542717436</c:v>
                </c:pt>
                <c:pt idx="136">
                  <c:v>87.81250567733366</c:v>
                </c:pt>
                <c:pt idx="137">
                  <c:v>86.5885482376547</c:v>
                </c:pt>
                <c:pt idx="138">
                  <c:v>86.14912261223962</c:v>
                </c:pt>
                <c:pt idx="139">
                  <c:v>86.661361093224</c:v>
                </c:pt>
                <c:pt idx="140">
                  <c:v>85.89374352783963</c:v>
                </c:pt>
                <c:pt idx="141">
                  <c:v>87.18182539986933</c:v>
                </c:pt>
                <c:pt idx="142">
                  <c:v>87.9054709646858</c:v>
                </c:pt>
                <c:pt idx="143">
                  <c:v>88.99641057938746</c:v>
                </c:pt>
                <c:pt idx="144">
                  <c:v>85.97944182810481</c:v>
                </c:pt>
                <c:pt idx="145">
                  <c:v>86.4754893945725</c:v>
                </c:pt>
                <c:pt idx="146">
                  <c:v>85.7197059157985</c:v>
                </c:pt>
                <c:pt idx="147">
                  <c:v>84.7601271857314</c:v>
                </c:pt>
                <c:pt idx="148">
                  <c:v>87.86514086852607</c:v>
                </c:pt>
                <c:pt idx="149">
                  <c:v>88.37269449788147</c:v>
                </c:pt>
                <c:pt idx="150">
                  <c:v>89.87754958541166</c:v>
                </c:pt>
                <c:pt idx="151">
                  <c:v>90.46530080952891</c:v>
                </c:pt>
                <c:pt idx="152">
                  <c:v>90.91768757742202</c:v>
                </c:pt>
                <c:pt idx="153">
                  <c:v>89.40012367335432</c:v>
                </c:pt>
                <c:pt idx="154">
                  <c:v>90.63408163114254</c:v>
                </c:pt>
                <c:pt idx="155">
                  <c:v>90.31865738376354</c:v>
                </c:pt>
                <c:pt idx="156">
                  <c:v>89.79432407936358</c:v>
                </c:pt>
                <c:pt idx="157">
                  <c:v>90.3589117821411</c:v>
                </c:pt>
                <c:pt idx="158">
                  <c:v>91.11181033432851</c:v>
                </c:pt>
                <c:pt idx="159">
                  <c:v>90.16494042079893</c:v>
                </c:pt>
                <c:pt idx="160">
                  <c:v>88.33071587224367</c:v>
                </c:pt>
                <c:pt idx="161">
                  <c:v>88.73452148572206</c:v>
                </c:pt>
                <c:pt idx="162">
                  <c:v>88.51906877597696</c:v>
                </c:pt>
                <c:pt idx="163">
                  <c:v>88.22266990451314</c:v>
                </c:pt>
                <c:pt idx="164">
                  <c:v>88.78037751997917</c:v>
                </c:pt>
                <c:pt idx="165">
                  <c:v>88.1998344068961</c:v>
                </c:pt>
                <c:pt idx="166">
                  <c:v>87.56319082637083</c:v>
                </c:pt>
                <c:pt idx="167">
                  <c:v>88.1647358685698</c:v>
                </c:pt>
                <c:pt idx="168">
                  <c:v>87.40704312351254</c:v>
                </c:pt>
                <c:pt idx="169">
                  <c:v>87.06392189872915</c:v>
                </c:pt>
                <c:pt idx="170">
                  <c:v>84.95447703598437</c:v>
                </c:pt>
                <c:pt idx="171">
                  <c:v>85.42162487139788</c:v>
                </c:pt>
                <c:pt idx="172">
                  <c:v>86.39595625812069</c:v>
                </c:pt>
                <c:pt idx="173">
                  <c:v>85.74472823823336</c:v>
                </c:pt>
                <c:pt idx="174">
                  <c:v>87.28709578225416</c:v>
                </c:pt>
                <c:pt idx="175">
                  <c:v>88.89077852982123</c:v>
                </c:pt>
                <c:pt idx="176">
                  <c:v>88.75943446691603</c:v>
                </c:pt>
                <c:pt idx="177">
                  <c:v>89.93551726481373</c:v>
                </c:pt>
                <c:pt idx="178">
                  <c:v>89.46962264823813</c:v>
                </c:pt>
                <c:pt idx="179">
                  <c:v>89.71672544178908</c:v>
                </c:pt>
                <c:pt idx="180">
                  <c:v>90.84866802182519</c:v>
                </c:pt>
                <c:pt idx="181">
                  <c:v>91.76420746440691</c:v>
                </c:pt>
                <c:pt idx="182">
                  <c:v>91.62937289265786</c:v>
                </c:pt>
                <c:pt idx="183">
                  <c:v>90.78444265909823</c:v>
                </c:pt>
                <c:pt idx="184">
                  <c:v>92.69089971355959</c:v>
                </c:pt>
                <c:pt idx="185">
                  <c:v>93.60382337722459</c:v>
                </c:pt>
                <c:pt idx="186">
                  <c:v>94.71613499908827</c:v>
                </c:pt>
                <c:pt idx="187">
                  <c:v>94.12607078718293</c:v>
                </c:pt>
                <c:pt idx="188">
                  <c:v>94.32238877977194</c:v>
                </c:pt>
                <c:pt idx="189">
                  <c:v>95.23479938069121</c:v>
                </c:pt>
                <c:pt idx="190">
                  <c:v>94.11283208617031</c:v>
                </c:pt>
                <c:pt idx="191">
                  <c:v>93.94594370911058</c:v>
                </c:pt>
                <c:pt idx="192">
                  <c:v>94.40770018026166</c:v>
                </c:pt>
                <c:pt idx="193">
                  <c:v>94.19865654940575</c:v>
                </c:pt>
                <c:pt idx="194">
                  <c:v>94.39888559407284</c:v>
                </c:pt>
                <c:pt idx="195">
                  <c:v>94.58975334634663</c:v>
                </c:pt>
                <c:pt idx="196">
                  <c:v>95.35209729957414</c:v>
                </c:pt>
                <c:pt idx="197">
                  <c:v>95.52416676927922</c:v>
                </c:pt>
                <c:pt idx="198">
                  <c:v>95.79906747061077</c:v>
                </c:pt>
                <c:pt idx="199">
                  <c:v>96.58042838888878</c:v>
                </c:pt>
                <c:pt idx="200">
                  <c:v>96.87713846234591</c:v>
                </c:pt>
                <c:pt idx="201">
                  <c:v>95.48726830591055</c:v>
                </c:pt>
                <c:pt idx="202">
                  <c:v>94.94171438991289</c:v>
                </c:pt>
                <c:pt idx="203">
                  <c:v>93.97063800782279</c:v>
                </c:pt>
                <c:pt idx="204">
                  <c:v>94.95176537321025</c:v>
                </c:pt>
                <c:pt idx="205">
                  <c:v>94.2080851287165</c:v>
                </c:pt>
                <c:pt idx="206">
                  <c:v>93.8584118403443</c:v>
                </c:pt>
                <c:pt idx="207">
                  <c:v>95.1621547424156</c:v>
                </c:pt>
                <c:pt idx="208">
                  <c:v>96.87096488766785</c:v>
                </c:pt>
                <c:pt idx="209">
                  <c:v>96.86418573073256</c:v>
                </c:pt>
                <c:pt idx="210">
                  <c:v>96.28234734448816</c:v>
                </c:pt>
                <c:pt idx="211">
                  <c:v>93.85974916782905</c:v>
                </c:pt>
                <c:pt idx="212">
                  <c:v>93.53171703428875</c:v>
                </c:pt>
                <c:pt idx="213">
                  <c:v>95.80003472004942</c:v>
                </c:pt>
                <c:pt idx="214">
                  <c:v>95.60052059888048</c:v>
                </c:pt>
                <c:pt idx="215">
                  <c:v>93.96035152031426</c:v>
                </c:pt>
                <c:pt idx="216">
                  <c:v>92.4586336853112</c:v>
                </c:pt>
                <c:pt idx="217">
                  <c:v>91.64419283623104</c:v>
                </c:pt>
                <c:pt idx="218">
                  <c:v>93.45516134393506</c:v>
                </c:pt>
                <c:pt idx="219">
                  <c:v>95.10697105922392</c:v>
                </c:pt>
                <c:pt idx="220">
                  <c:v>96.98644605977904</c:v>
                </c:pt>
                <c:pt idx="221">
                  <c:v>97.69600342624985</c:v>
                </c:pt>
                <c:pt idx="222">
                  <c:v>98.63626240013781</c:v>
                </c:pt>
                <c:pt idx="223">
                  <c:v>98.7917792881448</c:v>
                </c:pt>
                <c:pt idx="224">
                  <c:v>100.1337916245282</c:v>
                </c:pt>
                <c:pt idx="225">
                  <c:v>100.1575270846665</c:v>
                </c:pt>
                <c:pt idx="226">
                  <c:v>99.86874004574165</c:v>
                </c:pt>
                <c:pt idx="227">
                  <c:v>100.9422944031415</c:v>
                </c:pt>
                <c:pt idx="228">
                  <c:v>101.1488568289156</c:v>
                </c:pt>
                <c:pt idx="229">
                  <c:v>100.9297285713036</c:v>
                </c:pt>
                <c:pt idx="230">
                  <c:v>102.251008126241</c:v>
                </c:pt>
                <c:pt idx="231">
                  <c:v>102.0065547550655</c:v>
                </c:pt>
                <c:pt idx="232">
                  <c:v>99.99269095858962</c:v>
                </c:pt>
                <c:pt idx="233">
                  <c:v>99.43976071426408</c:v>
                </c:pt>
                <c:pt idx="234">
                  <c:v>99.97332073722238</c:v>
                </c:pt>
                <c:pt idx="235">
                  <c:v>99.51925179639248</c:v>
                </c:pt>
                <c:pt idx="236">
                  <c:v>98.36745957570216</c:v>
                </c:pt>
                <c:pt idx="237">
                  <c:v>97.68955229303722</c:v>
                </c:pt>
                <c:pt idx="238">
                  <c:v>98.22372630911745</c:v>
                </c:pt>
                <c:pt idx="239">
                  <c:v>97.71878004781409</c:v>
                </c:pt>
                <c:pt idx="240">
                  <c:v>97.30298054129634</c:v>
                </c:pt>
                <c:pt idx="241">
                  <c:v>96.77259982518859</c:v>
                </c:pt>
                <c:pt idx="242">
                  <c:v>96.1730061035963</c:v>
                </c:pt>
                <c:pt idx="243">
                  <c:v>93.42579060445857</c:v>
                </c:pt>
                <c:pt idx="244">
                  <c:v>93.09561370042384</c:v>
                </c:pt>
                <c:pt idx="245">
                  <c:v>91.01637225275927</c:v>
                </c:pt>
                <c:pt idx="246">
                  <c:v>91.97227543495946</c:v>
                </c:pt>
                <c:pt idx="247">
                  <c:v>92.45135828735955</c:v>
                </c:pt>
                <c:pt idx="248">
                  <c:v>90.73317843884932</c:v>
                </c:pt>
                <c:pt idx="249">
                  <c:v>89.69231711247615</c:v>
                </c:pt>
                <c:pt idx="250">
                  <c:v>89.59933500339463</c:v>
                </c:pt>
                <c:pt idx="251">
                  <c:v>91.12645364974334</c:v>
                </c:pt>
                <c:pt idx="252">
                  <c:v>88.56992927472105</c:v>
                </c:pt>
                <c:pt idx="253">
                  <c:v>88.42739876178615</c:v>
                </c:pt>
                <c:pt idx="254">
                  <c:v>86.8421946839298</c:v>
                </c:pt>
                <c:pt idx="255">
                  <c:v>86.72437529143646</c:v>
                </c:pt>
                <c:pt idx="256">
                  <c:v>87.80681993280729</c:v>
                </c:pt>
                <c:pt idx="257">
                  <c:v>88.89244388102865</c:v>
                </c:pt>
                <c:pt idx="258">
                  <c:v>89.9324809426628</c:v>
                </c:pt>
                <c:pt idx="259">
                  <c:v>91.03309305175104</c:v>
                </c:pt>
                <c:pt idx="260">
                  <c:v>91.50123336919727</c:v>
                </c:pt>
                <c:pt idx="261">
                  <c:v>89.3630401709626</c:v>
                </c:pt>
                <c:pt idx="262">
                  <c:v>90.00064259006186</c:v>
                </c:pt>
                <c:pt idx="263">
                  <c:v>91.24768785329837</c:v>
                </c:pt>
                <c:pt idx="264">
                  <c:v>92.81037604639567</c:v>
                </c:pt>
                <c:pt idx="265">
                  <c:v>93.0080061338754</c:v>
                </c:pt>
                <c:pt idx="266">
                  <c:v>93.00718186913637</c:v>
                </c:pt>
                <c:pt idx="267">
                  <c:v>94.1090640187919</c:v>
                </c:pt>
                <c:pt idx="268">
                  <c:v>94.15263229785496</c:v>
                </c:pt>
                <c:pt idx="269">
                  <c:v>93.38760527879326</c:v>
                </c:pt>
                <c:pt idx="270">
                  <c:v>93.6554072103315</c:v>
                </c:pt>
                <c:pt idx="271">
                  <c:v>93.66333865572851</c:v>
                </c:pt>
                <c:pt idx="272">
                  <c:v>94.53215574499066</c:v>
                </c:pt>
                <c:pt idx="273">
                  <c:v>93.44665795973955</c:v>
                </c:pt>
                <c:pt idx="274">
                  <c:v>92.67587790923399</c:v>
                </c:pt>
                <c:pt idx="275">
                  <c:v>92.57818571592944</c:v>
                </c:pt>
                <c:pt idx="276">
                  <c:v>91.14658084893213</c:v>
                </c:pt>
                <c:pt idx="277">
                  <c:v>90.0750703316505</c:v>
                </c:pt>
                <c:pt idx="278">
                  <c:v>88.71883522308642</c:v>
                </c:pt>
                <c:pt idx="279">
                  <c:v>86.29394088036857</c:v>
                </c:pt>
                <c:pt idx="280">
                  <c:v>85.84401849582788</c:v>
                </c:pt>
                <c:pt idx="281">
                  <c:v>86.46942516113535</c:v>
                </c:pt>
                <c:pt idx="282">
                  <c:v>83.96140624274562</c:v>
                </c:pt>
                <c:pt idx="283">
                  <c:v>83.98472957051433</c:v>
                </c:pt>
                <c:pt idx="284">
                  <c:v>83.84328405912368</c:v>
                </c:pt>
                <c:pt idx="285">
                  <c:v>83.70687665567871</c:v>
                </c:pt>
                <c:pt idx="286">
                  <c:v>82.49404678997668</c:v>
                </c:pt>
                <c:pt idx="287">
                  <c:v>82.99190269235143</c:v>
                </c:pt>
                <c:pt idx="288">
                  <c:v>84.75090046717307</c:v>
                </c:pt>
                <c:pt idx="289">
                  <c:v>84.60607378817944</c:v>
                </c:pt>
                <c:pt idx="290">
                  <c:v>83.79036289853201</c:v>
                </c:pt>
                <c:pt idx="291">
                  <c:v>82.88230071465435</c:v>
                </c:pt>
                <c:pt idx="292">
                  <c:v>83.22878628531133</c:v>
                </c:pt>
                <c:pt idx="293">
                  <c:v>82.9384937016081</c:v>
                </c:pt>
                <c:pt idx="294">
                  <c:v>82.67429162015459</c:v>
                </c:pt>
                <c:pt idx="295">
                  <c:v>83.03119825215504</c:v>
                </c:pt>
                <c:pt idx="296">
                  <c:v>84.72240445762371</c:v>
                </c:pt>
                <c:pt idx="297">
                  <c:v>84.35167036408278</c:v>
                </c:pt>
                <c:pt idx="298">
                  <c:v>82.60517113418156</c:v>
                </c:pt>
                <c:pt idx="299">
                  <c:v>82.6545849642</c:v>
                </c:pt>
                <c:pt idx="300">
                  <c:v>82.32651918720096</c:v>
                </c:pt>
                <c:pt idx="301">
                  <c:v>80.84594626601344</c:v>
                </c:pt>
                <c:pt idx="302">
                  <c:v>81.2077396103953</c:v>
                </c:pt>
                <c:pt idx="303">
                  <c:v>81.51484551260184</c:v>
                </c:pt>
                <c:pt idx="304">
                  <c:v>82.63237187056959</c:v>
                </c:pt>
                <c:pt idx="305">
                  <c:v>82.66772273483639</c:v>
                </c:pt>
                <c:pt idx="306">
                  <c:v>83.29545920966133</c:v>
                </c:pt>
                <c:pt idx="307">
                  <c:v>83.20432749081029</c:v>
                </c:pt>
                <c:pt idx="308">
                  <c:v>84.33561402340105</c:v>
                </c:pt>
                <c:pt idx="309">
                  <c:v>83.91661838830338</c:v>
                </c:pt>
                <c:pt idx="310">
                  <c:v>85.31809553800264</c:v>
                </c:pt>
                <c:pt idx="311">
                  <c:v>86.29266242893661</c:v>
                </c:pt>
                <c:pt idx="312">
                  <c:v>86.7704247755813</c:v>
                </c:pt>
                <c:pt idx="313">
                  <c:v>85.98013151900889</c:v>
                </c:pt>
                <c:pt idx="314">
                  <c:v>86.9361272207206</c:v>
                </c:pt>
                <c:pt idx="315">
                  <c:v>87.28347911044004</c:v>
                </c:pt>
                <c:pt idx="316">
                  <c:v>89.06451335073373</c:v>
                </c:pt>
                <c:pt idx="317">
                  <c:v>89.55209117646466</c:v>
                </c:pt>
                <c:pt idx="318">
                  <c:v>91.17568244073873</c:v>
                </c:pt>
                <c:pt idx="319">
                  <c:v>91.38492793234704</c:v>
                </c:pt>
                <c:pt idx="320">
                  <c:v>92.71780606968368</c:v>
                </c:pt>
                <c:pt idx="321">
                  <c:v>92.2822746746173</c:v>
                </c:pt>
                <c:pt idx="322">
                  <c:v>94.84449320503064</c:v>
                </c:pt>
                <c:pt idx="323">
                  <c:v>95.06966887435043</c:v>
                </c:pt>
                <c:pt idx="324">
                  <c:v>95.47372681376933</c:v>
                </c:pt>
                <c:pt idx="325">
                  <c:v>95.63805828796514</c:v>
                </c:pt>
                <c:pt idx="326">
                  <c:v>95.72646488665856</c:v>
                </c:pt>
                <c:pt idx="327">
                  <c:v>93.77795350877724</c:v>
                </c:pt>
                <c:pt idx="328">
                  <c:v>92.94050053392169</c:v>
                </c:pt>
                <c:pt idx="329">
                  <c:v>94.92257967275681</c:v>
                </c:pt>
                <c:pt idx="330">
                  <c:v>94.95684553547939</c:v>
                </c:pt>
                <c:pt idx="331">
                  <c:v>95.48999342606817</c:v>
                </c:pt>
                <c:pt idx="332">
                  <c:v>94.45305156263773</c:v>
                </c:pt>
                <c:pt idx="333">
                  <c:v>94.4734563203611</c:v>
                </c:pt>
                <c:pt idx="334">
                  <c:v>92.88171700064528</c:v>
                </c:pt>
                <c:pt idx="335">
                  <c:v>92.11821234809138</c:v>
                </c:pt>
                <c:pt idx="336">
                  <c:v>92.86040386953606</c:v>
                </c:pt>
                <c:pt idx="337">
                  <c:v>93.24641209334311</c:v>
                </c:pt>
                <c:pt idx="338">
                  <c:v>94.37271939404094</c:v>
                </c:pt>
                <c:pt idx="339">
                  <c:v>92.32082166746402</c:v>
                </c:pt>
                <c:pt idx="340">
                  <c:v>92.44855746941978</c:v>
                </c:pt>
                <c:pt idx="341">
                  <c:v>94.45435524666375</c:v>
                </c:pt>
                <c:pt idx="342">
                  <c:v>95.38471463281866</c:v>
                </c:pt>
                <c:pt idx="343">
                  <c:v>93.18730053634403</c:v>
                </c:pt>
                <c:pt idx="344">
                  <c:v>92.97930826357363</c:v>
                </c:pt>
                <c:pt idx="345">
                  <c:v>92.48052716608363</c:v>
                </c:pt>
                <c:pt idx="346">
                  <c:v>91.91424046863993</c:v>
                </c:pt>
                <c:pt idx="347">
                  <c:v>94.05356072274225</c:v>
                </c:pt>
                <c:pt idx="348">
                  <c:v>94.63645046707214</c:v>
                </c:pt>
                <c:pt idx="349">
                  <c:v>94.14773717460888</c:v>
                </c:pt>
                <c:pt idx="350">
                  <c:v>95.94313717178284</c:v>
                </c:pt>
                <c:pt idx="351">
                  <c:v>93.96281590366667</c:v>
                </c:pt>
                <c:pt idx="352">
                  <c:v>91.77444348672732</c:v>
                </c:pt>
                <c:pt idx="353">
                  <c:v>91.15388147947783</c:v>
                </c:pt>
                <c:pt idx="354">
                  <c:v>91.2168368016375</c:v>
                </c:pt>
                <c:pt idx="355">
                  <c:v>90.55502791397771</c:v>
                </c:pt>
                <c:pt idx="356">
                  <c:v>92.55045509506633</c:v>
                </c:pt>
                <c:pt idx="357">
                  <c:v>97.67912282082908</c:v>
                </c:pt>
                <c:pt idx="358">
                  <c:v>97.75958115239612</c:v>
                </c:pt>
                <c:pt idx="359">
                  <c:v>98.57350052786587</c:v>
                </c:pt>
                <c:pt idx="360">
                  <c:v>98.8788233267594</c:v>
                </c:pt>
                <c:pt idx="361">
                  <c:v>97.88164803155487</c:v>
                </c:pt>
                <c:pt idx="362">
                  <c:v>97.51610344152397</c:v>
                </c:pt>
                <c:pt idx="363">
                  <c:v>96.57953683723228</c:v>
                </c:pt>
                <c:pt idx="364">
                  <c:v>96.13625903579194</c:v>
                </c:pt>
                <c:pt idx="365">
                  <c:v>94.26252865581598</c:v>
                </c:pt>
                <c:pt idx="366">
                  <c:v>95.56759206364266</c:v>
                </c:pt>
                <c:pt idx="367">
                  <c:v>97.34992998796237</c:v>
                </c:pt>
                <c:pt idx="368">
                  <c:v>97.79668988738189</c:v>
                </c:pt>
                <c:pt idx="369">
                  <c:v>98.55103510829493</c:v>
                </c:pt>
                <c:pt idx="370">
                  <c:v>100.8704824404696</c:v>
                </c:pt>
                <c:pt idx="371">
                  <c:v>97.57671213243681</c:v>
                </c:pt>
                <c:pt idx="372">
                  <c:v>96.41003268125581</c:v>
                </c:pt>
                <c:pt idx="373">
                  <c:v>94.8440978943905</c:v>
                </c:pt>
                <c:pt idx="374">
                  <c:v>96.42279196298144</c:v>
                </c:pt>
                <c:pt idx="375">
                  <c:v>96.33724505828057</c:v>
                </c:pt>
                <c:pt idx="376">
                  <c:v>97.59721782053637</c:v>
                </c:pt>
                <c:pt idx="377">
                  <c:v>98.34711369403159</c:v>
                </c:pt>
                <c:pt idx="378">
                  <c:v>98.3199466011023</c:v>
                </c:pt>
                <c:pt idx="379">
                  <c:v>99.37895857346352</c:v>
                </c:pt>
                <c:pt idx="380">
                  <c:v>97.01293187266893</c:v>
                </c:pt>
                <c:pt idx="381">
                  <c:v>97.70089854949592</c:v>
                </c:pt>
                <c:pt idx="382">
                  <c:v>95.53067677854463</c:v>
                </c:pt>
                <c:pt idx="383">
                  <c:v>92.3306539682796</c:v>
                </c:pt>
                <c:pt idx="384">
                  <c:v>94.41489146956647</c:v>
                </c:pt>
                <c:pt idx="385">
                  <c:v>95.17842135471443</c:v>
                </c:pt>
                <c:pt idx="386">
                  <c:v>92.72417309424947</c:v>
                </c:pt>
                <c:pt idx="387">
                  <c:v>92.26952380375636</c:v>
                </c:pt>
                <c:pt idx="388">
                  <c:v>91.56922679930264</c:v>
                </c:pt>
                <c:pt idx="389">
                  <c:v>92.30770912942168</c:v>
                </c:pt>
                <c:pt idx="390">
                  <c:v>91.70915835505019</c:v>
                </c:pt>
                <c:pt idx="391">
                  <c:v>91.5448184699897</c:v>
                </c:pt>
                <c:pt idx="392">
                  <c:v>94.0596754213675</c:v>
                </c:pt>
                <c:pt idx="393">
                  <c:v>91.65882774078119</c:v>
                </c:pt>
                <c:pt idx="394">
                  <c:v>91.49519436835416</c:v>
                </c:pt>
                <c:pt idx="395">
                  <c:v>93.28457218641437</c:v>
                </c:pt>
                <c:pt idx="396">
                  <c:v>94.61046089519861</c:v>
                </c:pt>
                <c:pt idx="397">
                  <c:v>93.29802115904407</c:v>
                </c:pt>
                <c:pt idx="398">
                  <c:v>94.13770301304088</c:v>
                </c:pt>
                <c:pt idx="399">
                  <c:v>92.01604557477495</c:v>
                </c:pt>
                <c:pt idx="400">
                  <c:v>92.67811519923993</c:v>
                </c:pt>
                <c:pt idx="401">
                  <c:v>91.73608153290364</c:v>
                </c:pt>
                <c:pt idx="402">
                  <c:v>90.20571629278692</c:v>
                </c:pt>
                <c:pt idx="403">
                  <c:v>90.43324700421822</c:v>
                </c:pt>
                <c:pt idx="404">
                  <c:v>88.60284939909418</c:v>
                </c:pt>
                <c:pt idx="405">
                  <c:v>87.08581537950158</c:v>
                </c:pt>
                <c:pt idx="406">
                  <c:v>87.25916330063862</c:v>
                </c:pt>
                <c:pt idx="407">
                  <c:v>87.25236732197396</c:v>
                </c:pt>
                <c:pt idx="408">
                  <c:v>86.51053746771069</c:v>
                </c:pt>
                <c:pt idx="409">
                  <c:v>88.0951864284979</c:v>
                </c:pt>
                <c:pt idx="410">
                  <c:v>89.88195687850607</c:v>
                </c:pt>
                <c:pt idx="411">
                  <c:v>90.36056031161918</c:v>
                </c:pt>
                <c:pt idx="412">
                  <c:v>90.46012812774825</c:v>
                </c:pt>
                <c:pt idx="413">
                  <c:v>92.26514174325601</c:v>
                </c:pt>
                <c:pt idx="414">
                  <c:v>91.45785012915724</c:v>
                </c:pt>
                <c:pt idx="415">
                  <c:v>91.32365478312417</c:v>
                </c:pt>
                <c:pt idx="416">
                  <c:v>92.71860510182866</c:v>
                </c:pt>
                <c:pt idx="417">
                  <c:v>92.29628717518082</c:v>
                </c:pt>
                <c:pt idx="418">
                  <c:v>89.47143098414519</c:v>
                </c:pt>
                <c:pt idx="419">
                  <c:v>87.61239438477216</c:v>
                </c:pt>
                <c:pt idx="420">
                  <c:v>88.59538896211949</c:v>
                </c:pt>
                <c:pt idx="421">
                  <c:v>90.53565769261049</c:v>
                </c:pt>
                <c:pt idx="422">
                  <c:v>91.647893616692</c:v>
                </c:pt>
                <c:pt idx="423">
                  <c:v>91.78740462920535</c:v>
                </c:pt>
                <c:pt idx="424">
                  <c:v>93.2064352535001</c:v>
                </c:pt>
                <c:pt idx="425">
                  <c:v>94.63659345177177</c:v>
                </c:pt>
                <c:pt idx="426">
                  <c:v>94.07570652945519</c:v>
                </c:pt>
                <c:pt idx="427">
                  <c:v>93.29001401586491</c:v>
                </c:pt>
                <c:pt idx="428">
                  <c:v>91.85729050386463</c:v>
                </c:pt>
                <c:pt idx="429">
                  <c:v>93.72993588229635</c:v>
                </c:pt>
                <c:pt idx="430">
                  <c:v>94.39378019920964</c:v>
                </c:pt>
                <c:pt idx="431">
                  <c:v>94.97706525417969</c:v>
                </c:pt>
                <c:pt idx="432">
                  <c:v>94.23586621476773</c:v>
                </c:pt>
                <c:pt idx="433">
                  <c:v>93.9807142237142</c:v>
                </c:pt>
                <c:pt idx="434">
                  <c:v>95.06644751317647</c:v>
                </c:pt>
                <c:pt idx="435">
                  <c:v>96.11100962001059</c:v>
                </c:pt>
                <c:pt idx="436">
                  <c:v>96.03319229995431</c:v>
                </c:pt>
                <c:pt idx="437">
                  <c:v>94.46760235854103</c:v>
                </c:pt>
                <c:pt idx="438">
                  <c:v>94.43130947742962</c:v>
                </c:pt>
                <c:pt idx="439">
                  <c:v>95.40489229719554</c:v>
                </c:pt>
                <c:pt idx="440">
                  <c:v>94.26354637044274</c:v>
                </c:pt>
                <c:pt idx="441">
                  <c:v>92.63780192480957</c:v>
                </c:pt>
                <c:pt idx="442">
                  <c:v>91.2776221207087</c:v>
                </c:pt>
                <c:pt idx="443">
                  <c:v>91.44424976096323</c:v>
                </c:pt>
                <c:pt idx="444">
                  <c:v>90.69412679412154</c:v>
                </c:pt>
                <c:pt idx="445">
                  <c:v>92.47871041931188</c:v>
                </c:pt>
                <c:pt idx="446">
                  <c:v>90.84410933316646</c:v>
                </c:pt>
                <c:pt idx="447">
                  <c:v>90.90317042497745</c:v>
                </c:pt>
                <c:pt idx="448">
                  <c:v>91.5408821853176</c:v>
                </c:pt>
                <c:pt idx="449">
                  <c:v>90.71017472393861</c:v>
                </c:pt>
                <c:pt idx="450">
                  <c:v>92.18319468863989</c:v>
                </c:pt>
                <c:pt idx="451">
                  <c:v>92.47027432203384</c:v>
                </c:pt>
                <c:pt idx="452">
                  <c:v>91.82723007348405</c:v>
                </c:pt>
                <c:pt idx="453">
                  <c:v>90.12413931621688</c:v>
                </c:pt>
                <c:pt idx="454">
                  <c:v>90.49490705321655</c:v>
                </c:pt>
                <c:pt idx="455">
                  <c:v>88.98562785086258</c:v>
                </c:pt>
                <c:pt idx="456">
                  <c:v>88.91213371525387</c:v>
                </c:pt>
                <c:pt idx="457">
                  <c:v>88.25682642599482</c:v>
                </c:pt>
                <c:pt idx="458">
                  <c:v>87.79653344529876</c:v>
                </c:pt>
                <c:pt idx="459">
                  <c:v>86.90577241007608</c:v>
                </c:pt>
                <c:pt idx="460">
                  <c:v>87.36027871586955</c:v>
                </c:pt>
                <c:pt idx="461">
                  <c:v>88.06202238904892</c:v>
                </c:pt>
                <c:pt idx="462">
                  <c:v>87.66470155224191</c:v>
                </c:pt>
                <c:pt idx="463">
                  <c:v>89.60962149090315</c:v>
                </c:pt>
                <c:pt idx="464">
                  <c:v>88.37395612758407</c:v>
                </c:pt>
                <c:pt idx="465">
                  <c:v>87.15186589986496</c:v>
                </c:pt>
                <c:pt idx="466">
                  <c:v>86.73398049890558</c:v>
                </c:pt>
                <c:pt idx="467">
                  <c:v>86.57503197810753</c:v>
                </c:pt>
                <c:pt idx="468">
                  <c:v>86.35893163178177</c:v>
                </c:pt>
                <c:pt idx="469">
                  <c:v>86.997492889455</c:v>
                </c:pt>
                <c:pt idx="470">
                  <c:v>85.7752849096303</c:v>
                </c:pt>
                <c:pt idx="471">
                  <c:v>84.88487713072435</c:v>
                </c:pt>
                <c:pt idx="472">
                  <c:v>84.9481604766067</c:v>
                </c:pt>
                <c:pt idx="473">
                  <c:v>84.29421574742645</c:v>
                </c:pt>
                <c:pt idx="474">
                  <c:v>82.36451947384322</c:v>
                </c:pt>
                <c:pt idx="475">
                  <c:v>83.12396167875477</c:v>
                </c:pt>
                <c:pt idx="476">
                  <c:v>83.83148361597203</c:v>
                </c:pt>
                <c:pt idx="477">
                  <c:v>85.10541000273858</c:v>
                </c:pt>
                <c:pt idx="478">
                  <c:v>85.61631115623821</c:v>
                </c:pt>
                <c:pt idx="479">
                  <c:v>87.23197938597997</c:v>
                </c:pt>
                <c:pt idx="480">
                  <c:v>85.69173979072423</c:v>
                </c:pt>
                <c:pt idx="481">
                  <c:v>85.37547445687683</c:v>
                </c:pt>
                <c:pt idx="482">
                  <c:v>85.68101593825214</c:v>
                </c:pt>
                <c:pt idx="483">
                  <c:v>84.93110324302756</c:v>
                </c:pt>
                <c:pt idx="484">
                  <c:v>84.7997928235811</c:v>
                </c:pt>
                <c:pt idx="485">
                  <c:v>85.66183075590796</c:v>
                </c:pt>
                <c:pt idx="486">
                  <c:v>89.33495629378275</c:v>
                </c:pt>
                <c:pt idx="487">
                  <c:v>89.90348869209708</c:v>
                </c:pt>
                <c:pt idx="488">
                  <c:v>89.54025708985428</c:v>
                </c:pt>
                <c:pt idx="489">
                  <c:v>89.39013997697442</c:v>
                </c:pt>
                <c:pt idx="490">
                  <c:v>89.1683454752576</c:v>
                </c:pt>
                <c:pt idx="491">
                  <c:v>89.29245619453455</c:v>
                </c:pt>
                <c:pt idx="492">
                  <c:v>87.39976772556089</c:v>
                </c:pt>
                <c:pt idx="493">
                  <c:v>87.78152005183784</c:v>
                </c:pt>
                <c:pt idx="494">
                  <c:v>87.42806187435784</c:v>
                </c:pt>
                <c:pt idx="495">
                  <c:v>86.81702096593062</c:v>
                </c:pt>
                <c:pt idx="496">
                  <c:v>86.05332286348897</c:v>
                </c:pt>
                <c:pt idx="497">
                  <c:v>86.56740332383916</c:v>
                </c:pt>
                <c:pt idx="498">
                  <c:v>87.83603086585478</c:v>
                </c:pt>
                <c:pt idx="499">
                  <c:v>85.72937841018509</c:v>
                </c:pt>
                <c:pt idx="500">
                  <c:v>85.6201549213988</c:v>
                </c:pt>
                <c:pt idx="501">
                  <c:v>85.93745479160232</c:v>
                </c:pt>
                <c:pt idx="502">
                  <c:v>88.43896370072663</c:v>
                </c:pt>
                <c:pt idx="503">
                  <c:v>89.1906174449408</c:v>
                </c:pt>
                <c:pt idx="504">
                  <c:v>90.09185000669505</c:v>
                </c:pt>
                <c:pt idx="505">
                  <c:v>90.37323548469794</c:v>
                </c:pt>
                <c:pt idx="506">
                  <c:v>91.05299315759336</c:v>
                </c:pt>
                <c:pt idx="507">
                  <c:v>91.22746813459806</c:v>
                </c:pt>
                <c:pt idx="508">
                  <c:v>91.70291749345466</c:v>
                </c:pt>
                <c:pt idx="509">
                  <c:v>91.00024021429537</c:v>
                </c:pt>
                <c:pt idx="510">
                  <c:v>92.06528277663503</c:v>
                </c:pt>
                <c:pt idx="511">
                  <c:v>92.61073576225648</c:v>
                </c:pt>
                <c:pt idx="512">
                  <c:v>93.1457088104817</c:v>
                </c:pt>
                <c:pt idx="513">
                  <c:v>92.69876387203912</c:v>
                </c:pt>
                <c:pt idx="514">
                  <c:v>92.45939907399745</c:v>
                </c:pt>
                <c:pt idx="515">
                  <c:v>91.50982086203962</c:v>
                </c:pt>
                <c:pt idx="516">
                  <c:v>92.56524980604546</c:v>
                </c:pt>
                <c:pt idx="517">
                  <c:v>93.28112373189393</c:v>
                </c:pt>
                <c:pt idx="518">
                  <c:v>92.79992975245816</c:v>
                </c:pt>
                <c:pt idx="519">
                  <c:v>91.65069443463177</c:v>
                </c:pt>
                <c:pt idx="520">
                  <c:v>91.11916143006232</c:v>
                </c:pt>
                <c:pt idx="521">
                  <c:v>92.99443940914013</c:v>
                </c:pt>
                <c:pt idx="522">
                  <c:v>94.67113687302891</c:v>
                </c:pt>
                <c:pt idx="523">
                  <c:v>94.78734979036761</c:v>
                </c:pt>
                <c:pt idx="524">
                  <c:v>96.39700425186032</c:v>
                </c:pt>
                <c:pt idx="525">
                  <c:v>97.13552863630278</c:v>
                </c:pt>
                <c:pt idx="526">
                  <c:v>98.42350116709159</c:v>
                </c:pt>
                <c:pt idx="527">
                  <c:v>98.6900078254685</c:v>
                </c:pt>
                <c:pt idx="528">
                  <c:v>98.19071366523279</c:v>
                </c:pt>
                <c:pt idx="529">
                  <c:v>100.147131255917</c:v>
                </c:pt>
                <c:pt idx="530">
                  <c:v>100.2751698490014</c:v>
                </c:pt>
                <c:pt idx="531">
                  <c:v>99.8861000704494</c:v>
                </c:pt>
                <c:pt idx="532">
                  <c:v>100.8107400686192</c:v>
                </c:pt>
                <c:pt idx="533">
                  <c:v>100.6127819574168</c:v>
                </c:pt>
                <c:pt idx="534">
                  <c:v>101.2838512070937</c:v>
                </c:pt>
                <c:pt idx="535">
                  <c:v>100.0339462498646</c:v>
                </c:pt>
                <c:pt idx="536">
                  <c:v>100.0700288593589</c:v>
                </c:pt>
                <c:pt idx="537">
                  <c:v>99.45254522858376</c:v>
                </c:pt>
                <c:pt idx="538">
                  <c:v>98.84689568441898</c:v>
                </c:pt>
                <c:pt idx="539">
                  <c:v>98.13907936693776</c:v>
                </c:pt>
                <c:pt idx="540">
                  <c:v>99.5700450082191</c:v>
                </c:pt>
                <c:pt idx="541">
                  <c:v>99.32137779383693</c:v>
                </c:pt>
                <c:pt idx="542">
                  <c:v>100.6551558936948</c:v>
                </c:pt>
                <c:pt idx="543">
                  <c:v>100.1535235130769</c:v>
                </c:pt>
                <c:pt idx="544">
                  <c:v>100.5512228387947</c:v>
                </c:pt>
                <c:pt idx="545">
                  <c:v>98.76516731228465</c:v>
                </c:pt>
                <c:pt idx="546">
                  <c:v>100.0034905088439</c:v>
                </c:pt>
                <c:pt idx="547">
                  <c:v>99.19979033396515</c:v>
                </c:pt>
                <c:pt idx="548">
                  <c:v>98.87435715761221</c:v>
                </c:pt>
                <c:pt idx="549">
                  <c:v>98.96769252301044</c:v>
                </c:pt>
                <c:pt idx="550">
                  <c:v>100.3112440476311</c:v>
                </c:pt>
                <c:pt idx="551">
                  <c:v>99.00474238194343</c:v>
                </c:pt>
                <c:pt idx="552">
                  <c:v>99.43278810744106</c:v>
                </c:pt>
                <c:pt idx="553">
                  <c:v>99.11463032903976</c:v>
                </c:pt>
                <c:pt idx="554">
                  <c:v>98.87145540929623</c:v>
                </c:pt>
                <c:pt idx="555">
                  <c:v>99.31792933931649</c:v>
                </c:pt>
                <c:pt idx="556">
                  <c:v>101.1126985216391</c:v>
                </c:pt>
                <c:pt idx="557">
                  <c:v>102.0588535116706</c:v>
                </c:pt>
                <c:pt idx="558">
                  <c:v>102.6190843865418</c:v>
                </c:pt>
                <c:pt idx="559">
                  <c:v>103.0838771798438</c:v>
                </c:pt>
                <c:pt idx="560">
                  <c:v>100.9216625520717</c:v>
                </c:pt>
                <c:pt idx="561">
                  <c:v>101.0877518969864</c:v>
                </c:pt>
                <c:pt idx="562">
                  <c:v>102.5645903942542</c:v>
                </c:pt>
                <c:pt idx="563">
                  <c:v>101.9803801441689</c:v>
                </c:pt>
                <c:pt idx="564">
                  <c:v>101.6526339800279</c:v>
                </c:pt>
                <c:pt idx="565">
                  <c:v>101.4230594284784</c:v>
                </c:pt>
                <c:pt idx="566">
                  <c:v>100.5162925177621</c:v>
                </c:pt>
                <c:pt idx="567">
                  <c:v>100.4084820542427</c:v>
                </c:pt>
                <c:pt idx="568">
                  <c:v>100.1651893823936</c:v>
                </c:pt>
                <c:pt idx="569">
                  <c:v>99.59201418677368</c:v>
                </c:pt>
                <c:pt idx="570">
                  <c:v>99.54224710043852</c:v>
                </c:pt>
                <c:pt idx="571">
                  <c:v>99.30299164363772</c:v>
                </c:pt>
                <c:pt idx="572">
                  <c:v>98.24693188478058</c:v>
                </c:pt>
                <c:pt idx="573">
                  <c:v>97.7102093767011</c:v>
                </c:pt>
                <c:pt idx="574">
                  <c:v>97.2224633336765</c:v>
                </c:pt>
                <c:pt idx="575">
                  <c:v>96.71005663539844</c:v>
                </c:pt>
                <c:pt idx="576">
                  <c:v>97.06854450995948</c:v>
                </c:pt>
                <c:pt idx="577">
                  <c:v>96.24497787269719</c:v>
                </c:pt>
                <c:pt idx="578">
                  <c:v>97.69724823422307</c:v>
                </c:pt>
                <c:pt idx="579">
                  <c:v>99.36140509886803</c:v>
                </c:pt>
                <c:pt idx="580">
                  <c:v>98.4286486162782</c:v>
                </c:pt>
                <c:pt idx="581">
                  <c:v>97.42910145723278</c:v>
                </c:pt>
                <c:pt idx="582">
                  <c:v>98.50887144363409</c:v>
                </c:pt>
                <c:pt idx="583">
                  <c:v>99.58767418059675</c:v>
                </c:pt>
                <c:pt idx="584">
                  <c:v>98.85718217192749</c:v>
                </c:pt>
                <c:pt idx="585">
                  <c:v>97.34887021901218</c:v>
                </c:pt>
                <c:pt idx="586">
                  <c:v>99.15817337550878</c:v>
                </c:pt>
                <c:pt idx="587">
                  <c:v>99.06032137577523</c:v>
                </c:pt>
                <c:pt idx="588">
                  <c:v>98.68576874966777</c:v>
                </c:pt>
                <c:pt idx="589">
                  <c:v>97.5537000066614</c:v>
                </c:pt>
                <c:pt idx="590">
                  <c:v>96.98854036508536</c:v>
                </c:pt>
                <c:pt idx="591">
                  <c:v>98.30899565528374</c:v>
                </c:pt>
                <c:pt idx="592">
                  <c:v>99.22138943447365</c:v>
                </c:pt>
                <c:pt idx="593">
                  <c:v>99.39620925693039</c:v>
                </c:pt>
                <c:pt idx="594">
                  <c:v>100.4186171461869</c:v>
                </c:pt>
                <c:pt idx="595">
                  <c:v>99.88535150349253</c:v>
                </c:pt>
                <c:pt idx="596">
                  <c:v>99.49061280214349</c:v>
                </c:pt>
                <c:pt idx="597">
                  <c:v>99.11849091592971</c:v>
                </c:pt>
                <c:pt idx="598">
                  <c:v>99.83302751429342</c:v>
                </c:pt>
                <c:pt idx="599">
                  <c:v>97.68802992652942</c:v>
                </c:pt>
                <c:pt idx="600">
                  <c:v>97.57329732137511</c:v>
                </c:pt>
                <c:pt idx="601">
                  <c:v>97.50262082543553</c:v>
                </c:pt>
                <c:pt idx="602">
                  <c:v>96.04654875307249</c:v>
                </c:pt>
                <c:pt idx="603">
                  <c:v>96.15893472697996</c:v>
                </c:pt>
                <c:pt idx="604">
                  <c:v>97.33957621353638</c:v>
                </c:pt>
                <c:pt idx="605">
                  <c:v>98.04138717363323</c:v>
                </c:pt>
                <c:pt idx="606">
                  <c:v>96.77276804248227</c:v>
                </c:pt>
                <c:pt idx="607">
                  <c:v>95.39521980280897</c:v>
                </c:pt>
                <c:pt idx="608">
                  <c:v>95.55368890432003</c:v>
                </c:pt>
                <c:pt idx="609">
                  <c:v>95.28170677303383</c:v>
                </c:pt>
                <c:pt idx="610">
                  <c:v>96.0265308951246</c:v>
                </c:pt>
                <c:pt idx="611">
                  <c:v>96.85621223101214</c:v>
                </c:pt>
                <c:pt idx="612">
                  <c:v>98.1858690071748</c:v>
                </c:pt>
                <c:pt idx="613">
                  <c:v>98.44979353009374</c:v>
                </c:pt>
                <c:pt idx="614">
                  <c:v>97.35919034997944</c:v>
                </c:pt>
                <c:pt idx="615">
                  <c:v>98.01504434544296</c:v>
                </c:pt>
                <c:pt idx="616">
                  <c:v>97.48901204637684</c:v>
                </c:pt>
                <c:pt idx="617">
                  <c:v>95.93401979446539</c:v>
                </c:pt>
                <c:pt idx="618">
                  <c:v>95.88747406930418</c:v>
                </c:pt>
                <c:pt idx="619">
                  <c:v>95.17337483590403</c:v>
                </c:pt>
                <c:pt idx="620">
                  <c:v>94.86153361688041</c:v>
                </c:pt>
                <c:pt idx="621">
                  <c:v>95.68359470936426</c:v>
                </c:pt>
                <c:pt idx="622">
                  <c:v>94.89976099686915</c:v>
                </c:pt>
                <c:pt idx="623">
                  <c:v>96.53726383133053</c:v>
                </c:pt>
                <c:pt idx="624">
                  <c:v>95.29623233634308</c:v>
                </c:pt>
                <c:pt idx="625">
                  <c:v>94.64873874037545</c:v>
                </c:pt>
                <c:pt idx="626">
                  <c:v>95.16360982200592</c:v>
                </c:pt>
                <c:pt idx="627">
                  <c:v>96.76948780525551</c:v>
                </c:pt>
                <c:pt idx="628">
                  <c:v>99.382751873436</c:v>
                </c:pt>
                <c:pt idx="629">
                  <c:v>99.61092181058329</c:v>
                </c:pt>
                <c:pt idx="630">
                  <c:v>100.3147513782043</c:v>
                </c:pt>
                <c:pt idx="631">
                  <c:v>100.2378844858573</c:v>
                </c:pt>
                <c:pt idx="632">
                  <c:v>100.1180044315164</c:v>
                </c:pt>
                <c:pt idx="633">
                  <c:v>101.4082310740405</c:v>
                </c:pt>
                <c:pt idx="634">
                  <c:v>101.2753646446275</c:v>
                </c:pt>
                <c:pt idx="635">
                  <c:v>103.5930541060832</c:v>
                </c:pt>
                <c:pt idx="636">
                  <c:v>104.8323781955398</c:v>
                </c:pt>
                <c:pt idx="637">
                  <c:v>104.9450585497112</c:v>
                </c:pt>
                <c:pt idx="638">
                  <c:v>105.9407787653254</c:v>
                </c:pt>
                <c:pt idx="639">
                  <c:v>105.6623539116913</c:v>
                </c:pt>
                <c:pt idx="640">
                  <c:v>106.006585370613</c:v>
                </c:pt>
                <c:pt idx="641">
                  <c:v>106.4611505524592</c:v>
                </c:pt>
                <c:pt idx="642">
                  <c:v>105.5708773473882</c:v>
                </c:pt>
                <c:pt idx="643">
                  <c:v>105.7510212471899</c:v>
                </c:pt>
                <c:pt idx="644">
                  <c:v>106.4296686859471</c:v>
                </c:pt>
                <c:pt idx="645">
                  <c:v>106.1162125809041</c:v>
                </c:pt>
                <c:pt idx="646">
                  <c:v>107.0964820380938</c:v>
                </c:pt>
                <c:pt idx="647">
                  <c:v>107.8145932539482</c:v>
                </c:pt>
                <c:pt idx="648">
                  <c:v>106.6521108242446</c:v>
                </c:pt>
                <c:pt idx="649">
                  <c:v>106.7366063708599</c:v>
                </c:pt>
                <c:pt idx="650">
                  <c:v>105.6595110394281</c:v>
                </c:pt>
                <c:pt idx="651">
                  <c:v>105.9849442157811</c:v>
                </c:pt>
                <c:pt idx="652">
                  <c:v>106.8966819475256</c:v>
                </c:pt>
                <c:pt idx="653">
                  <c:v>106.747675068784</c:v>
                </c:pt>
                <c:pt idx="654">
                  <c:v>106.3158780976374</c:v>
                </c:pt>
                <c:pt idx="655">
                  <c:v>108.8913269181986</c:v>
                </c:pt>
                <c:pt idx="656">
                  <c:v>110.0495113960488</c:v>
                </c:pt>
                <c:pt idx="657">
                  <c:v>109.5070190347961</c:v>
                </c:pt>
                <c:pt idx="658">
                  <c:v>110.2528272280549</c:v>
                </c:pt>
                <c:pt idx="659">
                  <c:v>110.8980078362344</c:v>
                </c:pt>
                <c:pt idx="660">
                  <c:v>110.0176173971671</c:v>
                </c:pt>
                <c:pt idx="661">
                  <c:v>111.176499976786</c:v>
                </c:pt>
                <c:pt idx="662">
                  <c:v>111.6566930633244</c:v>
                </c:pt>
                <c:pt idx="663">
                  <c:v>112.312732097811</c:v>
                </c:pt>
                <c:pt idx="664">
                  <c:v>112.868522036129</c:v>
                </c:pt>
                <c:pt idx="665">
                  <c:v>112.861389622877</c:v>
                </c:pt>
                <c:pt idx="666">
                  <c:v>111.6093398951535</c:v>
                </c:pt>
                <c:pt idx="667">
                  <c:v>111.7248378889941</c:v>
                </c:pt>
                <c:pt idx="668">
                  <c:v>110.3723372043497</c:v>
                </c:pt>
                <c:pt idx="669">
                  <c:v>111.0426915305284</c:v>
                </c:pt>
                <c:pt idx="670">
                  <c:v>111.3821708509036</c:v>
                </c:pt>
                <c:pt idx="671">
                  <c:v>110.557948166196</c:v>
                </c:pt>
                <c:pt idx="672">
                  <c:v>110.0486703095804</c:v>
                </c:pt>
                <c:pt idx="673">
                  <c:v>109.8868957382485</c:v>
                </c:pt>
                <c:pt idx="674">
                  <c:v>110.1719567641183</c:v>
                </c:pt>
                <c:pt idx="675">
                  <c:v>110.6204577125274</c:v>
                </c:pt>
                <c:pt idx="676">
                  <c:v>108.7474674886437</c:v>
                </c:pt>
                <c:pt idx="677">
                  <c:v>108.099654279818</c:v>
                </c:pt>
                <c:pt idx="678">
                  <c:v>107.0835461282098</c:v>
                </c:pt>
                <c:pt idx="679">
                  <c:v>107.3526181003154</c:v>
                </c:pt>
                <c:pt idx="680">
                  <c:v>106.4828505833439</c:v>
                </c:pt>
                <c:pt idx="681">
                  <c:v>107.8798699747607</c:v>
                </c:pt>
                <c:pt idx="682">
                  <c:v>107.5040557189506</c:v>
                </c:pt>
                <c:pt idx="683">
                  <c:v>107.8009844748895</c:v>
                </c:pt>
                <c:pt idx="684">
                  <c:v>108.4726677176883</c:v>
                </c:pt>
                <c:pt idx="685">
                  <c:v>108.081848479282</c:v>
                </c:pt>
                <c:pt idx="686">
                  <c:v>107.1559384405449</c:v>
                </c:pt>
                <c:pt idx="687">
                  <c:v>107.4507140151248</c:v>
                </c:pt>
                <c:pt idx="688">
                  <c:v>108.0636473681059</c:v>
                </c:pt>
                <c:pt idx="689">
                  <c:v>106.9712694955433</c:v>
                </c:pt>
                <c:pt idx="690">
                  <c:v>107.3171578948077</c:v>
                </c:pt>
                <c:pt idx="691">
                  <c:v>109.6913935995338</c:v>
                </c:pt>
                <c:pt idx="692">
                  <c:v>109.2991024598078</c:v>
                </c:pt>
                <c:pt idx="693">
                  <c:v>107.8415164318017</c:v>
                </c:pt>
                <c:pt idx="694">
                  <c:v>107.6806838773144</c:v>
                </c:pt>
                <c:pt idx="695">
                  <c:v>106.8333649581845</c:v>
                </c:pt>
                <c:pt idx="696">
                  <c:v>107.4943243485112</c:v>
                </c:pt>
                <c:pt idx="697">
                  <c:v>108.2695958007581</c:v>
                </c:pt>
                <c:pt idx="698">
                  <c:v>108.5302148538562</c:v>
                </c:pt>
                <c:pt idx="699">
                  <c:v>109.2706821480406</c:v>
                </c:pt>
                <c:pt idx="700">
                  <c:v>109.3678024025467</c:v>
                </c:pt>
                <c:pt idx="701">
                  <c:v>109.543564241848</c:v>
                </c:pt>
                <c:pt idx="702">
                  <c:v>108.8523425603883</c:v>
                </c:pt>
                <c:pt idx="703">
                  <c:v>109.012418137054</c:v>
                </c:pt>
                <c:pt idx="704">
                  <c:v>110.7621471389939</c:v>
                </c:pt>
                <c:pt idx="705">
                  <c:v>109.4719709616579</c:v>
                </c:pt>
                <c:pt idx="706">
                  <c:v>108.5169929745729</c:v>
                </c:pt>
                <c:pt idx="707">
                  <c:v>108.6518611897807</c:v>
                </c:pt>
                <c:pt idx="708">
                  <c:v>107.9454915410252</c:v>
                </c:pt>
                <c:pt idx="709">
                  <c:v>107.7415869484912</c:v>
                </c:pt>
                <c:pt idx="710">
                  <c:v>108.4078283618394</c:v>
                </c:pt>
                <c:pt idx="711">
                  <c:v>107.9448354935798</c:v>
                </c:pt>
                <c:pt idx="712">
                  <c:v>106.8775219977755</c:v>
                </c:pt>
                <c:pt idx="713">
                  <c:v>106.0808196623139</c:v>
                </c:pt>
                <c:pt idx="714">
                  <c:v>107.3796926737331</c:v>
                </c:pt>
                <c:pt idx="715">
                  <c:v>107.6641565282104</c:v>
                </c:pt>
                <c:pt idx="716">
                  <c:v>107.3983059172788</c:v>
                </c:pt>
                <c:pt idx="717">
                  <c:v>106.6008213714016</c:v>
                </c:pt>
                <c:pt idx="718">
                  <c:v>106.7794429046955</c:v>
                </c:pt>
                <c:pt idx="719">
                  <c:v>107.2627900654904</c:v>
                </c:pt>
                <c:pt idx="720">
                  <c:v>108.6051472473259</c:v>
                </c:pt>
                <c:pt idx="721">
                  <c:v>107.7924390363706</c:v>
                </c:pt>
                <c:pt idx="722">
                  <c:v>106.8407749299711</c:v>
                </c:pt>
                <c:pt idx="723">
                  <c:v>106.7603418309981</c:v>
                </c:pt>
                <c:pt idx="724">
                  <c:v>106.7027694622362</c:v>
                </c:pt>
                <c:pt idx="725">
                  <c:v>107.3988526234833</c:v>
                </c:pt>
                <c:pt idx="726">
                  <c:v>107.7483072293737</c:v>
                </c:pt>
                <c:pt idx="727">
                  <c:v>106.8099491109043</c:v>
                </c:pt>
                <c:pt idx="728">
                  <c:v>107.2793342363238</c:v>
                </c:pt>
                <c:pt idx="729">
                  <c:v>107.0857750073511</c:v>
                </c:pt>
                <c:pt idx="730">
                  <c:v>107.1775711845122</c:v>
                </c:pt>
                <c:pt idx="731">
                  <c:v>106.6459036061078</c:v>
                </c:pt>
                <c:pt idx="732">
                  <c:v>108.3800136323295</c:v>
                </c:pt>
                <c:pt idx="733">
                  <c:v>109.2490325823441</c:v>
                </c:pt>
                <c:pt idx="734">
                  <c:v>107.7042679418883</c:v>
                </c:pt>
                <c:pt idx="735">
                  <c:v>107.1513461084275</c:v>
                </c:pt>
                <c:pt idx="736">
                  <c:v>105.9315520467671</c:v>
                </c:pt>
                <c:pt idx="737">
                  <c:v>105.4166389108132</c:v>
                </c:pt>
                <c:pt idx="738">
                  <c:v>104.6215851048297</c:v>
                </c:pt>
                <c:pt idx="739">
                  <c:v>104.4386740305469</c:v>
                </c:pt>
                <c:pt idx="740">
                  <c:v>104.4597264248509</c:v>
                </c:pt>
                <c:pt idx="741">
                  <c:v>105.2403555979015</c:v>
                </c:pt>
                <c:pt idx="742">
                  <c:v>105.617885670107</c:v>
                </c:pt>
                <c:pt idx="743">
                  <c:v>105.2603482232553</c:v>
                </c:pt>
                <c:pt idx="744">
                  <c:v>104.9177064177589</c:v>
                </c:pt>
                <c:pt idx="745">
                  <c:v>104.8377106837495</c:v>
                </c:pt>
                <c:pt idx="746">
                  <c:v>106.4195335940029</c:v>
                </c:pt>
                <c:pt idx="747">
                  <c:v>107.1138672953956</c:v>
                </c:pt>
                <c:pt idx="748">
                  <c:v>105.9131322531092</c:v>
                </c:pt>
                <c:pt idx="749">
                  <c:v>106.9208043074393</c:v>
                </c:pt>
                <c:pt idx="750">
                  <c:v>108.0869034089571</c:v>
                </c:pt>
                <c:pt idx="751">
                  <c:v>108.0507535125453</c:v>
                </c:pt>
                <c:pt idx="752">
                  <c:v>108.6771863033442</c:v>
                </c:pt>
                <c:pt idx="753">
                  <c:v>108.904624495264</c:v>
                </c:pt>
                <c:pt idx="754">
                  <c:v>107.8174781805348</c:v>
                </c:pt>
                <c:pt idx="755">
                  <c:v>107.3222717005355</c:v>
                </c:pt>
                <c:pt idx="756">
                  <c:v>107.7892597295201</c:v>
                </c:pt>
                <c:pt idx="757">
                  <c:v>108.0926396186716</c:v>
                </c:pt>
                <c:pt idx="758">
                  <c:v>107.6822735307397</c:v>
                </c:pt>
                <c:pt idx="759">
                  <c:v>107.8976168992439</c:v>
                </c:pt>
                <c:pt idx="760">
                  <c:v>107.785828096729</c:v>
                </c:pt>
                <c:pt idx="761">
                  <c:v>107.4495701375277</c:v>
                </c:pt>
                <c:pt idx="762">
                  <c:v>107.1641306227472</c:v>
                </c:pt>
                <c:pt idx="763">
                  <c:v>105.6825399869329</c:v>
                </c:pt>
                <c:pt idx="764">
                  <c:v>104.9082105515307</c:v>
                </c:pt>
                <c:pt idx="765">
                  <c:v>104.5517328736291</c:v>
                </c:pt>
                <c:pt idx="766">
                  <c:v>104.7116318221365</c:v>
                </c:pt>
                <c:pt idx="767">
                  <c:v>104.1092961586572</c:v>
                </c:pt>
                <c:pt idx="768">
                  <c:v>103.2074327820516</c:v>
                </c:pt>
                <c:pt idx="769">
                  <c:v>102.6950513163676</c:v>
                </c:pt>
                <c:pt idx="770">
                  <c:v>102.6391106553544</c:v>
                </c:pt>
                <c:pt idx="771">
                  <c:v>102.4460644891275</c:v>
                </c:pt>
                <c:pt idx="772">
                  <c:v>102.1140624274563</c:v>
                </c:pt>
                <c:pt idx="773">
                  <c:v>103.3685176624794</c:v>
                </c:pt>
                <c:pt idx="774">
                  <c:v>101.5756493355753</c:v>
                </c:pt>
                <c:pt idx="775">
                  <c:v>101.569189791498</c:v>
                </c:pt>
                <c:pt idx="776">
                  <c:v>102.3056030489048</c:v>
                </c:pt>
                <c:pt idx="777">
                  <c:v>100.8765634956361</c:v>
                </c:pt>
                <c:pt idx="778">
                  <c:v>100.5666315428957</c:v>
                </c:pt>
                <c:pt idx="779">
                  <c:v>100.6464085944234</c:v>
                </c:pt>
                <c:pt idx="780">
                  <c:v>100.2052419200187</c:v>
                </c:pt>
                <c:pt idx="781">
                  <c:v>100.6195442926227</c:v>
                </c:pt>
                <c:pt idx="782">
                  <c:v>101.1501857455357</c:v>
                </c:pt>
                <c:pt idx="783">
                  <c:v>101.3054250750081</c:v>
                </c:pt>
                <c:pt idx="784">
                  <c:v>102.0583825032483</c:v>
                </c:pt>
                <c:pt idx="785">
                  <c:v>103.1482875815938</c:v>
                </c:pt>
                <c:pt idx="786">
                  <c:v>102.8912767894451</c:v>
                </c:pt>
                <c:pt idx="787">
                  <c:v>103.1519378968667</c:v>
                </c:pt>
                <c:pt idx="788">
                  <c:v>104.5536337290477</c:v>
                </c:pt>
                <c:pt idx="789">
                  <c:v>104.2161225510085</c:v>
                </c:pt>
                <c:pt idx="790">
                  <c:v>104.8986810418437</c:v>
                </c:pt>
                <c:pt idx="791">
                  <c:v>104.9567244190279</c:v>
                </c:pt>
                <c:pt idx="792">
                  <c:v>105.6925152724481</c:v>
                </c:pt>
                <c:pt idx="793">
                  <c:v>106.1148163773666</c:v>
                </c:pt>
                <c:pt idx="794">
                  <c:v>106.2015071596645</c:v>
                </c:pt>
                <c:pt idx="795">
                  <c:v>106.4380963723604</c:v>
                </c:pt>
                <c:pt idx="796">
                  <c:v>106.9090038642877</c:v>
                </c:pt>
                <c:pt idx="797">
                  <c:v>107.0015401975409</c:v>
                </c:pt>
                <c:pt idx="798">
                  <c:v>107.9060193530632</c:v>
                </c:pt>
                <c:pt idx="799">
                  <c:v>108.4135056955011</c:v>
                </c:pt>
                <c:pt idx="800">
                  <c:v>108.770109536373</c:v>
                </c:pt>
                <c:pt idx="801">
                  <c:v>108.5929935478575</c:v>
                </c:pt>
                <c:pt idx="802">
                  <c:v>108.8789124819251</c:v>
                </c:pt>
                <c:pt idx="803">
                  <c:v>107.3664203292618</c:v>
                </c:pt>
                <c:pt idx="804">
                  <c:v>107.3364776509868</c:v>
                </c:pt>
                <c:pt idx="805">
                  <c:v>107.5410046475074</c:v>
                </c:pt>
                <c:pt idx="806">
                  <c:v>106.473001460799</c:v>
                </c:pt>
                <c:pt idx="807">
                  <c:v>106.3324475010648</c:v>
                </c:pt>
                <c:pt idx="808">
                  <c:v>105.9382807385143</c:v>
                </c:pt>
                <c:pt idx="809">
                  <c:v>107.2322081614994</c:v>
                </c:pt>
                <c:pt idx="810">
                  <c:v>106.7791737570256</c:v>
                </c:pt>
                <c:pt idx="811">
                  <c:v>106.0939826655443</c:v>
                </c:pt>
                <c:pt idx="812">
                  <c:v>107.3662100576447</c:v>
                </c:pt>
                <c:pt idx="813">
                  <c:v>107.150294750342</c:v>
                </c:pt>
                <c:pt idx="814">
                  <c:v>105.8541720916744</c:v>
                </c:pt>
                <c:pt idx="815">
                  <c:v>105.3625149965717</c:v>
                </c:pt>
                <c:pt idx="816">
                  <c:v>106.2012127794005</c:v>
                </c:pt>
                <c:pt idx="817">
                  <c:v>107.2501990010584</c:v>
                </c:pt>
                <c:pt idx="818">
                  <c:v>108.2149251803121</c:v>
                </c:pt>
                <c:pt idx="819">
                  <c:v>109.858164224488</c:v>
                </c:pt>
                <c:pt idx="820">
                  <c:v>110.2798092819611</c:v>
                </c:pt>
                <c:pt idx="821">
                  <c:v>111.3581410105015</c:v>
                </c:pt>
                <c:pt idx="822">
                  <c:v>112.1316798246234</c:v>
                </c:pt>
                <c:pt idx="823">
                  <c:v>112.8346262514526</c:v>
                </c:pt>
                <c:pt idx="824">
                  <c:v>112.6662659730731</c:v>
                </c:pt>
                <c:pt idx="825">
                  <c:v>114.2010216845549</c:v>
                </c:pt>
                <c:pt idx="826">
                  <c:v>114.4612790704716</c:v>
                </c:pt>
                <c:pt idx="827">
                  <c:v>114.7777294433421</c:v>
                </c:pt>
                <c:pt idx="828">
                  <c:v>113.6925092166255</c:v>
                </c:pt>
                <c:pt idx="829">
                  <c:v>114.0584491172966</c:v>
                </c:pt>
                <c:pt idx="830">
                  <c:v>115.1352416575998</c:v>
                </c:pt>
                <c:pt idx="831">
                  <c:v>115.0403671039643</c:v>
                </c:pt>
                <c:pt idx="832">
                  <c:v>115.5181462723384</c:v>
                </c:pt>
                <c:pt idx="833">
                  <c:v>114.4225386277372</c:v>
                </c:pt>
                <c:pt idx="834">
                  <c:v>114.3911324590071</c:v>
                </c:pt>
                <c:pt idx="835">
                  <c:v>113.4676699818931</c:v>
                </c:pt>
                <c:pt idx="836">
                  <c:v>113.0028940103205</c:v>
                </c:pt>
                <c:pt idx="837">
                  <c:v>114.4808932069147</c:v>
                </c:pt>
                <c:pt idx="838">
                  <c:v>114.8103972417747</c:v>
                </c:pt>
                <c:pt idx="839">
                  <c:v>113.1870667143058</c:v>
                </c:pt>
                <c:pt idx="840">
                  <c:v>113.3256441208392</c:v>
                </c:pt>
                <c:pt idx="841">
                  <c:v>112.9743811790417</c:v>
                </c:pt>
                <c:pt idx="842">
                  <c:v>113.2747920329598</c:v>
                </c:pt>
                <c:pt idx="843">
                  <c:v>112.7303399402358</c:v>
                </c:pt>
                <c:pt idx="844">
                  <c:v>113.4473829762753</c:v>
                </c:pt>
                <c:pt idx="845">
                  <c:v>113.646106476164</c:v>
                </c:pt>
                <c:pt idx="846">
                  <c:v>113.5131895815629</c:v>
                </c:pt>
                <c:pt idx="847">
                  <c:v>112.493372238629</c:v>
                </c:pt>
                <c:pt idx="848">
                  <c:v>111.9676763741503</c:v>
                </c:pt>
                <c:pt idx="849">
                  <c:v>110.2373680587657</c:v>
                </c:pt>
                <c:pt idx="850">
                  <c:v>109.8192892079186</c:v>
                </c:pt>
                <c:pt idx="851">
                  <c:v>111.1544214569905</c:v>
                </c:pt>
                <c:pt idx="852">
                  <c:v>110.6755825196663</c:v>
                </c:pt>
                <c:pt idx="853">
                  <c:v>111.8727261227327</c:v>
                </c:pt>
                <c:pt idx="854">
                  <c:v>111.6377097417326</c:v>
                </c:pt>
                <c:pt idx="855">
                  <c:v>110.8690239965334</c:v>
                </c:pt>
                <c:pt idx="856">
                  <c:v>111.4398862043652</c:v>
                </c:pt>
                <c:pt idx="857">
                  <c:v>112.2976093631091</c:v>
                </c:pt>
                <c:pt idx="858">
                  <c:v>110.7471253346683</c:v>
                </c:pt>
                <c:pt idx="859">
                  <c:v>110.8480893543349</c:v>
                </c:pt>
                <c:pt idx="860">
                  <c:v>111.0384188112689</c:v>
                </c:pt>
                <c:pt idx="861">
                  <c:v>110.6127365387475</c:v>
                </c:pt>
                <c:pt idx="862">
                  <c:v>109.3093300712636</c:v>
                </c:pt>
                <c:pt idx="863">
                  <c:v>109.6380266631139</c:v>
                </c:pt>
                <c:pt idx="864">
                  <c:v>109.3347561152033</c:v>
                </c:pt>
                <c:pt idx="865">
                  <c:v>110.1867430642328</c:v>
                </c:pt>
                <c:pt idx="866">
                  <c:v>110.2187211717613</c:v>
                </c:pt>
                <c:pt idx="867">
                  <c:v>110.8129067073618</c:v>
                </c:pt>
                <c:pt idx="868">
                  <c:v>110.0085673067671</c:v>
                </c:pt>
                <c:pt idx="869">
                  <c:v>109.7611617220875</c:v>
                </c:pt>
                <c:pt idx="870">
                  <c:v>109.645344115389</c:v>
                </c:pt>
                <c:pt idx="871">
                  <c:v>109.3003388569164</c:v>
                </c:pt>
                <c:pt idx="872">
                  <c:v>108.6962200901241</c:v>
                </c:pt>
                <c:pt idx="873">
                  <c:v>109.3975516309339</c:v>
                </c:pt>
                <c:pt idx="874">
                  <c:v>109.2515137874258</c:v>
                </c:pt>
                <c:pt idx="875">
                  <c:v>110.3611255217259</c:v>
                </c:pt>
                <c:pt idx="876">
                  <c:v>109.9551751377531</c:v>
                </c:pt>
                <c:pt idx="877">
                  <c:v>109.8789727037162</c:v>
                </c:pt>
                <c:pt idx="878">
                  <c:v>109.1001266339787</c:v>
                </c:pt>
                <c:pt idx="879">
                  <c:v>107.7606291461358</c:v>
                </c:pt>
                <c:pt idx="880">
                  <c:v>109.7742237949418</c:v>
                </c:pt>
                <c:pt idx="881">
                  <c:v>109.8969887758693</c:v>
                </c:pt>
                <c:pt idx="882">
                  <c:v>109.6279840906812</c:v>
                </c:pt>
                <c:pt idx="883">
                  <c:v>109.0735230689832</c:v>
                </c:pt>
                <c:pt idx="884">
                  <c:v>107.515915038155</c:v>
                </c:pt>
                <c:pt idx="885">
                  <c:v>107.5528387341178</c:v>
                </c:pt>
                <c:pt idx="886">
                  <c:v>107.4053289892899</c:v>
                </c:pt>
                <c:pt idx="887">
                  <c:v>107.4352380241062</c:v>
                </c:pt>
                <c:pt idx="888">
                  <c:v>107.4837855350622</c:v>
                </c:pt>
                <c:pt idx="889">
                  <c:v>107.464095700837</c:v>
                </c:pt>
                <c:pt idx="890">
                  <c:v>107.8249722609683</c:v>
                </c:pt>
                <c:pt idx="891">
                  <c:v>106.7524692616539</c:v>
                </c:pt>
                <c:pt idx="892">
                  <c:v>108.6057191861244</c:v>
                </c:pt>
                <c:pt idx="893">
                  <c:v>108.5305176449848</c:v>
                </c:pt>
                <c:pt idx="894">
                  <c:v>109.2759557601975</c:v>
                </c:pt>
                <c:pt idx="895">
                  <c:v>107.3803403103138</c:v>
                </c:pt>
                <c:pt idx="896">
                  <c:v>104.8081296726559</c:v>
                </c:pt>
                <c:pt idx="897">
                  <c:v>105.6975113260704</c:v>
                </c:pt>
                <c:pt idx="898">
                  <c:v>105.3339180566462</c:v>
                </c:pt>
                <c:pt idx="899">
                  <c:v>106.0939742546796</c:v>
                </c:pt>
                <c:pt idx="900">
                  <c:v>106.0500863627586</c:v>
                </c:pt>
                <c:pt idx="901">
                  <c:v>107.5392804202472</c:v>
                </c:pt>
                <c:pt idx="902">
                  <c:v>105.9311987904504</c:v>
                </c:pt>
                <c:pt idx="903">
                  <c:v>106.9947694514703</c:v>
                </c:pt>
                <c:pt idx="904">
                  <c:v>107.8512478022411</c:v>
                </c:pt>
                <c:pt idx="905">
                  <c:v>108.9991794360414</c:v>
                </c:pt>
                <c:pt idx="906">
                  <c:v>106.0123972781096</c:v>
                </c:pt>
                <c:pt idx="907">
                  <c:v>104.8096520391637</c:v>
                </c:pt>
                <c:pt idx="908">
                  <c:v>103.924694500573</c:v>
                </c:pt>
                <c:pt idx="909">
                  <c:v>104.8818340798817</c:v>
                </c:pt>
                <c:pt idx="910">
                  <c:v>101.5795940311121</c:v>
                </c:pt>
                <c:pt idx="911">
                  <c:v>101.9295112345602</c:v>
                </c:pt>
                <c:pt idx="912">
                  <c:v>102.6984661274293</c:v>
                </c:pt>
                <c:pt idx="913">
                  <c:v>101.5751278619649</c:v>
                </c:pt>
                <c:pt idx="914">
                  <c:v>101.8366468775842</c:v>
                </c:pt>
                <c:pt idx="915">
                  <c:v>101.1568892046888</c:v>
                </c:pt>
                <c:pt idx="916">
                  <c:v>101.1687401130286</c:v>
                </c:pt>
                <c:pt idx="917">
                  <c:v>101.0358400401568</c:v>
                </c:pt>
                <c:pt idx="918">
                  <c:v>99.69623321107301</c:v>
                </c:pt>
                <c:pt idx="919">
                  <c:v>100.9484763886842</c:v>
                </c:pt>
                <c:pt idx="920">
                  <c:v>101.9082738012331</c:v>
                </c:pt>
                <c:pt idx="921">
                  <c:v>100.6145566498651</c:v>
                </c:pt>
                <c:pt idx="922">
                  <c:v>100.7458081932588</c:v>
                </c:pt>
                <c:pt idx="923">
                  <c:v>99.96857700954061</c:v>
                </c:pt>
                <c:pt idx="924">
                  <c:v>100.0951184687112</c:v>
                </c:pt>
                <c:pt idx="925">
                  <c:v>100.340497035002</c:v>
                </c:pt>
                <c:pt idx="926">
                  <c:v>103.1594235664354</c:v>
                </c:pt>
                <c:pt idx="927">
                  <c:v>101.9683946619943</c:v>
                </c:pt>
                <c:pt idx="928">
                  <c:v>102.90724902148</c:v>
                </c:pt>
                <c:pt idx="929">
                  <c:v>103.3318042381338</c:v>
                </c:pt>
                <c:pt idx="930">
                  <c:v>103.7382088087995</c:v>
                </c:pt>
                <c:pt idx="931">
                  <c:v>103.4298917420785</c:v>
                </c:pt>
                <c:pt idx="932">
                  <c:v>103.019063056589</c:v>
                </c:pt>
                <c:pt idx="933">
                  <c:v>102.9884643308686</c:v>
                </c:pt>
                <c:pt idx="934">
                  <c:v>105.0193180740062</c:v>
                </c:pt>
                <c:pt idx="935">
                  <c:v>104.3414023804766</c:v>
                </c:pt>
                <c:pt idx="936">
                  <c:v>103.817085897806</c:v>
                </c:pt>
                <c:pt idx="937">
                  <c:v>106.7446219249038</c:v>
                </c:pt>
                <c:pt idx="938">
                  <c:v>106.0903912263243</c:v>
                </c:pt>
                <c:pt idx="939">
                  <c:v>105.952049324002</c:v>
                </c:pt>
                <c:pt idx="940">
                  <c:v>105.2598015170508</c:v>
                </c:pt>
                <c:pt idx="941">
                  <c:v>105.5850076000573</c:v>
                </c:pt>
                <c:pt idx="942">
                  <c:v>106.1659207911865</c:v>
                </c:pt>
                <c:pt idx="943">
                  <c:v>104.8156910400068</c:v>
                </c:pt>
                <c:pt idx="944">
                  <c:v>105.6167502033747</c:v>
                </c:pt>
                <c:pt idx="945">
                  <c:v>106.4156561853835</c:v>
                </c:pt>
                <c:pt idx="946">
                  <c:v>104.6145115676304</c:v>
                </c:pt>
                <c:pt idx="947">
                  <c:v>105.0097969751839</c:v>
                </c:pt>
                <c:pt idx="948">
                  <c:v>107.8429210462039</c:v>
                </c:pt>
                <c:pt idx="949">
                  <c:v>108.1234570268737</c:v>
                </c:pt>
                <c:pt idx="950">
                  <c:v>108.106282041189</c:v>
                </c:pt>
                <c:pt idx="951">
                  <c:v>107.0777089881192</c:v>
                </c:pt>
                <c:pt idx="952">
                  <c:v>107.3231211978686</c:v>
                </c:pt>
                <c:pt idx="953">
                  <c:v>106.9256910198207</c:v>
                </c:pt>
                <c:pt idx="954">
                  <c:v>105.4734038365655</c:v>
                </c:pt>
                <c:pt idx="955">
                  <c:v>105.9596527456763</c:v>
                </c:pt>
                <c:pt idx="956">
                  <c:v>104.9412736606034</c:v>
                </c:pt>
                <c:pt idx="957">
                  <c:v>104.9667165262725</c:v>
                </c:pt>
                <c:pt idx="958">
                  <c:v>103.2846529307153</c:v>
                </c:pt>
                <c:pt idx="959">
                  <c:v>103.4930405141259</c:v>
                </c:pt>
                <c:pt idx="960">
                  <c:v>103.7543660798575</c:v>
                </c:pt>
                <c:pt idx="961">
                  <c:v>105.1649353742801</c:v>
                </c:pt>
                <c:pt idx="962">
                  <c:v>104.7315655714375</c:v>
                </c:pt>
                <c:pt idx="963">
                  <c:v>103.8803608328236</c:v>
                </c:pt>
                <c:pt idx="964">
                  <c:v>104.1799137785439</c:v>
                </c:pt>
                <c:pt idx="965">
                  <c:v>105.6716731497612</c:v>
                </c:pt>
                <c:pt idx="966">
                  <c:v>108.4640634031166</c:v>
                </c:pt>
                <c:pt idx="967">
                  <c:v>110.0426733630607</c:v>
                </c:pt>
                <c:pt idx="968">
                  <c:v>110.5816163394168</c:v>
                </c:pt>
                <c:pt idx="969">
                  <c:v>111.4510642435302</c:v>
                </c:pt>
                <c:pt idx="970">
                  <c:v>110.9854808289479</c:v>
                </c:pt>
                <c:pt idx="971">
                  <c:v>111.3134877298942</c:v>
                </c:pt>
                <c:pt idx="972">
                  <c:v>110.4526861946759</c:v>
                </c:pt>
                <c:pt idx="973">
                  <c:v>111.0803469717186</c:v>
                </c:pt>
                <c:pt idx="974">
                  <c:v>111.4604675902469</c:v>
                </c:pt>
                <c:pt idx="975">
                  <c:v>111.9896119092461</c:v>
                </c:pt>
                <c:pt idx="976">
                  <c:v>110.9411387503339</c:v>
                </c:pt>
                <c:pt idx="977">
                  <c:v>109.5595364738829</c:v>
                </c:pt>
                <c:pt idx="978">
                  <c:v>110.3062109862042</c:v>
                </c:pt>
                <c:pt idx="979">
                  <c:v>110.3424197586687</c:v>
                </c:pt>
                <c:pt idx="980">
                  <c:v>110.300626172054</c:v>
                </c:pt>
                <c:pt idx="981">
                  <c:v>107.0332996225877</c:v>
                </c:pt>
                <c:pt idx="982">
                  <c:v>105.6304430910803</c:v>
                </c:pt>
                <c:pt idx="983">
                  <c:v>104.2374356821178</c:v>
                </c:pt>
                <c:pt idx="984">
                  <c:v>107.4874274394704</c:v>
                </c:pt>
                <c:pt idx="985">
                  <c:v>106.2752704429431</c:v>
                </c:pt>
                <c:pt idx="986">
                  <c:v>107.391938892713</c:v>
                </c:pt>
                <c:pt idx="987">
                  <c:v>108.8819319823466</c:v>
                </c:pt>
                <c:pt idx="988">
                  <c:v>108.706548631956</c:v>
                </c:pt>
                <c:pt idx="989">
                  <c:v>107.9255998460475</c:v>
                </c:pt>
                <c:pt idx="990">
                  <c:v>109.046885860529</c:v>
                </c:pt>
                <c:pt idx="991">
                  <c:v>109.7318246260698</c:v>
                </c:pt>
                <c:pt idx="992">
                  <c:v>111.2051473818997</c:v>
                </c:pt>
                <c:pt idx="993">
                  <c:v>113.1937785843236</c:v>
                </c:pt>
                <c:pt idx="994">
                  <c:v>113.3273851698288</c:v>
                </c:pt>
                <c:pt idx="995">
                  <c:v>113.5600380978527</c:v>
                </c:pt>
                <c:pt idx="996">
                  <c:v>113.6248858645662</c:v>
                </c:pt>
                <c:pt idx="997">
                  <c:v>113.6030007946585</c:v>
                </c:pt>
                <c:pt idx="998">
                  <c:v>113.6592778902591</c:v>
                </c:pt>
                <c:pt idx="999">
                  <c:v>112.2776672029434</c:v>
                </c:pt>
                <c:pt idx="1000">
                  <c:v>112.2983495192013</c:v>
                </c:pt>
                <c:pt idx="1001">
                  <c:v>112.1988489899897</c:v>
                </c:pt>
                <c:pt idx="1002">
                  <c:v>114.5828076542906</c:v>
                </c:pt>
                <c:pt idx="1003">
                  <c:v>114.818295043713</c:v>
                </c:pt>
                <c:pt idx="1004">
                  <c:v>114.8614427795418</c:v>
                </c:pt>
                <c:pt idx="1005">
                  <c:v>116.8799914276467</c:v>
                </c:pt>
                <c:pt idx="1006">
                  <c:v>116.4255776413648</c:v>
                </c:pt>
                <c:pt idx="1007">
                  <c:v>117.1922616007692</c:v>
                </c:pt>
                <c:pt idx="1008">
                  <c:v>117.0686303007793</c:v>
                </c:pt>
                <c:pt idx="1009">
                  <c:v>117.4462949468198</c:v>
                </c:pt>
                <c:pt idx="1010">
                  <c:v>117.8443138853956</c:v>
                </c:pt>
                <c:pt idx="1011">
                  <c:v>115.9700704426739</c:v>
                </c:pt>
                <c:pt idx="1012">
                  <c:v>115.4581179310888</c:v>
                </c:pt>
                <c:pt idx="1013">
                  <c:v>115.9221453357045</c:v>
                </c:pt>
                <c:pt idx="1014">
                  <c:v>116.1844381508748</c:v>
                </c:pt>
                <c:pt idx="1015">
                  <c:v>117.3662403367576</c:v>
                </c:pt>
                <c:pt idx="1016">
                  <c:v>116.8166576165763</c:v>
                </c:pt>
                <c:pt idx="1017">
                  <c:v>116.5188204872515</c:v>
                </c:pt>
                <c:pt idx="1018">
                  <c:v>115.2512358924567</c:v>
                </c:pt>
                <c:pt idx="1019">
                  <c:v>115.0494003726349</c:v>
                </c:pt>
                <c:pt idx="1020">
                  <c:v>115.6882980648955</c:v>
                </c:pt>
                <c:pt idx="1021">
                  <c:v>115.2301750872879</c:v>
                </c:pt>
                <c:pt idx="1022">
                  <c:v>114.5865673108043</c:v>
                </c:pt>
                <c:pt idx="1023">
                  <c:v>114.4736346306924</c:v>
                </c:pt>
                <c:pt idx="1024">
                  <c:v>114.1349122881387</c:v>
                </c:pt>
                <c:pt idx="1025">
                  <c:v>114.7545322785436</c:v>
                </c:pt>
                <c:pt idx="1026">
                  <c:v>115.3365388820817</c:v>
                </c:pt>
                <c:pt idx="1027">
                  <c:v>115.9014966629053</c:v>
                </c:pt>
                <c:pt idx="1028">
                  <c:v>115.4076863864436</c:v>
                </c:pt>
                <c:pt idx="1029">
                  <c:v>117.1262615455939</c:v>
                </c:pt>
                <c:pt idx="1030">
                  <c:v>116.7764620942515</c:v>
                </c:pt>
                <c:pt idx="1031">
                  <c:v>116.6726888457804</c:v>
                </c:pt>
                <c:pt idx="1032">
                  <c:v>115.3262692163025</c:v>
                </c:pt>
                <c:pt idx="1033">
                  <c:v>114.8507778031225</c:v>
                </c:pt>
                <c:pt idx="1034">
                  <c:v>115.367297414231</c:v>
                </c:pt>
                <c:pt idx="1035">
                  <c:v>114.1920304702077</c:v>
                </c:pt>
                <c:pt idx="1036">
                  <c:v>115.3246375085539</c:v>
                </c:pt>
                <c:pt idx="1037">
                  <c:v>115.115963955744</c:v>
                </c:pt>
                <c:pt idx="1038">
                  <c:v>116.7887251349607</c:v>
                </c:pt>
                <c:pt idx="1039">
                  <c:v>117.3731372457984</c:v>
                </c:pt>
                <c:pt idx="1040">
                  <c:v>116.9538556413015</c:v>
                </c:pt>
                <c:pt idx="1041">
                  <c:v>118.5325160664337</c:v>
                </c:pt>
                <c:pt idx="1042">
                  <c:v>118.8148687938753</c:v>
                </c:pt>
                <c:pt idx="1043">
                  <c:v>117.322899151041</c:v>
                </c:pt>
                <c:pt idx="1044">
                  <c:v>117.1657421444206</c:v>
                </c:pt>
                <c:pt idx="1045">
                  <c:v>115.6332321338095</c:v>
                </c:pt>
                <c:pt idx="1046">
                  <c:v>115.0129056307711</c:v>
                </c:pt>
                <c:pt idx="1047">
                  <c:v>114.5453036086647</c:v>
                </c:pt>
                <c:pt idx="1048">
                  <c:v>113.7981496770564</c:v>
                </c:pt>
                <c:pt idx="1049">
                  <c:v>113.7570289596164</c:v>
                </c:pt>
                <c:pt idx="1050">
                  <c:v>113.976460008357</c:v>
                </c:pt>
                <c:pt idx="1051">
                  <c:v>114.0216684060335</c:v>
                </c:pt>
                <c:pt idx="1052">
                  <c:v>112.1854420716834</c:v>
                </c:pt>
                <c:pt idx="1053">
                  <c:v>112.8458127014823</c:v>
                </c:pt>
                <c:pt idx="1054">
                  <c:v>112.735630374122</c:v>
                </c:pt>
                <c:pt idx="1055">
                  <c:v>113.8564201475871</c:v>
                </c:pt>
                <c:pt idx="1056">
                  <c:v>112.5437533180861</c:v>
                </c:pt>
                <c:pt idx="1057">
                  <c:v>112.3053810020772</c:v>
                </c:pt>
                <c:pt idx="1058">
                  <c:v>111.132132665578</c:v>
                </c:pt>
                <c:pt idx="1059">
                  <c:v>111.6337734570605</c:v>
                </c:pt>
                <c:pt idx="1060">
                  <c:v>112.696957218305</c:v>
                </c:pt>
                <c:pt idx="1061">
                  <c:v>111.9242594906515</c:v>
                </c:pt>
                <c:pt idx="1062">
                  <c:v>111.3912966390858</c:v>
                </c:pt>
                <c:pt idx="1063">
                  <c:v>111.8402770067819</c:v>
                </c:pt>
                <c:pt idx="1064">
                  <c:v>111.9917566797405</c:v>
                </c:pt>
                <c:pt idx="1065">
                  <c:v>113.1577716726115</c:v>
                </c:pt>
                <c:pt idx="1066">
                  <c:v>114.8315253338609</c:v>
                </c:pt>
                <c:pt idx="1067">
                  <c:v>114.3147954511352</c:v>
                </c:pt>
                <c:pt idx="1068">
                  <c:v>114.0707962666527</c:v>
                </c:pt>
                <c:pt idx="1069">
                  <c:v>115.9973300551147</c:v>
                </c:pt>
                <c:pt idx="1070">
                  <c:v>114.9658552537289</c:v>
                </c:pt>
                <c:pt idx="1071">
                  <c:v>114.6870014459959</c:v>
                </c:pt>
                <c:pt idx="1072">
                  <c:v>114.6743767381052</c:v>
                </c:pt>
                <c:pt idx="1073">
                  <c:v>115.4993732223638</c:v>
                </c:pt>
                <c:pt idx="1074">
                  <c:v>113.0691548023009</c:v>
                </c:pt>
                <c:pt idx="1075">
                  <c:v>113.2661372532</c:v>
                </c:pt>
                <c:pt idx="1076">
                  <c:v>113.1352557878524</c:v>
                </c:pt>
                <c:pt idx="1077">
                  <c:v>116.0431440350484</c:v>
                </c:pt>
                <c:pt idx="1078">
                  <c:v>116.0911027854765</c:v>
                </c:pt>
                <c:pt idx="1079">
                  <c:v>115.8776518615262</c:v>
                </c:pt>
                <c:pt idx="1080">
                  <c:v>117.0841231135272</c:v>
                </c:pt>
                <c:pt idx="1081">
                  <c:v>118.6345734985093</c:v>
                </c:pt>
                <c:pt idx="1082">
                  <c:v>118.9483492164102</c:v>
                </c:pt>
                <c:pt idx="1083">
                  <c:v>118.8312279256856</c:v>
                </c:pt>
                <c:pt idx="1084">
                  <c:v>118.0340041166136</c:v>
                </c:pt>
                <c:pt idx="1085">
                  <c:v>117.6374066141694</c:v>
                </c:pt>
                <c:pt idx="1086">
                  <c:v>118.5875147106023</c:v>
                </c:pt>
                <c:pt idx="1087">
                  <c:v>119.972691604544</c:v>
                </c:pt>
                <c:pt idx="1088">
                  <c:v>119.2589792709193</c:v>
                </c:pt>
                <c:pt idx="1089">
                  <c:v>119.1132273968105</c:v>
                </c:pt>
                <c:pt idx="1090">
                  <c:v>119.7275653641938</c:v>
                </c:pt>
                <c:pt idx="1091">
                  <c:v>120.4022344639554</c:v>
                </c:pt>
                <c:pt idx="1092">
                  <c:v>119.6627007757509</c:v>
                </c:pt>
                <c:pt idx="1093">
                  <c:v>120.7350860229596</c:v>
                </c:pt>
                <c:pt idx="1094">
                  <c:v>121.1683801280201</c:v>
                </c:pt>
                <c:pt idx="1095">
                  <c:v>122.4568320780959</c:v>
                </c:pt>
                <c:pt idx="1096">
                  <c:v>122.3776521979608</c:v>
                </c:pt>
                <c:pt idx="1097">
                  <c:v>122.6851702325368</c:v>
                </c:pt>
                <c:pt idx="1098">
                  <c:v>122.0494266145328</c:v>
                </c:pt>
                <c:pt idx="1099">
                  <c:v>123.1560356701407</c:v>
                </c:pt>
                <c:pt idx="1100">
                  <c:v>123.2122286570944</c:v>
                </c:pt>
                <c:pt idx="1101">
                  <c:v>122.215103827078</c:v>
                </c:pt>
                <c:pt idx="1102">
                  <c:v>122.3332175998353</c:v>
                </c:pt>
                <c:pt idx="1103">
                  <c:v>123.081902308816</c:v>
                </c:pt>
                <c:pt idx="1104">
                  <c:v>122.9979787009991</c:v>
                </c:pt>
                <c:pt idx="1105">
                  <c:v>122.3926740022864</c:v>
                </c:pt>
                <c:pt idx="1106">
                  <c:v>121.0740943349126</c:v>
                </c:pt>
                <c:pt idx="1107">
                  <c:v>121.2852154493454</c:v>
                </c:pt>
                <c:pt idx="1108">
                  <c:v>120.7868128407662</c:v>
                </c:pt>
                <c:pt idx="1109">
                  <c:v>118.8929804941955</c:v>
                </c:pt>
                <c:pt idx="1110">
                  <c:v>119.5565556634389</c:v>
                </c:pt>
                <c:pt idx="1111">
                  <c:v>119.1888410703195</c:v>
                </c:pt>
                <c:pt idx="1112">
                  <c:v>118.3243303437756</c:v>
                </c:pt>
                <c:pt idx="1113">
                  <c:v>119.2520655401491</c:v>
                </c:pt>
                <c:pt idx="1114">
                  <c:v>119.1676456913159</c:v>
                </c:pt>
                <c:pt idx="1115">
                  <c:v>119.9420087701768</c:v>
                </c:pt>
                <c:pt idx="1116">
                  <c:v>119.6025126280722</c:v>
                </c:pt>
                <c:pt idx="1117">
                  <c:v>120.61064727996</c:v>
                </c:pt>
                <c:pt idx="1118">
                  <c:v>121.5448336095461</c:v>
                </c:pt>
                <c:pt idx="1119">
                  <c:v>121.1880699622453</c:v>
                </c:pt>
                <c:pt idx="1120">
                  <c:v>121.8505433082151</c:v>
                </c:pt>
                <c:pt idx="1121">
                  <c:v>122.5639444398465</c:v>
                </c:pt>
                <c:pt idx="1122">
                  <c:v>122.9434678869822</c:v>
                </c:pt>
                <c:pt idx="1123">
                  <c:v>123.6137212827847</c:v>
                </c:pt>
                <c:pt idx="1124">
                  <c:v>124.0004528409546</c:v>
                </c:pt>
                <c:pt idx="1125">
                  <c:v>125.0131461815011</c:v>
                </c:pt>
                <c:pt idx="1126">
                  <c:v>125.1370298074316</c:v>
                </c:pt>
                <c:pt idx="1127">
                  <c:v>125.7764321515732</c:v>
                </c:pt>
                <c:pt idx="1128">
                  <c:v>126.5450253772609</c:v>
                </c:pt>
                <c:pt idx="1129">
                  <c:v>126.755263350902</c:v>
                </c:pt>
                <c:pt idx="1130">
                  <c:v>128.9338791648079</c:v>
                </c:pt>
                <c:pt idx="1131">
                  <c:v>128.9710467758464</c:v>
                </c:pt>
                <c:pt idx="1132">
                  <c:v>129.5807503567889</c:v>
                </c:pt>
                <c:pt idx="1133">
                  <c:v>130.5848225610343</c:v>
                </c:pt>
                <c:pt idx="1134">
                  <c:v>132.6802128688921</c:v>
                </c:pt>
                <c:pt idx="1135">
                  <c:v>132.5828991644983</c:v>
                </c:pt>
                <c:pt idx="1136">
                  <c:v>132.1871932137107</c:v>
                </c:pt>
                <c:pt idx="1137">
                  <c:v>132.6718777019903</c:v>
                </c:pt>
                <c:pt idx="1138">
                  <c:v>132.044629057317</c:v>
                </c:pt>
                <c:pt idx="1139">
                  <c:v>131.6486455479948</c:v>
                </c:pt>
                <c:pt idx="1140">
                  <c:v>130.6885705769113</c:v>
                </c:pt>
                <c:pt idx="1141">
                  <c:v>130.1750368227656</c:v>
                </c:pt>
                <c:pt idx="1142">
                  <c:v>130.6018545620194</c:v>
                </c:pt>
                <c:pt idx="1143">
                  <c:v>131.1339426836579</c:v>
                </c:pt>
                <c:pt idx="1144">
                  <c:v>133.358414531821</c:v>
                </c:pt>
                <c:pt idx="1145">
                  <c:v>133.1942512749189</c:v>
                </c:pt>
                <c:pt idx="1146">
                  <c:v>133.7934160424123</c:v>
                </c:pt>
                <c:pt idx="1147">
                  <c:v>133.4055742501041</c:v>
                </c:pt>
                <c:pt idx="1148">
                  <c:v>135.4925116389546</c:v>
                </c:pt>
                <c:pt idx="1149">
                  <c:v>136.0500930914503</c:v>
                </c:pt>
                <c:pt idx="1150">
                  <c:v>138.3213882233091</c:v>
                </c:pt>
                <c:pt idx="1151">
                  <c:v>132.3612392366165</c:v>
                </c:pt>
                <c:pt idx="1152">
                  <c:v>133.0493068438197</c:v>
                </c:pt>
                <c:pt idx="1153">
                  <c:v>132.8757907053889</c:v>
                </c:pt>
                <c:pt idx="1154">
                  <c:v>133.7958047279826</c:v>
                </c:pt>
                <c:pt idx="1155">
                  <c:v>133.8917979266209</c:v>
                </c:pt>
                <c:pt idx="1156">
                  <c:v>135.2184183806327</c:v>
                </c:pt>
                <c:pt idx="1157">
                  <c:v>136.6611928759303</c:v>
                </c:pt>
                <c:pt idx="1158">
                  <c:v>133.3777090554061</c:v>
                </c:pt>
                <c:pt idx="1159">
                  <c:v>132.3258294962969</c:v>
                </c:pt>
                <c:pt idx="1160">
                  <c:v>132.8271843183802</c:v>
                </c:pt>
                <c:pt idx="1161">
                  <c:v>133.2895127283297</c:v>
                </c:pt>
                <c:pt idx="1162">
                  <c:v>133.0108019052963</c:v>
                </c:pt>
                <c:pt idx="1163">
                  <c:v>134.957227388736</c:v>
                </c:pt>
                <c:pt idx="1164">
                  <c:v>135.327986714871</c:v>
                </c:pt>
                <c:pt idx="1165">
                  <c:v>134.9862196393017</c:v>
                </c:pt>
                <c:pt idx="1166">
                  <c:v>135.5203684227879</c:v>
                </c:pt>
                <c:pt idx="1167">
                  <c:v>135.0269198135076</c:v>
                </c:pt>
                <c:pt idx="1168">
                  <c:v>136.1464647789995</c:v>
                </c:pt>
                <c:pt idx="1169">
                  <c:v>137.6554748336836</c:v>
                </c:pt>
                <c:pt idx="1170">
                  <c:v>136.2351825796862</c:v>
                </c:pt>
                <c:pt idx="1171">
                  <c:v>137.0436685365701</c:v>
                </c:pt>
                <c:pt idx="1172">
                  <c:v>137.4085570791557</c:v>
                </c:pt>
                <c:pt idx="1173">
                  <c:v>137.2235516995666</c:v>
                </c:pt>
                <c:pt idx="1174">
                  <c:v>136.2333406003204</c:v>
                </c:pt>
                <c:pt idx="1175">
                  <c:v>138.9020490884978</c:v>
                </c:pt>
                <c:pt idx="1176">
                  <c:v>139.2572735475614</c:v>
                </c:pt>
                <c:pt idx="1177">
                  <c:v>138.6110331704317</c:v>
                </c:pt>
                <c:pt idx="1178">
                  <c:v>138.6524903224591</c:v>
                </c:pt>
                <c:pt idx="1179">
                  <c:v>139.8532505973396</c:v>
                </c:pt>
                <c:pt idx="1180">
                  <c:v>144.5126761823825</c:v>
                </c:pt>
                <c:pt idx="1181">
                  <c:v>147.6858262799822</c:v>
                </c:pt>
                <c:pt idx="1182">
                  <c:v>150.4354977516077</c:v>
                </c:pt>
                <c:pt idx="1183">
                  <c:v>150.3195455710742</c:v>
                </c:pt>
                <c:pt idx="1184">
                  <c:v>153.0097185859251</c:v>
                </c:pt>
                <c:pt idx="1185">
                  <c:v>155.3411429894097</c:v>
                </c:pt>
                <c:pt idx="1186">
                  <c:v>154.0313190321719</c:v>
                </c:pt>
                <c:pt idx="1187">
                  <c:v>152.5427221460759</c:v>
                </c:pt>
                <c:pt idx="1188">
                  <c:v>153.7450552526523</c:v>
                </c:pt>
                <c:pt idx="1189">
                  <c:v>156.168250600704</c:v>
                </c:pt>
                <c:pt idx="1190">
                  <c:v>152.8323334497397</c:v>
                </c:pt>
                <c:pt idx="1191">
                  <c:v>153.1847655017283</c:v>
                </c:pt>
                <c:pt idx="1192">
                  <c:v>153.8765843545805</c:v>
                </c:pt>
                <c:pt idx="1193">
                  <c:v>156.6449111240751</c:v>
                </c:pt>
                <c:pt idx="1194">
                  <c:v>156.3826435414989</c:v>
                </c:pt>
                <c:pt idx="1195">
                  <c:v>159.5533628992049</c:v>
                </c:pt>
                <c:pt idx="1196">
                  <c:v>157.9277950817301</c:v>
                </c:pt>
                <c:pt idx="1197">
                  <c:v>156.8325995694983</c:v>
                </c:pt>
                <c:pt idx="1198">
                  <c:v>156.4558012425202</c:v>
                </c:pt>
                <c:pt idx="1199">
                  <c:v>158.5737494894605</c:v>
                </c:pt>
                <c:pt idx="1200">
                  <c:v>160.2559224262586</c:v>
                </c:pt>
                <c:pt idx="1201">
                  <c:v>158.8421149489326</c:v>
                </c:pt>
                <c:pt idx="1202">
                  <c:v>161.0599842683187</c:v>
                </c:pt>
                <c:pt idx="1203">
                  <c:v>160.8556507216858</c:v>
                </c:pt>
                <c:pt idx="1204">
                  <c:v>160.6517377182872</c:v>
                </c:pt>
                <c:pt idx="1205">
                  <c:v>158.7861742879194</c:v>
                </c:pt>
                <c:pt idx="1206">
                  <c:v>159.2235728949456</c:v>
                </c:pt>
                <c:pt idx="1207">
                  <c:v>154.0070284549645</c:v>
                </c:pt>
                <c:pt idx="1208">
                  <c:v>155.9092043793017</c:v>
                </c:pt>
                <c:pt idx="1209">
                  <c:v>151.7856938593286</c:v>
                </c:pt>
                <c:pt idx="1210">
                  <c:v>150.8613230088287</c:v>
                </c:pt>
                <c:pt idx="1211">
                  <c:v>152.1654612215402</c:v>
                </c:pt>
                <c:pt idx="1212">
                  <c:v>154.2947893683979</c:v>
                </c:pt>
                <c:pt idx="1213">
                  <c:v>154.7341308851661</c:v>
                </c:pt>
                <c:pt idx="1214">
                  <c:v>150.7937585328222</c:v>
                </c:pt>
                <c:pt idx="1215">
                  <c:v>149.4217951072991</c:v>
                </c:pt>
                <c:pt idx="1216">
                  <c:v>151.2907985813226</c:v>
                </c:pt>
                <c:pt idx="1217">
                  <c:v>151.7401826705236</c:v>
                </c:pt>
                <c:pt idx="1218">
                  <c:v>151.0926974854206</c:v>
                </c:pt>
                <c:pt idx="1219">
                  <c:v>151.6231791319046</c:v>
                </c:pt>
                <c:pt idx="1220">
                  <c:v>148.215752809397</c:v>
                </c:pt>
                <c:pt idx="1221">
                  <c:v>153.0204844927206</c:v>
                </c:pt>
                <c:pt idx="1222">
                  <c:v>153.5059680131452</c:v>
                </c:pt>
                <c:pt idx="1223">
                  <c:v>155.9578528206339</c:v>
                </c:pt>
                <c:pt idx="1224">
                  <c:v>153.6939760714264</c:v>
                </c:pt>
                <c:pt idx="1225">
                  <c:v>152.7049340823713</c:v>
                </c:pt>
                <c:pt idx="1226">
                  <c:v>153.5102239106753</c:v>
                </c:pt>
                <c:pt idx="1227">
                  <c:v>157.6716169651851</c:v>
                </c:pt>
                <c:pt idx="1228">
                  <c:v>158.0846492972218</c:v>
                </c:pt>
                <c:pt idx="1229">
                  <c:v>158.1680093771048</c:v>
                </c:pt>
                <c:pt idx="1230">
                  <c:v>158.2604868343053</c:v>
                </c:pt>
                <c:pt idx="1231">
                  <c:v>158.3420217565519</c:v>
                </c:pt>
                <c:pt idx="1232">
                  <c:v>161.657794886598</c:v>
                </c:pt>
                <c:pt idx="1233">
                  <c:v>164.1205717638525</c:v>
                </c:pt>
                <c:pt idx="1234">
                  <c:v>165.9664369491304</c:v>
                </c:pt>
                <c:pt idx="1235">
                  <c:v>166.5357179144016</c:v>
                </c:pt>
                <c:pt idx="1236">
                  <c:v>167.0879921112818</c:v>
                </c:pt>
                <c:pt idx="1237">
                  <c:v>166.3144280645658</c:v>
                </c:pt>
                <c:pt idx="1238">
                  <c:v>165.5414527783778</c:v>
                </c:pt>
                <c:pt idx="1239">
                  <c:v>164.6288066732473</c:v>
                </c:pt>
                <c:pt idx="1240">
                  <c:v>164.9640216852278</c:v>
                </c:pt>
                <c:pt idx="1241">
                  <c:v>162.2362941595628</c:v>
                </c:pt>
                <c:pt idx="1242">
                  <c:v>160.9658078164521</c:v>
                </c:pt>
                <c:pt idx="1243">
                  <c:v>160.4330552365034</c:v>
                </c:pt>
                <c:pt idx="1244">
                  <c:v>159.4521549644624</c:v>
                </c:pt>
                <c:pt idx="1245">
                  <c:v>158.6446278461525</c:v>
                </c:pt>
                <c:pt idx="1246">
                  <c:v>155.3910782930386</c:v>
                </c:pt>
                <c:pt idx="1247">
                  <c:v>157.550332296442</c:v>
                </c:pt>
                <c:pt idx="1248">
                  <c:v>156.1057494652372</c:v>
                </c:pt>
                <c:pt idx="1249">
                  <c:v>157.0761109238292</c:v>
                </c:pt>
                <c:pt idx="1250">
                  <c:v>157.8642425881778</c:v>
                </c:pt>
                <c:pt idx="1251">
                  <c:v>154.1023992496163</c:v>
                </c:pt>
                <c:pt idx="1252">
                  <c:v>154.8509914390855</c:v>
                </c:pt>
                <c:pt idx="1253">
                  <c:v>153.0010890387593</c:v>
                </c:pt>
                <c:pt idx="1254">
                  <c:v>151.6834934425535</c:v>
                </c:pt>
                <c:pt idx="1255">
                  <c:v>148.9549752956083</c:v>
                </c:pt>
                <c:pt idx="1256">
                  <c:v>150.0211112703568</c:v>
                </c:pt>
                <c:pt idx="1257">
                  <c:v>149.111030478955</c:v>
                </c:pt>
                <c:pt idx="1258">
                  <c:v>148.8519674358234</c:v>
                </c:pt>
                <c:pt idx="1259">
                  <c:v>146.58359087401</c:v>
                </c:pt>
                <c:pt idx="1260">
                  <c:v>149.1715045960329</c:v>
                </c:pt>
                <c:pt idx="1261">
                  <c:v>149.4188933589831</c:v>
                </c:pt>
                <c:pt idx="1262">
                  <c:v>148.2075185728714</c:v>
                </c:pt>
                <c:pt idx="1263">
                  <c:v>149.5583959606318</c:v>
                </c:pt>
                <c:pt idx="1264">
                  <c:v>148.5266436007114</c:v>
                </c:pt>
                <c:pt idx="1265">
                  <c:v>147.8162115043134</c:v>
                </c:pt>
                <c:pt idx="1266">
                  <c:v>147.2434652627924</c:v>
                </c:pt>
                <c:pt idx="1267">
                  <c:v>146.1703062160327</c:v>
                </c:pt>
                <c:pt idx="1268">
                  <c:v>144.8329534986842</c:v>
                </c:pt>
                <c:pt idx="1269">
                  <c:v>146.5152778310466</c:v>
                </c:pt>
                <c:pt idx="1270">
                  <c:v>143.2627880468828</c:v>
                </c:pt>
                <c:pt idx="1271">
                  <c:v>142.1596947327128</c:v>
                </c:pt>
                <c:pt idx="1272">
                  <c:v>141.8649780341858</c:v>
                </c:pt>
                <c:pt idx="1273">
                  <c:v>142.8275426212157</c:v>
                </c:pt>
                <c:pt idx="1274">
                  <c:v>141.8233778974588</c:v>
                </c:pt>
                <c:pt idx="1275">
                  <c:v>144.2440079317818</c:v>
                </c:pt>
                <c:pt idx="1276">
                  <c:v>143.9373646271329</c:v>
                </c:pt>
                <c:pt idx="1277">
                  <c:v>143.3338598534625</c:v>
                </c:pt>
                <c:pt idx="1278">
                  <c:v>142.6890325015997</c:v>
                </c:pt>
                <c:pt idx="1279">
                  <c:v>141.6843210716384</c:v>
                </c:pt>
                <c:pt idx="1280">
                  <c:v>141.5359702403422</c:v>
                </c:pt>
                <c:pt idx="1281">
                  <c:v>141.5831215477606</c:v>
                </c:pt>
                <c:pt idx="1282">
                  <c:v>143.2962212340017</c:v>
                </c:pt>
                <c:pt idx="1283">
                  <c:v>144.0435181503096</c:v>
                </c:pt>
                <c:pt idx="1284">
                  <c:v>143.4108444979151</c:v>
                </c:pt>
                <c:pt idx="1285">
                  <c:v>144.6586299172438</c:v>
                </c:pt>
                <c:pt idx="1286">
                  <c:v>145.7561972933165</c:v>
                </c:pt>
                <c:pt idx="1287">
                  <c:v>145.6806761393189</c:v>
                </c:pt>
                <c:pt idx="1288">
                  <c:v>144.6871595702519</c:v>
                </c:pt>
                <c:pt idx="1289">
                  <c:v>144.4049666492394</c:v>
                </c:pt>
                <c:pt idx="1290">
                  <c:v>145.3293290888746</c:v>
                </c:pt>
                <c:pt idx="1291">
                  <c:v>146.4081486475666</c:v>
                </c:pt>
                <c:pt idx="1292">
                  <c:v>145.0433260461602</c:v>
                </c:pt>
                <c:pt idx="1293">
                  <c:v>144.6842662328006</c:v>
                </c:pt>
                <c:pt idx="1294">
                  <c:v>143.5343075806114</c:v>
                </c:pt>
                <c:pt idx="1295">
                  <c:v>145.2910596545624</c:v>
                </c:pt>
                <c:pt idx="1296">
                  <c:v>149.6009969902562</c:v>
                </c:pt>
                <c:pt idx="1297">
                  <c:v>147.8117621568956</c:v>
                </c:pt>
                <c:pt idx="1298">
                  <c:v>148.5704389731209</c:v>
                </c:pt>
                <c:pt idx="1299">
                  <c:v>148.0403862807358</c:v>
                </c:pt>
                <c:pt idx="1300">
                  <c:v>146.2020824628088</c:v>
                </c:pt>
                <c:pt idx="1301">
                  <c:v>146.1085620583875</c:v>
                </c:pt>
                <c:pt idx="1302">
                  <c:v>145.8202964930732</c:v>
                </c:pt>
                <c:pt idx="1303">
                  <c:v>145.7818588414673</c:v>
                </c:pt>
                <c:pt idx="1304">
                  <c:v>149.3328586241306</c:v>
                </c:pt>
                <c:pt idx="1305">
                  <c:v>148.6398454284932</c:v>
                </c:pt>
                <c:pt idx="1306">
                  <c:v>146.3843290787815</c:v>
                </c:pt>
                <c:pt idx="1307">
                  <c:v>147.471441750052</c:v>
                </c:pt>
                <c:pt idx="1308">
                  <c:v>148.5062220212586</c:v>
                </c:pt>
                <c:pt idx="1309">
                  <c:v>146.2526065269656</c:v>
                </c:pt>
                <c:pt idx="1310">
                  <c:v>149.0059199029992</c:v>
                </c:pt>
                <c:pt idx="1311">
                  <c:v>149.71255028856</c:v>
                </c:pt>
                <c:pt idx="1312">
                  <c:v>149.7135932357808</c:v>
                </c:pt>
                <c:pt idx="1313">
                  <c:v>149.6250520632524</c:v>
                </c:pt>
                <c:pt idx="1314">
                  <c:v>149.4830766673867</c:v>
                </c:pt>
                <c:pt idx="1315">
                  <c:v>147.6496679727057</c:v>
                </c:pt>
                <c:pt idx="1316">
                  <c:v>145.0987031792396</c:v>
                </c:pt>
                <c:pt idx="1317">
                  <c:v>144.8182092528932</c:v>
                </c:pt>
                <c:pt idx="1318">
                  <c:v>141.1970880913595</c:v>
                </c:pt>
                <c:pt idx="1319">
                  <c:v>140.8744725546757</c:v>
                </c:pt>
                <c:pt idx="1320">
                  <c:v>140.5463479016238</c:v>
                </c:pt>
                <c:pt idx="1321">
                  <c:v>140.4060967330183</c:v>
                </c:pt>
                <c:pt idx="1322">
                  <c:v>140.2794038782833</c:v>
                </c:pt>
                <c:pt idx="1323">
                  <c:v>139.901999969048</c:v>
                </c:pt>
                <c:pt idx="1324">
                  <c:v>141.1597690847566</c:v>
                </c:pt>
                <c:pt idx="1325">
                  <c:v>141.2412535418151</c:v>
                </c:pt>
                <c:pt idx="1326">
                  <c:v>143.8524737698774</c:v>
                </c:pt>
                <c:pt idx="1327">
                  <c:v>144.5884160188619</c:v>
                </c:pt>
                <c:pt idx="1328">
                  <c:v>146.8341841764048</c:v>
                </c:pt>
                <c:pt idx="1329">
                  <c:v>146.8421408543958</c:v>
                </c:pt>
                <c:pt idx="1330">
                  <c:v>147.3040234885171</c:v>
                </c:pt>
                <c:pt idx="1331">
                  <c:v>147.7491348584586</c:v>
                </c:pt>
                <c:pt idx="1332">
                  <c:v>149.2245350978655</c:v>
                </c:pt>
              </c:numCache>
            </c:numRef>
          </c:val>
          <c:smooth val="0"/>
          <c:extLst>
            <c:ext xmlns:c16="http://schemas.microsoft.com/office/drawing/2014/chart" uri="{C3380CC4-5D6E-409C-BE32-E72D297353CC}">
              <c16:uniqueId val="{00000001-AD81-409B-BCF9-8FB135BE4CE1}"/>
            </c:ext>
          </c:extLst>
        </c:ser>
        <c:ser>
          <c:idx val="2"/>
          <c:order val="2"/>
          <c:tx>
            <c:strRef>
              <c:f>Sheet1!$D$1</c:f>
              <c:strCache>
                <c:ptCount val="1"/>
                <c:pt idx="0">
                  <c:v>SMLL</c:v>
                </c:pt>
              </c:strCache>
            </c:strRef>
          </c:tx>
          <c:spPr>
            <a:ln w="22225" cap="rnd">
              <a:solidFill>
                <a:schemeClr val="tx1"/>
              </a:solidFill>
              <a:round/>
            </a:ln>
            <a:effectLst/>
          </c:spPr>
          <c:marker>
            <c:symbol val="none"/>
          </c:marker>
          <c:cat>
            <c:numRef>
              <c:f>Sheet1!$A$2:$A$1334</c:f>
              <c:numCache>
                <c:formatCode>yyyy\-mm\-dd</c:formatCode>
                <c:ptCount val="1333"/>
                <c:pt idx="0">
                  <c:v>44316.0</c:v>
                </c:pt>
                <c:pt idx="1">
                  <c:v>44319.0</c:v>
                </c:pt>
                <c:pt idx="2">
                  <c:v>44320.0</c:v>
                </c:pt>
                <c:pt idx="3">
                  <c:v>44321.0</c:v>
                </c:pt>
                <c:pt idx="4">
                  <c:v>44322.0</c:v>
                </c:pt>
                <c:pt idx="5">
                  <c:v>44323.0</c:v>
                </c:pt>
                <c:pt idx="6">
                  <c:v>44326.0</c:v>
                </c:pt>
                <c:pt idx="7">
                  <c:v>44327.0</c:v>
                </c:pt>
                <c:pt idx="8">
                  <c:v>44328.0</c:v>
                </c:pt>
                <c:pt idx="9">
                  <c:v>44329.0</c:v>
                </c:pt>
                <c:pt idx="10">
                  <c:v>44330.0</c:v>
                </c:pt>
                <c:pt idx="11">
                  <c:v>44333.0</c:v>
                </c:pt>
                <c:pt idx="12">
                  <c:v>44334.0</c:v>
                </c:pt>
                <c:pt idx="13">
                  <c:v>44335.0</c:v>
                </c:pt>
                <c:pt idx="14">
                  <c:v>44336.0</c:v>
                </c:pt>
                <c:pt idx="15">
                  <c:v>44337.0</c:v>
                </c:pt>
                <c:pt idx="16">
                  <c:v>44340.0</c:v>
                </c:pt>
                <c:pt idx="17">
                  <c:v>44341.0</c:v>
                </c:pt>
                <c:pt idx="18">
                  <c:v>44342.0</c:v>
                </c:pt>
                <c:pt idx="19">
                  <c:v>44343.0</c:v>
                </c:pt>
                <c:pt idx="20">
                  <c:v>44344.0</c:v>
                </c:pt>
                <c:pt idx="21">
                  <c:v>44347.0</c:v>
                </c:pt>
                <c:pt idx="22">
                  <c:v>44348.0</c:v>
                </c:pt>
                <c:pt idx="23">
                  <c:v>44349.0</c:v>
                </c:pt>
                <c:pt idx="24">
                  <c:v>44351.0</c:v>
                </c:pt>
                <c:pt idx="25">
                  <c:v>44354.0</c:v>
                </c:pt>
                <c:pt idx="26">
                  <c:v>44355.0</c:v>
                </c:pt>
                <c:pt idx="27">
                  <c:v>44356.0</c:v>
                </c:pt>
                <c:pt idx="28">
                  <c:v>44357.0</c:v>
                </c:pt>
                <c:pt idx="29">
                  <c:v>44358.0</c:v>
                </c:pt>
                <c:pt idx="30">
                  <c:v>44361.0</c:v>
                </c:pt>
                <c:pt idx="31">
                  <c:v>44362.0</c:v>
                </c:pt>
                <c:pt idx="32">
                  <c:v>44363.0</c:v>
                </c:pt>
                <c:pt idx="33">
                  <c:v>44364.0</c:v>
                </c:pt>
                <c:pt idx="34">
                  <c:v>44365.0</c:v>
                </c:pt>
                <c:pt idx="35">
                  <c:v>44368.0</c:v>
                </c:pt>
                <c:pt idx="36">
                  <c:v>44369.0</c:v>
                </c:pt>
                <c:pt idx="37">
                  <c:v>44370.0</c:v>
                </c:pt>
                <c:pt idx="38">
                  <c:v>44371.0</c:v>
                </c:pt>
                <c:pt idx="39">
                  <c:v>44372.0</c:v>
                </c:pt>
                <c:pt idx="40">
                  <c:v>44375.0</c:v>
                </c:pt>
                <c:pt idx="41">
                  <c:v>44376.0</c:v>
                </c:pt>
                <c:pt idx="42">
                  <c:v>44377.0</c:v>
                </c:pt>
                <c:pt idx="43">
                  <c:v>44378.0</c:v>
                </c:pt>
                <c:pt idx="44">
                  <c:v>44379.0</c:v>
                </c:pt>
                <c:pt idx="45">
                  <c:v>44382.0</c:v>
                </c:pt>
                <c:pt idx="46">
                  <c:v>44383.0</c:v>
                </c:pt>
                <c:pt idx="47">
                  <c:v>44384.0</c:v>
                </c:pt>
                <c:pt idx="48">
                  <c:v>44385.0</c:v>
                </c:pt>
                <c:pt idx="49">
                  <c:v>44389.0</c:v>
                </c:pt>
                <c:pt idx="50">
                  <c:v>44390.0</c:v>
                </c:pt>
                <c:pt idx="51">
                  <c:v>44391.0</c:v>
                </c:pt>
                <c:pt idx="52">
                  <c:v>44392.0</c:v>
                </c:pt>
                <c:pt idx="53">
                  <c:v>44393.0</c:v>
                </c:pt>
                <c:pt idx="54">
                  <c:v>44396.0</c:v>
                </c:pt>
                <c:pt idx="55">
                  <c:v>44397.0</c:v>
                </c:pt>
                <c:pt idx="56">
                  <c:v>44398.0</c:v>
                </c:pt>
                <c:pt idx="57">
                  <c:v>44399.0</c:v>
                </c:pt>
                <c:pt idx="58">
                  <c:v>44400.0</c:v>
                </c:pt>
                <c:pt idx="59">
                  <c:v>44403.0</c:v>
                </c:pt>
                <c:pt idx="60">
                  <c:v>44404.0</c:v>
                </c:pt>
                <c:pt idx="61">
                  <c:v>44405.0</c:v>
                </c:pt>
                <c:pt idx="62">
                  <c:v>44406.0</c:v>
                </c:pt>
                <c:pt idx="63">
                  <c:v>44407.0</c:v>
                </c:pt>
                <c:pt idx="64">
                  <c:v>44410.0</c:v>
                </c:pt>
                <c:pt idx="65">
                  <c:v>44411.0</c:v>
                </c:pt>
                <c:pt idx="66">
                  <c:v>44412.0</c:v>
                </c:pt>
                <c:pt idx="67">
                  <c:v>44413.0</c:v>
                </c:pt>
                <c:pt idx="68">
                  <c:v>44414.0</c:v>
                </c:pt>
                <c:pt idx="69">
                  <c:v>44417.0</c:v>
                </c:pt>
                <c:pt idx="70">
                  <c:v>44418.0</c:v>
                </c:pt>
                <c:pt idx="71">
                  <c:v>44419.0</c:v>
                </c:pt>
                <c:pt idx="72">
                  <c:v>44420.0</c:v>
                </c:pt>
                <c:pt idx="73">
                  <c:v>44421.0</c:v>
                </c:pt>
                <c:pt idx="74">
                  <c:v>44424.0</c:v>
                </c:pt>
                <c:pt idx="75">
                  <c:v>44425.0</c:v>
                </c:pt>
                <c:pt idx="76">
                  <c:v>44426.0</c:v>
                </c:pt>
                <c:pt idx="77">
                  <c:v>44427.0</c:v>
                </c:pt>
                <c:pt idx="78">
                  <c:v>44428.0</c:v>
                </c:pt>
                <c:pt idx="79">
                  <c:v>44431.0</c:v>
                </c:pt>
                <c:pt idx="80">
                  <c:v>44432.0</c:v>
                </c:pt>
                <c:pt idx="81">
                  <c:v>44433.0</c:v>
                </c:pt>
                <c:pt idx="82">
                  <c:v>44434.0</c:v>
                </c:pt>
                <c:pt idx="83">
                  <c:v>44435.0</c:v>
                </c:pt>
                <c:pt idx="84">
                  <c:v>44438.0</c:v>
                </c:pt>
                <c:pt idx="85">
                  <c:v>44439.0</c:v>
                </c:pt>
                <c:pt idx="86">
                  <c:v>44440.0</c:v>
                </c:pt>
                <c:pt idx="87">
                  <c:v>44441.0</c:v>
                </c:pt>
                <c:pt idx="88">
                  <c:v>44442.0</c:v>
                </c:pt>
                <c:pt idx="89">
                  <c:v>44445.0</c:v>
                </c:pt>
                <c:pt idx="90">
                  <c:v>44447.0</c:v>
                </c:pt>
                <c:pt idx="91">
                  <c:v>44448.0</c:v>
                </c:pt>
                <c:pt idx="92">
                  <c:v>44449.0</c:v>
                </c:pt>
                <c:pt idx="93">
                  <c:v>44452.0</c:v>
                </c:pt>
                <c:pt idx="94">
                  <c:v>44453.0</c:v>
                </c:pt>
                <c:pt idx="95">
                  <c:v>44454.0</c:v>
                </c:pt>
                <c:pt idx="96">
                  <c:v>44455.0</c:v>
                </c:pt>
                <c:pt idx="97">
                  <c:v>44456.0</c:v>
                </c:pt>
                <c:pt idx="98">
                  <c:v>44459.0</c:v>
                </c:pt>
                <c:pt idx="99">
                  <c:v>44460.0</c:v>
                </c:pt>
                <c:pt idx="100">
                  <c:v>44461.0</c:v>
                </c:pt>
                <c:pt idx="101">
                  <c:v>44462.0</c:v>
                </c:pt>
                <c:pt idx="102">
                  <c:v>44463.0</c:v>
                </c:pt>
                <c:pt idx="103">
                  <c:v>44466.0</c:v>
                </c:pt>
                <c:pt idx="104">
                  <c:v>44467.0</c:v>
                </c:pt>
                <c:pt idx="105">
                  <c:v>44468.0</c:v>
                </c:pt>
                <c:pt idx="106">
                  <c:v>44469.0</c:v>
                </c:pt>
                <c:pt idx="107">
                  <c:v>44470.0</c:v>
                </c:pt>
                <c:pt idx="108">
                  <c:v>44473.0</c:v>
                </c:pt>
                <c:pt idx="109">
                  <c:v>44474.0</c:v>
                </c:pt>
                <c:pt idx="110">
                  <c:v>44475.0</c:v>
                </c:pt>
                <c:pt idx="111">
                  <c:v>44476.0</c:v>
                </c:pt>
                <c:pt idx="112">
                  <c:v>44477.0</c:v>
                </c:pt>
                <c:pt idx="113">
                  <c:v>44480.0</c:v>
                </c:pt>
                <c:pt idx="114">
                  <c:v>44482.0</c:v>
                </c:pt>
                <c:pt idx="115">
                  <c:v>44483.0</c:v>
                </c:pt>
                <c:pt idx="116">
                  <c:v>44484.0</c:v>
                </c:pt>
                <c:pt idx="117">
                  <c:v>44487.0</c:v>
                </c:pt>
                <c:pt idx="118">
                  <c:v>44488.0</c:v>
                </c:pt>
                <c:pt idx="119">
                  <c:v>44489.0</c:v>
                </c:pt>
                <c:pt idx="120">
                  <c:v>44490.0</c:v>
                </c:pt>
                <c:pt idx="121">
                  <c:v>44491.0</c:v>
                </c:pt>
                <c:pt idx="122">
                  <c:v>44494.0</c:v>
                </c:pt>
                <c:pt idx="123">
                  <c:v>44495.0</c:v>
                </c:pt>
                <c:pt idx="124">
                  <c:v>44496.0</c:v>
                </c:pt>
                <c:pt idx="125">
                  <c:v>44497.0</c:v>
                </c:pt>
                <c:pt idx="126">
                  <c:v>44498.0</c:v>
                </c:pt>
                <c:pt idx="127">
                  <c:v>44501.0</c:v>
                </c:pt>
                <c:pt idx="128">
                  <c:v>44503.0</c:v>
                </c:pt>
                <c:pt idx="129">
                  <c:v>44504.0</c:v>
                </c:pt>
                <c:pt idx="130">
                  <c:v>44505.0</c:v>
                </c:pt>
                <c:pt idx="131">
                  <c:v>44508.0</c:v>
                </c:pt>
                <c:pt idx="132">
                  <c:v>44509.0</c:v>
                </c:pt>
                <c:pt idx="133">
                  <c:v>44510.0</c:v>
                </c:pt>
                <c:pt idx="134">
                  <c:v>44511.0</c:v>
                </c:pt>
                <c:pt idx="135">
                  <c:v>44512.0</c:v>
                </c:pt>
                <c:pt idx="136">
                  <c:v>44516.0</c:v>
                </c:pt>
                <c:pt idx="137">
                  <c:v>44517.0</c:v>
                </c:pt>
                <c:pt idx="138">
                  <c:v>44518.0</c:v>
                </c:pt>
                <c:pt idx="139">
                  <c:v>44519.0</c:v>
                </c:pt>
                <c:pt idx="140">
                  <c:v>44522.0</c:v>
                </c:pt>
                <c:pt idx="141">
                  <c:v>44523.0</c:v>
                </c:pt>
                <c:pt idx="142">
                  <c:v>44524.0</c:v>
                </c:pt>
                <c:pt idx="143">
                  <c:v>44525.0</c:v>
                </c:pt>
                <c:pt idx="144">
                  <c:v>44526.0</c:v>
                </c:pt>
                <c:pt idx="145">
                  <c:v>44529.0</c:v>
                </c:pt>
                <c:pt idx="146">
                  <c:v>44530.0</c:v>
                </c:pt>
                <c:pt idx="147">
                  <c:v>44531.0</c:v>
                </c:pt>
                <c:pt idx="148">
                  <c:v>44532.0</c:v>
                </c:pt>
                <c:pt idx="149">
                  <c:v>44533.0</c:v>
                </c:pt>
                <c:pt idx="150">
                  <c:v>44536.0</c:v>
                </c:pt>
                <c:pt idx="151">
                  <c:v>44537.0</c:v>
                </c:pt>
                <c:pt idx="152">
                  <c:v>44538.0</c:v>
                </c:pt>
                <c:pt idx="153">
                  <c:v>44539.0</c:v>
                </c:pt>
                <c:pt idx="154">
                  <c:v>44540.0</c:v>
                </c:pt>
                <c:pt idx="155">
                  <c:v>44543.0</c:v>
                </c:pt>
                <c:pt idx="156">
                  <c:v>44544.0</c:v>
                </c:pt>
                <c:pt idx="157">
                  <c:v>44545.0</c:v>
                </c:pt>
                <c:pt idx="158">
                  <c:v>44546.0</c:v>
                </c:pt>
                <c:pt idx="159">
                  <c:v>44547.0</c:v>
                </c:pt>
                <c:pt idx="160">
                  <c:v>44550.0</c:v>
                </c:pt>
                <c:pt idx="161">
                  <c:v>44551.0</c:v>
                </c:pt>
                <c:pt idx="162">
                  <c:v>44552.0</c:v>
                </c:pt>
                <c:pt idx="163">
                  <c:v>44553.0</c:v>
                </c:pt>
                <c:pt idx="164">
                  <c:v>44557.0</c:v>
                </c:pt>
                <c:pt idx="165">
                  <c:v>44558.0</c:v>
                </c:pt>
                <c:pt idx="166">
                  <c:v>44559.0</c:v>
                </c:pt>
                <c:pt idx="167">
                  <c:v>44560.0</c:v>
                </c:pt>
                <c:pt idx="168">
                  <c:v>44564.0</c:v>
                </c:pt>
                <c:pt idx="169">
                  <c:v>44565.0</c:v>
                </c:pt>
                <c:pt idx="170">
                  <c:v>44566.0</c:v>
                </c:pt>
                <c:pt idx="171">
                  <c:v>44567.0</c:v>
                </c:pt>
                <c:pt idx="172">
                  <c:v>44568.0</c:v>
                </c:pt>
                <c:pt idx="173">
                  <c:v>44571.0</c:v>
                </c:pt>
                <c:pt idx="174">
                  <c:v>44572.0</c:v>
                </c:pt>
                <c:pt idx="175">
                  <c:v>44573.0</c:v>
                </c:pt>
                <c:pt idx="176">
                  <c:v>44574.0</c:v>
                </c:pt>
                <c:pt idx="177">
                  <c:v>44575.0</c:v>
                </c:pt>
                <c:pt idx="178">
                  <c:v>44578.0</c:v>
                </c:pt>
                <c:pt idx="179">
                  <c:v>44579.0</c:v>
                </c:pt>
                <c:pt idx="180">
                  <c:v>44580.0</c:v>
                </c:pt>
                <c:pt idx="181">
                  <c:v>44581.0</c:v>
                </c:pt>
                <c:pt idx="182">
                  <c:v>44582.0</c:v>
                </c:pt>
                <c:pt idx="183">
                  <c:v>44585.0</c:v>
                </c:pt>
                <c:pt idx="184">
                  <c:v>44586.0</c:v>
                </c:pt>
                <c:pt idx="185">
                  <c:v>44587.0</c:v>
                </c:pt>
                <c:pt idx="186">
                  <c:v>44588.0</c:v>
                </c:pt>
                <c:pt idx="187">
                  <c:v>44589.0</c:v>
                </c:pt>
                <c:pt idx="188">
                  <c:v>44592.0</c:v>
                </c:pt>
                <c:pt idx="189">
                  <c:v>44593.0</c:v>
                </c:pt>
                <c:pt idx="190">
                  <c:v>44594.0</c:v>
                </c:pt>
                <c:pt idx="191">
                  <c:v>44595.0</c:v>
                </c:pt>
                <c:pt idx="192">
                  <c:v>44596.0</c:v>
                </c:pt>
                <c:pt idx="193">
                  <c:v>44599.0</c:v>
                </c:pt>
                <c:pt idx="194">
                  <c:v>44600.0</c:v>
                </c:pt>
                <c:pt idx="195">
                  <c:v>44601.0</c:v>
                </c:pt>
                <c:pt idx="196">
                  <c:v>44602.0</c:v>
                </c:pt>
                <c:pt idx="197">
                  <c:v>44603.0</c:v>
                </c:pt>
                <c:pt idx="198">
                  <c:v>44606.0</c:v>
                </c:pt>
                <c:pt idx="199">
                  <c:v>44607.0</c:v>
                </c:pt>
                <c:pt idx="200">
                  <c:v>44608.0</c:v>
                </c:pt>
                <c:pt idx="201">
                  <c:v>44609.0</c:v>
                </c:pt>
                <c:pt idx="202">
                  <c:v>44610.0</c:v>
                </c:pt>
                <c:pt idx="203">
                  <c:v>44613.0</c:v>
                </c:pt>
                <c:pt idx="204">
                  <c:v>44614.0</c:v>
                </c:pt>
                <c:pt idx="205">
                  <c:v>44615.0</c:v>
                </c:pt>
                <c:pt idx="206">
                  <c:v>44616.0</c:v>
                </c:pt>
                <c:pt idx="207">
                  <c:v>44617.0</c:v>
                </c:pt>
                <c:pt idx="208">
                  <c:v>44622.0</c:v>
                </c:pt>
                <c:pt idx="209">
                  <c:v>44623.0</c:v>
                </c:pt>
                <c:pt idx="210">
                  <c:v>44624.0</c:v>
                </c:pt>
                <c:pt idx="211">
                  <c:v>44627.0</c:v>
                </c:pt>
                <c:pt idx="212">
                  <c:v>44628.0</c:v>
                </c:pt>
                <c:pt idx="213">
                  <c:v>44629.0</c:v>
                </c:pt>
                <c:pt idx="214">
                  <c:v>44630.0</c:v>
                </c:pt>
                <c:pt idx="215">
                  <c:v>44631.0</c:v>
                </c:pt>
                <c:pt idx="216">
                  <c:v>44634.0</c:v>
                </c:pt>
                <c:pt idx="217">
                  <c:v>44635.0</c:v>
                </c:pt>
                <c:pt idx="218">
                  <c:v>44636.0</c:v>
                </c:pt>
                <c:pt idx="219">
                  <c:v>44637.0</c:v>
                </c:pt>
                <c:pt idx="220">
                  <c:v>44638.0</c:v>
                </c:pt>
                <c:pt idx="221">
                  <c:v>44641.0</c:v>
                </c:pt>
                <c:pt idx="222">
                  <c:v>44642.0</c:v>
                </c:pt>
                <c:pt idx="223">
                  <c:v>44643.0</c:v>
                </c:pt>
                <c:pt idx="224">
                  <c:v>44644.0</c:v>
                </c:pt>
                <c:pt idx="225">
                  <c:v>44645.0</c:v>
                </c:pt>
                <c:pt idx="226">
                  <c:v>44648.0</c:v>
                </c:pt>
                <c:pt idx="227">
                  <c:v>44649.0</c:v>
                </c:pt>
                <c:pt idx="228">
                  <c:v>44650.0</c:v>
                </c:pt>
                <c:pt idx="229">
                  <c:v>44651.0</c:v>
                </c:pt>
                <c:pt idx="230">
                  <c:v>44652.0</c:v>
                </c:pt>
                <c:pt idx="231">
                  <c:v>44655.0</c:v>
                </c:pt>
                <c:pt idx="232">
                  <c:v>44656.0</c:v>
                </c:pt>
                <c:pt idx="233">
                  <c:v>44657.0</c:v>
                </c:pt>
                <c:pt idx="234">
                  <c:v>44658.0</c:v>
                </c:pt>
                <c:pt idx="235">
                  <c:v>44659.0</c:v>
                </c:pt>
                <c:pt idx="236">
                  <c:v>44662.0</c:v>
                </c:pt>
                <c:pt idx="237">
                  <c:v>44663.0</c:v>
                </c:pt>
                <c:pt idx="238">
                  <c:v>44664.0</c:v>
                </c:pt>
                <c:pt idx="239">
                  <c:v>44665.0</c:v>
                </c:pt>
                <c:pt idx="240">
                  <c:v>44669.0</c:v>
                </c:pt>
                <c:pt idx="241">
                  <c:v>44670.0</c:v>
                </c:pt>
                <c:pt idx="242">
                  <c:v>44671.0</c:v>
                </c:pt>
                <c:pt idx="243">
                  <c:v>44673.0</c:v>
                </c:pt>
                <c:pt idx="244">
                  <c:v>44676.0</c:v>
                </c:pt>
                <c:pt idx="245">
                  <c:v>44677.0</c:v>
                </c:pt>
                <c:pt idx="246">
                  <c:v>44678.0</c:v>
                </c:pt>
                <c:pt idx="247">
                  <c:v>44679.0</c:v>
                </c:pt>
                <c:pt idx="248">
                  <c:v>44680.0</c:v>
                </c:pt>
                <c:pt idx="249">
                  <c:v>44683.0</c:v>
                </c:pt>
                <c:pt idx="250">
                  <c:v>44684.0</c:v>
                </c:pt>
                <c:pt idx="251">
                  <c:v>44685.0</c:v>
                </c:pt>
                <c:pt idx="252">
                  <c:v>44686.0</c:v>
                </c:pt>
                <c:pt idx="253">
                  <c:v>44687.0</c:v>
                </c:pt>
                <c:pt idx="254">
                  <c:v>44690.0</c:v>
                </c:pt>
                <c:pt idx="255">
                  <c:v>44691.0</c:v>
                </c:pt>
                <c:pt idx="256">
                  <c:v>44692.0</c:v>
                </c:pt>
                <c:pt idx="257">
                  <c:v>44693.0</c:v>
                </c:pt>
                <c:pt idx="258">
                  <c:v>44694.0</c:v>
                </c:pt>
                <c:pt idx="259">
                  <c:v>44697.0</c:v>
                </c:pt>
                <c:pt idx="260">
                  <c:v>44698.0</c:v>
                </c:pt>
                <c:pt idx="261">
                  <c:v>44699.0</c:v>
                </c:pt>
                <c:pt idx="262">
                  <c:v>44700.0</c:v>
                </c:pt>
                <c:pt idx="263">
                  <c:v>44701.0</c:v>
                </c:pt>
                <c:pt idx="264">
                  <c:v>44704.0</c:v>
                </c:pt>
                <c:pt idx="265">
                  <c:v>44705.0</c:v>
                </c:pt>
                <c:pt idx="266">
                  <c:v>44706.0</c:v>
                </c:pt>
                <c:pt idx="267">
                  <c:v>44707.0</c:v>
                </c:pt>
                <c:pt idx="268">
                  <c:v>44708.0</c:v>
                </c:pt>
                <c:pt idx="269">
                  <c:v>44711.0</c:v>
                </c:pt>
                <c:pt idx="270">
                  <c:v>44712.0</c:v>
                </c:pt>
                <c:pt idx="271">
                  <c:v>44713.0</c:v>
                </c:pt>
                <c:pt idx="272">
                  <c:v>44714.0</c:v>
                </c:pt>
                <c:pt idx="273">
                  <c:v>44715.0</c:v>
                </c:pt>
                <c:pt idx="274">
                  <c:v>44718.0</c:v>
                </c:pt>
                <c:pt idx="275">
                  <c:v>44719.0</c:v>
                </c:pt>
                <c:pt idx="276">
                  <c:v>44720.0</c:v>
                </c:pt>
                <c:pt idx="277">
                  <c:v>44721.0</c:v>
                </c:pt>
                <c:pt idx="278">
                  <c:v>44722.0</c:v>
                </c:pt>
                <c:pt idx="279">
                  <c:v>44725.0</c:v>
                </c:pt>
                <c:pt idx="280">
                  <c:v>44726.0</c:v>
                </c:pt>
                <c:pt idx="281">
                  <c:v>44727.0</c:v>
                </c:pt>
                <c:pt idx="282">
                  <c:v>44729.0</c:v>
                </c:pt>
                <c:pt idx="283">
                  <c:v>44732.0</c:v>
                </c:pt>
                <c:pt idx="284">
                  <c:v>44733.0</c:v>
                </c:pt>
                <c:pt idx="285">
                  <c:v>44734.0</c:v>
                </c:pt>
                <c:pt idx="286">
                  <c:v>44735.0</c:v>
                </c:pt>
                <c:pt idx="287">
                  <c:v>44736.0</c:v>
                </c:pt>
                <c:pt idx="288">
                  <c:v>44739.0</c:v>
                </c:pt>
                <c:pt idx="289">
                  <c:v>44740.0</c:v>
                </c:pt>
                <c:pt idx="290">
                  <c:v>44741.0</c:v>
                </c:pt>
                <c:pt idx="291">
                  <c:v>44742.0</c:v>
                </c:pt>
                <c:pt idx="292">
                  <c:v>44743.0</c:v>
                </c:pt>
                <c:pt idx="293">
                  <c:v>44746.0</c:v>
                </c:pt>
                <c:pt idx="294">
                  <c:v>44747.0</c:v>
                </c:pt>
                <c:pt idx="295">
                  <c:v>44748.0</c:v>
                </c:pt>
                <c:pt idx="296">
                  <c:v>44749.0</c:v>
                </c:pt>
                <c:pt idx="297">
                  <c:v>44750.0</c:v>
                </c:pt>
                <c:pt idx="298">
                  <c:v>44753.0</c:v>
                </c:pt>
                <c:pt idx="299">
                  <c:v>44754.0</c:v>
                </c:pt>
                <c:pt idx="300">
                  <c:v>44755.0</c:v>
                </c:pt>
                <c:pt idx="301">
                  <c:v>44756.0</c:v>
                </c:pt>
                <c:pt idx="302">
                  <c:v>44757.0</c:v>
                </c:pt>
                <c:pt idx="303">
                  <c:v>44760.0</c:v>
                </c:pt>
                <c:pt idx="304">
                  <c:v>44761.0</c:v>
                </c:pt>
                <c:pt idx="305">
                  <c:v>44762.0</c:v>
                </c:pt>
                <c:pt idx="306">
                  <c:v>44763.0</c:v>
                </c:pt>
                <c:pt idx="307">
                  <c:v>44764.0</c:v>
                </c:pt>
                <c:pt idx="308">
                  <c:v>44767.0</c:v>
                </c:pt>
                <c:pt idx="309">
                  <c:v>44768.0</c:v>
                </c:pt>
                <c:pt idx="310">
                  <c:v>44769.0</c:v>
                </c:pt>
                <c:pt idx="311">
                  <c:v>44770.0</c:v>
                </c:pt>
                <c:pt idx="312">
                  <c:v>44771.0</c:v>
                </c:pt>
                <c:pt idx="313">
                  <c:v>44774.0</c:v>
                </c:pt>
                <c:pt idx="314">
                  <c:v>44775.0</c:v>
                </c:pt>
                <c:pt idx="315">
                  <c:v>44776.0</c:v>
                </c:pt>
                <c:pt idx="316">
                  <c:v>44777.0</c:v>
                </c:pt>
                <c:pt idx="317">
                  <c:v>44778.0</c:v>
                </c:pt>
                <c:pt idx="318">
                  <c:v>44781.0</c:v>
                </c:pt>
                <c:pt idx="319">
                  <c:v>44782.0</c:v>
                </c:pt>
                <c:pt idx="320">
                  <c:v>44783.0</c:v>
                </c:pt>
                <c:pt idx="321">
                  <c:v>44784.0</c:v>
                </c:pt>
                <c:pt idx="322">
                  <c:v>44785.0</c:v>
                </c:pt>
                <c:pt idx="323">
                  <c:v>44788.0</c:v>
                </c:pt>
                <c:pt idx="324">
                  <c:v>44789.0</c:v>
                </c:pt>
                <c:pt idx="325">
                  <c:v>44790.0</c:v>
                </c:pt>
                <c:pt idx="326">
                  <c:v>44791.0</c:v>
                </c:pt>
                <c:pt idx="327">
                  <c:v>44792.0</c:v>
                </c:pt>
                <c:pt idx="328">
                  <c:v>44795.0</c:v>
                </c:pt>
                <c:pt idx="329">
                  <c:v>44796.0</c:v>
                </c:pt>
                <c:pt idx="330">
                  <c:v>44797.0</c:v>
                </c:pt>
                <c:pt idx="331">
                  <c:v>44798.0</c:v>
                </c:pt>
                <c:pt idx="332">
                  <c:v>44799.0</c:v>
                </c:pt>
                <c:pt idx="333">
                  <c:v>44802.0</c:v>
                </c:pt>
                <c:pt idx="334">
                  <c:v>44803.0</c:v>
                </c:pt>
                <c:pt idx="335">
                  <c:v>44804.0</c:v>
                </c:pt>
                <c:pt idx="336">
                  <c:v>44805.0</c:v>
                </c:pt>
                <c:pt idx="337">
                  <c:v>44806.0</c:v>
                </c:pt>
                <c:pt idx="338">
                  <c:v>44809.0</c:v>
                </c:pt>
                <c:pt idx="339">
                  <c:v>44810.0</c:v>
                </c:pt>
                <c:pt idx="340">
                  <c:v>44812.0</c:v>
                </c:pt>
                <c:pt idx="341">
                  <c:v>44813.0</c:v>
                </c:pt>
                <c:pt idx="342">
                  <c:v>44816.0</c:v>
                </c:pt>
                <c:pt idx="343">
                  <c:v>44817.0</c:v>
                </c:pt>
                <c:pt idx="344">
                  <c:v>44818.0</c:v>
                </c:pt>
                <c:pt idx="345">
                  <c:v>44819.0</c:v>
                </c:pt>
                <c:pt idx="346">
                  <c:v>44820.0</c:v>
                </c:pt>
                <c:pt idx="347">
                  <c:v>44823.0</c:v>
                </c:pt>
                <c:pt idx="348">
                  <c:v>44824.0</c:v>
                </c:pt>
                <c:pt idx="349">
                  <c:v>44825.0</c:v>
                </c:pt>
                <c:pt idx="350">
                  <c:v>44826.0</c:v>
                </c:pt>
                <c:pt idx="351">
                  <c:v>44827.0</c:v>
                </c:pt>
                <c:pt idx="352">
                  <c:v>44830.0</c:v>
                </c:pt>
                <c:pt idx="353">
                  <c:v>44831.0</c:v>
                </c:pt>
                <c:pt idx="354">
                  <c:v>44832.0</c:v>
                </c:pt>
                <c:pt idx="355">
                  <c:v>44833.0</c:v>
                </c:pt>
                <c:pt idx="356">
                  <c:v>44834.0</c:v>
                </c:pt>
                <c:pt idx="357">
                  <c:v>44837.0</c:v>
                </c:pt>
                <c:pt idx="358">
                  <c:v>44838.0</c:v>
                </c:pt>
                <c:pt idx="359">
                  <c:v>44839.0</c:v>
                </c:pt>
                <c:pt idx="360">
                  <c:v>44840.0</c:v>
                </c:pt>
                <c:pt idx="361">
                  <c:v>44841.0</c:v>
                </c:pt>
                <c:pt idx="362">
                  <c:v>44844.0</c:v>
                </c:pt>
                <c:pt idx="363">
                  <c:v>44845.0</c:v>
                </c:pt>
                <c:pt idx="364">
                  <c:v>44847.0</c:v>
                </c:pt>
                <c:pt idx="365">
                  <c:v>44848.0</c:v>
                </c:pt>
                <c:pt idx="366">
                  <c:v>44851.0</c:v>
                </c:pt>
                <c:pt idx="367">
                  <c:v>44852.0</c:v>
                </c:pt>
                <c:pt idx="368">
                  <c:v>44853.0</c:v>
                </c:pt>
                <c:pt idx="369">
                  <c:v>44854.0</c:v>
                </c:pt>
                <c:pt idx="370">
                  <c:v>44855.0</c:v>
                </c:pt>
                <c:pt idx="371">
                  <c:v>44858.0</c:v>
                </c:pt>
                <c:pt idx="372">
                  <c:v>44859.0</c:v>
                </c:pt>
                <c:pt idx="373">
                  <c:v>44860.0</c:v>
                </c:pt>
                <c:pt idx="374">
                  <c:v>44861.0</c:v>
                </c:pt>
                <c:pt idx="375">
                  <c:v>44862.0</c:v>
                </c:pt>
                <c:pt idx="376">
                  <c:v>44865.0</c:v>
                </c:pt>
                <c:pt idx="377">
                  <c:v>44866.0</c:v>
                </c:pt>
                <c:pt idx="378">
                  <c:v>44868.0</c:v>
                </c:pt>
                <c:pt idx="379">
                  <c:v>44869.0</c:v>
                </c:pt>
                <c:pt idx="380">
                  <c:v>44872.0</c:v>
                </c:pt>
                <c:pt idx="381">
                  <c:v>44873.0</c:v>
                </c:pt>
                <c:pt idx="382">
                  <c:v>44874.0</c:v>
                </c:pt>
                <c:pt idx="383">
                  <c:v>44875.0</c:v>
                </c:pt>
                <c:pt idx="384">
                  <c:v>44876.0</c:v>
                </c:pt>
                <c:pt idx="385">
                  <c:v>44879.0</c:v>
                </c:pt>
                <c:pt idx="386">
                  <c:v>44881.0</c:v>
                </c:pt>
                <c:pt idx="387">
                  <c:v>44882.0</c:v>
                </c:pt>
                <c:pt idx="388">
                  <c:v>44883.0</c:v>
                </c:pt>
                <c:pt idx="389">
                  <c:v>44886.0</c:v>
                </c:pt>
                <c:pt idx="390">
                  <c:v>44887.0</c:v>
                </c:pt>
                <c:pt idx="391">
                  <c:v>44888.0</c:v>
                </c:pt>
                <c:pt idx="392">
                  <c:v>44889.0</c:v>
                </c:pt>
                <c:pt idx="393">
                  <c:v>44890.0</c:v>
                </c:pt>
                <c:pt idx="394">
                  <c:v>44893.0</c:v>
                </c:pt>
                <c:pt idx="395">
                  <c:v>44894.0</c:v>
                </c:pt>
                <c:pt idx="396">
                  <c:v>44895.0</c:v>
                </c:pt>
                <c:pt idx="397">
                  <c:v>44896.0</c:v>
                </c:pt>
                <c:pt idx="398">
                  <c:v>44897.0</c:v>
                </c:pt>
                <c:pt idx="399">
                  <c:v>44900.0</c:v>
                </c:pt>
                <c:pt idx="400">
                  <c:v>44901.0</c:v>
                </c:pt>
                <c:pt idx="401">
                  <c:v>44902.0</c:v>
                </c:pt>
                <c:pt idx="402">
                  <c:v>44903.0</c:v>
                </c:pt>
                <c:pt idx="403">
                  <c:v>44904.0</c:v>
                </c:pt>
                <c:pt idx="404">
                  <c:v>44907.0</c:v>
                </c:pt>
                <c:pt idx="405">
                  <c:v>44908.0</c:v>
                </c:pt>
                <c:pt idx="406">
                  <c:v>44909.0</c:v>
                </c:pt>
                <c:pt idx="407">
                  <c:v>44910.0</c:v>
                </c:pt>
                <c:pt idx="408">
                  <c:v>44911.0</c:v>
                </c:pt>
                <c:pt idx="409">
                  <c:v>44914.0</c:v>
                </c:pt>
                <c:pt idx="410">
                  <c:v>44915.0</c:v>
                </c:pt>
                <c:pt idx="411">
                  <c:v>44916.0</c:v>
                </c:pt>
                <c:pt idx="412">
                  <c:v>44917.0</c:v>
                </c:pt>
                <c:pt idx="413">
                  <c:v>44918.0</c:v>
                </c:pt>
                <c:pt idx="414">
                  <c:v>44921.0</c:v>
                </c:pt>
                <c:pt idx="415">
                  <c:v>44922.0</c:v>
                </c:pt>
                <c:pt idx="416">
                  <c:v>44923.0</c:v>
                </c:pt>
                <c:pt idx="417">
                  <c:v>44924.0</c:v>
                </c:pt>
                <c:pt idx="418">
                  <c:v>44928.0</c:v>
                </c:pt>
                <c:pt idx="419">
                  <c:v>44929.0</c:v>
                </c:pt>
                <c:pt idx="420">
                  <c:v>44930.0</c:v>
                </c:pt>
                <c:pt idx="421">
                  <c:v>44931.0</c:v>
                </c:pt>
                <c:pt idx="422">
                  <c:v>44932.0</c:v>
                </c:pt>
                <c:pt idx="423">
                  <c:v>44935.0</c:v>
                </c:pt>
                <c:pt idx="424">
                  <c:v>44936.0</c:v>
                </c:pt>
                <c:pt idx="425">
                  <c:v>44937.0</c:v>
                </c:pt>
                <c:pt idx="426">
                  <c:v>44938.0</c:v>
                </c:pt>
                <c:pt idx="427">
                  <c:v>44939.0</c:v>
                </c:pt>
                <c:pt idx="428">
                  <c:v>44942.0</c:v>
                </c:pt>
                <c:pt idx="429">
                  <c:v>44943.0</c:v>
                </c:pt>
                <c:pt idx="430">
                  <c:v>44944.0</c:v>
                </c:pt>
                <c:pt idx="431">
                  <c:v>44945.0</c:v>
                </c:pt>
                <c:pt idx="432">
                  <c:v>44946.0</c:v>
                </c:pt>
                <c:pt idx="433">
                  <c:v>44949.0</c:v>
                </c:pt>
                <c:pt idx="434">
                  <c:v>44950.0</c:v>
                </c:pt>
                <c:pt idx="435">
                  <c:v>44951.0</c:v>
                </c:pt>
                <c:pt idx="436">
                  <c:v>44952.0</c:v>
                </c:pt>
                <c:pt idx="437">
                  <c:v>44953.0</c:v>
                </c:pt>
                <c:pt idx="438">
                  <c:v>44956.0</c:v>
                </c:pt>
                <c:pt idx="439">
                  <c:v>44957.0</c:v>
                </c:pt>
                <c:pt idx="440">
                  <c:v>44958.0</c:v>
                </c:pt>
                <c:pt idx="441">
                  <c:v>44959.0</c:v>
                </c:pt>
                <c:pt idx="442">
                  <c:v>44960.0</c:v>
                </c:pt>
                <c:pt idx="443">
                  <c:v>44963.0</c:v>
                </c:pt>
                <c:pt idx="444">
                  <c:v>44964.0</c:v>
                </c:pt>
                <c:pt idx="445">
                  <c:v>44965.0</c:v>
                </c:pt>
                <c:pt idx="446">
                  <c:v>44966.0</c:v>
                </c:pt>
                <c:pt idx="447">
                  <c:v>44967.0</c:v>
                </c:pt>
                <c:pt idx="448">
                  <c:v>44970.0</c:v>
                </c:pt>
                <c:pt idx="449">
                  <c:v>44971.0</c:v>
                </c:pt>
                <c:pt idx="450">
                  <c:v>44972.0</c:v>
                </c:pt>
                <c:pt idx="451">
                  <c:v>44973.0</c:v>
                </c:pt>
                <c:pt idx="452">
                  <c:v>44974.0</c:v>
                </c:pt>
                <c:pt idx="453">
                  <c:v>44979.0</c:v>
                </c:pt>
                <c:pt idx="454">
                  <c:v>44980.0</c:v>
                </c:pt>
                <c:pt idx="455">
                  <c:v>44981.0</c:v>
                </c:pt>
                <c:pt idx="456">
                  <c:v>44984.0</c:v>
                </c:pt>
                <c:pt idx="457">
                  <c:v>44985.0</c:v>
                </c:pt>
                <c:pt idx="458">
                  <c:v>44986.0</c:v>
                </c:pt>
                <c:pt idx="459">
                  <c:v>44987.0</c:v>
                </c:pt>
                <c:pt idx="460">
                  <c:v>44988.0</c:v>
                </c:pt>
                <c:pt idx="461">
                  <c:v>44991.0</c:v>
                </c:pt>
                <c:pt idx="462">
                  <c:v>44992.0</c:v>
                </c:pt>
                <c:pt idx="463">
                  <c:v>44993.0</c:v>
                </c:pt>
                <c:pt idx="464">
                  <c:v>44994.0</c:v>
                </c:pt>
                <c:pt idx="465">
                  <c:v>44995.0</c:v>
                </c:pt>
                <c:pt idx="466">
                  <c:v>44998.0</c:v>
                </c:pt>
                <c:pt idx="467">
                  <c:v>44999.0</c:v>
                </c:pt>
                <c:pt idx="468">
                  <c:v>45000.0</c:v>
                </c:pt>
                <c:pt idx="469">
                  <c:v>45001.0</c:v>
                </c:pt>
                <c:pt idx="470">
                  <c:v>45002.0</c:v>
                </c:pt>
                <c:pt idx="471">
                  <c:v>45005.0</c:v>
                </c:pt>
                <c:pt idx="472">
                  <c:v>45006.0</c:v>
                </c:pt>
                <c:pt idx="473">
                  <c:v>45007.0</c:v>
                </c:pt>
                <c:pt idx="474">
                  <c:v>45008.0</c:v>
                </c:pt>
                <c:pt idx="475">
                  <c:v>45009.0</c:v>
                </c:pt>
                <c:pt idx="476">
                  <c:v>45012.0</c:v>
                </c:pt>
                <c:pt idx="477">
                  <c:v>45013.0</c:v>
                </c:pt>
                <c:pt idx="478">
                  <c:v>45014.0</c:v>
                </c:pt>
                <c:pt idx="479">
                  <c:v>45015.0</c:v>
                </c:pt>
                <c:pt idx="480">
                  <c:v>45016.0</c:v>
                </c:pt>
                <c:pt idx="481">
                  <c:v>45019.0</c:v>
                </c:pt>
                <c:pt idx="482">
                  <c:v>45020.0</c:v>
                </c:pt>
                <c:pt idx="483">
                  <c:v>45021.0</c:v>
                </c:pt>
                <c:pt idx="484">
                  <c:v>45022.0</c:v>
                </c:pt>
                <c:pt idx="485">
                  <c:v>45026.0</c:v>
                </c:pt>
                <c:pt idx="486">
                  <c:v>45027.0</c:v>
                </c:pt>
                <c:pt idx="487">
                  <c:v>45028.0</c:v>
                </c:pt>
                <c:pt idx="488">
                  <c:v>45029.0</c:v>
                </c:pt>
                <c:pt idx="489">
                  <c:v>45030.0</c:v>
                </c:pt>
                <c:pt idx="490">
                  <c:v>45033.0</c:v>
                </c:pt>
                <c:pt idx="491">
                  <c:v>45034.0</c:v>
                </c:pt>
                <c:pt idx="492">
                  <c:v>45035.0</c:v>
                </c:pt>
                <c:pt idx="493">
                  <c:v>45036.0</c:v>
                </c:pt>
                <c:pt idx="494">
                  <c:v>45040.0</c:v>
                </c:pt>
                <c:pt idx="495">
                  <c:v>45041.0</c:v>
                </c:pt>
                <c:pt idx="496">
                  <c:v>45042.0</c:v>
                </c:pt>
                <c:pt idx="497">
                  <c:v>45043.0</c:v>
                </c:pt>
                <c:pt idx="498">
                  <c:v>45044.0</c:v>
                </c:pt>
                <c:pt idx="499">
                  <c:v>45048.0</c:v>
                </c:pt>
                <c:pt idx="500">
                  <c:v>45049.0</c:v>
                </c:pt>
                <c:pt idx="501">
                  <c:v>45050.0</c:v>
                </c:pt>
                <c:pt idx="502">
                  <c:v>45051.0</c:v>
                </c:pt>
                <c:pt idx="503">
                  <c:v>45054.0</c:v>
                </c:pt>
                <c:pt idx="504">
                  <c:v>45055.0</c:v>
                </c:pt>
                <c:pt idx="505">
                  <c:v>45056.0</c:v>
                </c:pt>
                <c:pt idx="506">
                  <c:v>45057.0</c:v>
                </c:pt>
                <c:pt idx="507">
                  <c:v>45058.0</c:v>
                </c:pt>
                <c:pt idx="508">
                  <c:v>45061.0</c:v>
                </c:pt>
                <c:pt idx="509">
                  <c:v>45062.0</c:v>
                </c:pt>
                <c:pt idx="510">
                  <c:v>45063.0</c:v>
                </c:pt>
                <c:pt idx="511">
                  <c:v>45064.0</c:v>
                </c:pt>
                <c:pt idx="512">
                  <c:v>45065.0</c:v>
                </c:pt>
                <c:pt idx="513">
                  <c:v>45068.0</c:v>
                </c:pt>
                <c:pt idx="514">
                  <c:v>45069.0</c:v>
                </c:pt>
                <c:pt idx="515">
                  <c:v>45070.0</c:v>
                </c:pt>
                <c:pt idx="516">
                  <c:v>45071.0</c:v>
                </c:pt>
                <c:pt idx="517">
                  <c:v>45072.0</c:v>
                </c:pt>
                <c:pt idx="518">
                  <c:v>45075.0</c:v>
                </c:pt>
                <c:pt idx="519">
                  <c:v>45076.0</c:v>
                </c:pt>
                <c:pt idx="520">
                  <c:v>45077.0</c:v>
                </c:pt>
                <c:pt idx="521">
                  <c:v>45078.0</c:v>
                </c:pt>
                <c:pt idx="522">
                  <c:v>45079.0</c:v>
                </c:pt>
                <c:pt idx="523">
                  <c:v>45082.0</c:v>
                </c:pt>
                <c:pt idx="524">
                  <c:v>45083.0</c:v>
                </c:pt>
                <c:pt idx="525">
                  <c:v>45084.0</c:v>
                </c:pt>
                <c:pt idx="526">
                  <c:v>45086.0</c:v>
                </c:pt>
                <c:pt idx="527">
                  <c:v>45089.0</c:v>
                </c:pt>
                <c:pt idx="528">
                  <c:v>45090.0</c:v>
                </c:pt>
                <c:pt idx="529">
                  <c:v>45091.0</c:v>
                </c:pt>
                <c:pt idx="530">
                  <c:v>45092.0</c:v>
                </c:pt>
                <c:pt idx="531">
                  <c:v>45093.0</c:v>
                </c:pt>
                <c:pt idx="532">
                  <c:v>45096.0</c:v>
                </c:pt>
                <c:pt idx="533">
                  <c:v>45097.0</c:v>
                </c:pt>
                <c:pt idx="534">
                  <c:v>45098.0</c:v>
                </c:pt>
                <c:pt idx="535">
                  <c:v>45099.0</c:v>
                </c:pt>
                <c:pt idx="536">
                  <c:v>45100.0</c:v>
                </c:pt>
                <c:pt idx="537">
                  <c:v>45103.0</c:v>
                </c:pt>
                <c:pt idx="538">
                  <c:v>45104.0</c:v>
                </c:pt>
                <c:pt idx="539">
                  <c:v>45105.0</c:v>
                </c:pt>
                <c:pt idx="540">
                  <c:v>45106.0</c:v>
                </c:pt>
                <c:pt idx="541">
                  <c:v>45107.0</c:v>
                </c:pt>
                <c:pt idx="542">
                  <c:v>45110.0</c:v>
                </c:pt>
                <c:pt idx="543">
                  <c:v>45111.0</c:v>
                </c:pt>
                <c:pt idx="544">
                  <c:v>45112.0</c:v>
                </c:pt>
                <c:pt idx="545">
                  <c:v>45113.0</c:v>
                </c:pt>
                <c:pt idx="546">
                  <c:v>45114.0</c:v>
                </c:pt>
                <c:pt idx="547">
                  <c:v>45117.0</c:v>
                </c:pt>
                <c:pt idx="548">
                  <c:v>45118.0</c:v>
                </c:pt>
                <c:pt idx="549">
                  <c:v>45119.0</c:v>
                </c:pt>
                <c:pt idx="550">
                  <c:v>45120.0</c:v>
                </c:pt>
                <c:pt idx="551">
                  <c:v>45121.0</c:v>
                </c:pt>
                <c:pt idx="552">
                  <c:v>45124.0</c:v>
                </c:pt>
                <c:pt idx="553">
                  <c:v>45125.0</c:v>
                </c:pt>
                <c:pt idx="554">
                  <c:v>45126.0</c:v>
                </c:pt>
                <c:pt idx="555">
                  <c:v>45127.0</c:v>
                </c:pt>
                <c:pt idx="556">
                  <c:v>45128.0</c:v>
                </c:pt>
                <c:pt idx="557">
                  <c:v>45131.0</c:v>
                </c:pt>
                <c:pt idx="558">
                  <c:v>45132.0</c:v>
                </c:pt>
                <c:pt idx="559">
                  <c:v>45133.0</c:v>
                </c:pt>
                <c:pt idx="560">
                  <c:v>45134.0</c:v>
                </c:pt>
                <c:pt idx="561">
                  <c:v>45135.0</c:v>
                </c:pt>
                <c:pt idx="562">
                  <c:v>45138.0</c:v>
                </c:pt>
                <c:pt idx="563">
                  <c:v>45139.0</c:v>
                </c:pt>
                <c:pt idx="564">
                  <c:v>45140.0</c:v>
                </c:pt>
                <c:pt idx="565">
                  <c:v>45141.0</c:v>
                </c:pt>
                <c:pt idx="566">
                  <c:v>45142.0</c:v>
                </c:pt>
                <c:pt idx="567">
                  <c:v>45145.0</c:v>
                </c:pt>
                <c:pt idx="568">
                  <c:v>45146.0</c:v>
                </c:pt>
                <c:pt idx="569">
                  <c:v>45147.0</c:v>
                </c:pt>
                <c:pt idx="570">
                  <c:v>45148.0</c:v>
                </c:pt>
                <c:pt idx="571">
                  <c:v>45149.0</c:v>
                </c:pt>
                <c:pt idx="572">
                  <c:v>45152.0</c:v>
                </c:pt>
                <c:pt idx="573">
                  <c:v>45153.0</c:v>
                </c:pt>
                <c:pt idx="574">
                  <c:v>45154.0</c:v>
                </c:pt>
                <c:pt idx="575">
                  <c:v>45155.0</c:v>
                </c:pt>
                <c:pt idx="576">
                  <c:v>45156.0</c:v>
                </c:pt>
                <c:pt idx="577">
                  <c:v>45159.0</c:v>
                </c:pt>
                <c:pt idx="578">
                  <c:v>45160.0</c:v>
                </c:pt>
                <c:pt idx="579">
                  <c:v>45161.0</c:v>
                </c:pt>
                <c:pt idx="580">
                  <c:v>45162.0</c:v>
                </c:pt>
                <c:pt idx="581">
                  <c:v>45163.0</c:v>
                </c:pt>
                <c:pt idx="582">
                  <c:v>45166.0</c:v>
                </c:pt>
                <c:pt idx="583">
                  <c:v>45167.0</c:v>
                </c:pt>
                <c:pt idx="584">
                  <c:v>45168.0</c:v>
                </c:pt>
                <c:pt idx="585">
                  <c:v>45169.0</c:v>
                </c:pt>
                <c:pt idx="586">
                  <c:v>45170.0</c:v>
                </c:pt>
                <c:pt idx="587">
                  <c:v>45173.0</c:v>
                </c:pt>
                <c:pt idx="588">
                  <c:v>45174.0</c:v>
                </c:pt>
                <c:pt idx="589">
                  <c:v>45175.0</c:v>
                </c:pt>
                <c:pt idx="590">
                  <c:v>45177.0</c:v>
                </c:pt>
                <c:pt idx="591">
                  <c:v>45180.0</c:v>
                </c:pt>
                <c:pt idx="592">
                  <c:v>45181.0</c:v>
                </c:pt>
                <c:pt idx="593">
                  <c:v>45182.0</c:v>
                </c:pt>
                <c:pt idx="594">
                  <c:v>45183.0</c:v>
                </c:pt>
                <c:pt idx="595">
                  <c:v>45184.0</c:v>
                </c:pt>
                <c:pt idx="596">
                  <c:v>45187.0</c:v>
                </c:pt>
                <c:pt idx="597">
                  <c:v>45188.0</c:v>
                </c:pt>
                <c:pt idx="598">
                  <c:v>45189.0</c:v>
                </c:pt>
                <c:pt idx="599">
                  <c:v>45190.0</c:v>
                </c:pt>
                <c:pt idx="600">
                  <c:v>45191.0</c:v>
                </c:pt>
                <c:pt idx="601">
                  <c:v>45194.0</c:v>
                </c:pt>
                <c:pt idx="602">
                  <c:v>45195.0</c:v>
                </c:pt>
                <c:pt idx="603">
                  <c:v>45196.0</c:v>
                </c:pt>
                <c:pt idx="604">
                  <c:v>45197.0</c:v>
                </c:pt>
                <c:pt idx="605">
                  <c:v>45198.0</c:v>
                </c:pt>
                <c:pt idx="606">
                  <c:v>45201.0</c:v>
                </c:pt>
                <c:pt idx="607">
                  <c:v>45202.0</c:v>
                </c:pt>
                <c:pt idx="608">
                  <c:v>45203.0</c:v>
                </c:pt>
                <c:pt idx="609">
                  <c:v>45204.0</c:v>
                </c:pt>
                <c:pt idx="610">
                  <c:v>45205.0</c:v>
                </c:pt>
                <c:pt idx="611">
                  <c:v>45208.0</c:v>
                </c:pt>
                <c:pt idx="612">
                  <c:v>45209.0</c:v>
                </c:pt>
                <c:pt idx="613">
                  <c:v>45210.0</c:v>
                </c:pt>
                <c:pt idx="614">
                  <c:v>45212.0</c:v>
                </c:pt>
                <c:pt idx="615">
                  <c:v>45215.0</c:v>
                </c:pt>
                <c:pt idx="616">
                  <c:v>45216.0</c:v>
                </c:pt>
                <c:pt idx="617">
                  <c:v>45217.0</c:v>
                </c:pt>
                <c:pt idx="618">
                  <c:v>45218.0</c:v>
                </c:pt>
                <c:pt idx="619">
                  <c:v>45219.0</c:v>
                </c:pt>
                <c:pt idx="620">
                  <c:v>45222.0</c:v>
                </c:pt>
                <c:pt idx="621">
                  <c:v>45223.0</c:v>
                </c:pt>
                <c:pt idx="622">
                  <c:v>45224.0</c:v>
                </c:pt>
                <c:pt idx="623">
                  <c:v>45225.0</c:v>
                </c:pt>
                <c:pt idx="624">
                  <c:v>45226.0</c:v>
                </c:pt>
                <c:pt idx="625">
                  <c:v>45229.0</c:v>
                </c:pt>
                <c:pt idx="626">
                  <c:v>45230.0</c:v>
                </c:pt>
                <c:pt idx="627">
                  <c:v>45231.0</c:v>
                </c:pt>
                <c:pt idx="628">
                  <c:v>45233.0</c:v>
                </c:pt>
                <c:pt idx="629">
                  <c:v>45236.0</c:v>
                </c:pt>
                <c:pt idx="630">
                  <c:v>45237.0</c:v>
                </c:pt>
                <c:pt idx="631">
                  <c:v>45238.0</c:v>
                </c:pt>
                <c:pt idx="632">
                  <c:v>45239.0</c:v>
                </c:pt>
                <c:pt idx="633">
                  <c:v>45240.0</c:v>
                </c:pt>
                <c:pt idx="634">
                  <c:v>45243.0</c:v>
                </c:pt>
                <c:pt idx="635">
                  <c:v>45244.0</c:v>
                </c:pt>
                <c:pt idx="636">
                  <c:v>45246.0</c:v>
                </c:pt>
                <c:pt idx="637">
                  <c:v>45247.0</c:v>
                </c:pt>
                <c:pt idx="638">
                  <c:v>45250.0</c:v>
                </c:pt>
                <c:pt idx="639">
                  <c:v>45251.0</c:v>
                </c:pt>
                <c:pt idx="640">
                  <c:v>45252.0</c:v>
                </c:pt>
                <c:pt idx="641">
                  <c:v>45253.0</c:v>
                </c:pt>
                <c:pt idx="642">
                  <c:v>45254.0</c:v>
                </c:pt>
                <c:pt idx="643">
                  <c:v>45257.0</c:v>
                </c:pt>
                <c:pt idx="644">
                  <c:v>45258.0</c:v>
                </c:pt>
                <c:pt idx="645">
                  <c:v>45259.0</c:v>
                </c:pt>
                <c:pt idx="646">
                  <c:v>45260.0</c:v>
                </c:pt>
                <c:pt idx="647">
                  <c:v>45261.0</c:v>
                </c:pt>
                <c:pt idx="648">
                  <c:v>45264.0</c:v>
                </c:pt>
                <c:pt idx="649">
                  <c:v>45265.0</c:v>
                </c:pt>
                <c:pt idx="650">
                  <c:v>45266.0</c:v>
                </c:pt>
                <c:pt idx="651">
                  <c:v>45267.0</c:v>
                </c:pt>
                <c:pt idx="652">
                  <c:v>45268.0</c:v>
                </c:pt>
                <c:pt idx="653">
                  <c:v>45271.0</c:v>
                </c:pt>
                <c:pt idx="654">
                  <c:v>45272.0</c:v>
                </c:pt>
                <c:pt idx="655">
                  <c:v>45273.0</c:v>
                </c:pt>
                <c:pt idx="656">
                  <c:v>45274.0</c:v>
                </c:pt>
                <c:pt idx="657">
                  <c:v>45275.0</c:v>
                </c:pt>
                <c:pt idx="658">
                  <c:v>45278.0</c:v>
                </c:pt>
                <c:pt idx="659">
                  <c:v>45279.0</c:v>
                </c:pt>
                <c:pt idx="660">
                  <c:v>45280.0</c:v>
                </c:pt>
                <c:pt idx="661">
                  <c:v>45281.0</c:v>
                </c:pt>
                <c:pt idx="662">
                  <c:v>45282.0</c:v>
                </c:pt>
                <c:pt idx="663">
                  <c:v>45286.0</c:v>
                </c:pt>
                <c:pt idx="664">
                  <c:v>45287.0</c:v>
                </c:pt>
                <c:pt idx="665">
                  <c:v>45288.0</c:v>
                </c:pt>
                <c:pt idx="666">
                  <c:v>45293.0</c:v>
                </c:pt>
                <c:pt idx="667">
                  <c:v>45294.0</c:v>
                </c:pt>
                <c:pt idx="668">
                  <c:v>45295.0</c:v>
                </c:pt>
                <c:pt idx="669">
                  <c:v>45296.0</c:v>
                </c:pt>
                <c:pt idx="670">
                  <c:v>45299.0</c:v>
                </c:pt>
                <c:pt idx="671">
                  <c:v>45300.0</c:v>
                </c:pt>
                <c:pt idx="672">
                  <c:v>45301.0</c:v>
                </c:pt>
                <c:pt idx="673">
                  <c:v>45302.0</c:v>
                </c:pt>
                <c:pt idx="674">
                  <c:v>45303.0</c:v>
                </c:pt>
                <c:pt idx="675">
                  <c:v>45306.0</c:v>
                </c:pt>
                <c:pt idx="676">
                  <c:v>45307.0</c:v>
                </c:pt>
                <c:pt idx="677">
                  <c:v>45308.0</c:v>
                </c:pt>
                <c:pt idx="678">
                  <c:v>45309.0</c:v>
                </c:pt>
                <c:pt idx="679">
                  <c:v>45310.0</c:v>
                </c:pt>
                <c:pt idx="680">
                  <c:v>45313.0</c:v>
                </c:pt>
                <c:pt idx="681">
                  <c:v>45314.0</c:v>
                </c:pt>
                <c:pt idx="682">
                  <c:v>45315.0</c:v>
                </c:pt>
                <c:pt idx="683">
                  <c:v>45316.0</c:v>
                </c:pt>
                <c:pt idx="684">
                  <c:v>45317.0</c:v>
                </c:pt>
                <c:pt idx="685">
                  <c:v>45320.0</c:v>
                </c:pt>
                <c:pt idx="686">
                  <c:v>45321.0</c:v>
                </c:pt>
                <c:pt idx="687">
                  <c:v>45322.0</c:v>
                </c:pt>
                <c:pt idx="688">
                  <c:v>45323.0</c:v>
                </c:pt>
                <c:pt idx="689">
                  <c:v>45324.0</c:v>
                </c:pt>
                <c:pt idx="690">
                  <c:v>45327.0</c:v>
                </c:pt>
                <c:pt idx="691">
                  <c:v>45328.0</c:v>
                </c:pt>
                <c:pt idx="692">
                  <c:v>45329.0</c:v>
                </c:pt>
                <c:pt idx="693">
                  <c:v>45330.0</c:v>
                </c:pt>
                <c:pt idx="694">
                  <c:v>45331.0</c:v>
                </c:pt>
                <c:pt idx="695">
                  <c:v>45336.0</c:v>
                </c:pt>
                <c:pt idx="696">
                  <c:v>45337.0</c:v>
                </c:pt>
                <c:pt idx="697">
                  <c:v>45338.0</c:v>
                </c:pt>
                <c:pt idx="698">
                  <c:v>45341.0</c:v>
                </c:pt>
                <c:pt idx="699">
                  <c:v>45342.0</c:v>
                </c:pt>
                <c:pt idx="700">
                  <c:v>45343.0</c:v>
                </c:pt>
                <c:pt idx="701">
                  <c:v>45344.0</c:v>
                </c:pt>
                <c:pt idx="702">
                  <c:v>45345.0</c:v>
                </c:pt>
                <c:pt idx="703">
                  <c:v>45348.0</c:v>
                </c:pt>
                <c:pt idx="704">
                  <c:v>45349.0</c:v>
                </c:pt>
                <c:pt idx="705">
                  <c:v>45350.0</c:v>
                </c:pt>
                <c:pt idx="706">
                  <c:v>45351.0</c:v>
                </c:pt>
                <c:pt idx="707">
                  <c:v>45352.0</c:v>
                </c:pt>
                <c:pt idx="708">
                  <c:v>45355.0</c:v>
                </c:pt>
                <c:pt idx="709">
                  <c:v>45356.0</c:v>
                </c:pt>
                <c:pt idx="710">
                  <c:v>45357.0</c:v>
                </c:pt>
                <c:pt idx="711">
                  <c:v>45358.0</c:v>
                </c:pt>
                <c:pt idx="712">
                  <c:v>45359.0</c:v>
                </c:pt>
                <c:pt idx="713">
                  <c:v>45362.0</c:v>
                </c:pt>
                <c:pt idx="714">
                  <c:v>45363.0</c:v>
                </c:pt>
                <c:pt idx="715">
                  <c:v>45364.0</c:v>
                </c:pt>
                <c:pt idx="716">
                  <c:v>45365.0</c:v>
                </c:pt>
                <c:pt idx="717">
                  <c:v>45366.0</c:v>
                </c:pt>
                <c:pt idx="718">
                  <c:v>45369.0</c:v>
                </c:pt>
                <c:pt idx="719">
                  <c:v>45370.0</c:v>
                </c:pt>
                <c:pt idx="720">
                  <c:v>45371.0</c:v>
                </c:pt>
                <c:pt idx="721">
                  <c:v>45372.0</c:v>
                </c:pt>
                <c:pt idx="722">
                  <c:v>45373.0</c:v>
                </c:pt>
                <c:pt idx="723">
                  <c:v>45376.0</c:v>
                </c:pt>
                <c:pt idx="724">
                  <c:v>45377.0</c:v>
                </c:pt>
                <c:pt idx="725">
                  <c:v>45378.0</c:v>
                </c:pt>
                <c:pt idx="726">
                  <c:v>45379.0</c:v>
                </c:pt>
                <c:pt idx="727">
                  <c:v>45383.0</c:v>
                </c:pt>
                <c:pt idx="728">
                  <c:v>45384.0</c:v>
                </c:pt>
                <c:pt idx="729">
                  <c:v>45385.0</c:v>
                </c:pt>
                <c:pt idx="730">
                  <c:v>45386.0</c:v>
                </c:pt>
                <c:pt idx="731">
                  <c:v>45387.0</c:v>
                </c:pt>
                <c:pt idx="732">
                  <c:v>45390.0</c:v>
                </c:pt>
                <c:pt idx="733">
                  <c:v>45391.0</c:v>
                </c:pt>
                <c:pt idx="734">
                  <c:v>45392.0</c:v>
                </c:pt>
                <c:pt idx="735">
                  <c:v>45393.0</c:v>
                </c:pt>
                <c:pt idx="736">
                  <c:v>45394.0</c:v>
                </c:pt>
                <c:pt idx="737">
                  <c:v>45397.0</c:v>
                </c:pt>
                <c:pt idx="738">
                  <c:v>45398.0</c:v>
                </c:pt>
                <c:pt idx="739">
                  <c:v>45399.0</c:v>
                </c:pt>
                <c:pt idx="740">
                  <c:v>45400.0</c:v>
                </c:pt>
                <c:pt idx="741">
                  <c:v>45401.0</c:v>
                </c:pt>
                <c:pt idx="742">
                  <c:v>45404.0</c:v>
                </c:pt>
                <c:pt idx="743">
                  <c:v>45405.0</c:v>
                </c:pt>
                <c:pt idx="744">
                  <c:v>45406.0</c:v>
                </c:pt>
                <c:pt idx="745">
                  <c:v>45407.0</c:v>
                </c:pt>
                <c:pt idx="746">
                  <c:v>45408.0</c:v>
                </c:pt>
                <c:pt idx="747">
                  <c:v>45411.0</c:v>
                </c:pt>
                <c:pt idx="748">
                  <c:v>45412.0</c:v>
                </c:pt>
                <c:pt idx="749">
                  <c:v>45414.0</c:v>
                </c:pt>
                <c:pt idx="750">
                  <c:v>45415.0</c:v>
                </c:pt>
                <c:pt idx="751">
                  <c:v>45418.0</c:v>
                </c:pt>
                <c:pt idx="752">
                  <c:v>45419.0</c:v>
                </c:pt>
                <c:pt idx="753">
                  <c:v>45420.0</c:v>
                </c:pt>
                <c:pt idx="754">
                  <c:v>45421.0</c:v>
                </c:pt>
                <c:pt idx="755">
                  <c:v>45422.0</c:v>
                </c:pt>
                <c:pt idx="756">
                  <c:v>45425.0</c:v>
                </c:pt>
                <c:pt idx="757">
                  <c:v>45426.0</c:v>
                </c:pt>
                <c:pt idx="758">
                  <c:v>45427.0</c:v>
                </c:pt>
                <c:pt idx="759">
                  <c:v>45428.0</c:v>
                </c:pt>
                <c:pt idx="760">
                  <c:v>45429.0</c:v>
                </c:pt>
                <c:pt idx="761">
                  <c:v>45432.0</c:v>
                </c:pt>
                <c:pt idx="762">
                  <c:v>45433.0</c:v>
                </c:pt>
                <c:pt idx="763">
                  <c:v>45434.0</c:v>
                </c:pt>
                <c:pt idx="764">
                  <c:v>45435.0</c:v>
                </c:pt>
                <c:pt idx="765">
                  <c:v>45436.0</c:v>
                </c:pt>
                <c:pt idx="766">
                  <c:v>45439.0</c:v>
                </c:pt>
                <c:pt idx="767">
                  <c:v>45440.0</c:v>
                </c:pt>
                <c:pt idx="768">
                  <c:v>45441.0</c:v>
                </c:pt>
                <c:pt idx="769">
                  <c:v>45443.0</c:v>
                </c:pt>
                <c:pt idx="770">
                  <c:v>45446.0</c:v>
                </c:pt>
                <c:pt idx="771">
                  <c:v>45447.0</c:v>
                </c:pt>
                <c:pt idx="772">
                  <c:v>45448.0</c:v>
                </c:pt>
                <c:pt idx="773">
                  <c:v>45449.0</c:v>
                </c:pt>
                <c:pt idx="774">
                  <c:v>45450.0</c:v>
                </c:pt>
                <c:pt idx="775">
                  <c:v>45453.0</c:v>
                </c:pt>
                <c:pt idx="776">
                  <c:v>45454.0</c:v>
                </c:pt>
                <c:pt idx="777">
                  <c:v>45455.0</c:v>
                </c:pt>
                <c:pt idx="778">
                  <c:v>45456.0</c:v>
                </c:pt>
                <c:pt idx="779">
                  <c:v>45457.0</c:v>
                </c:pt>
                <c:pt idx="780">
                  <c:v>45460.0</c:v>
                </c:pt>
                <c:pt idx="781">
                  <c:v>45461.0</c:v>
                </c:pt>
                <c:pt idx="782">
                  <c:v>45462.0</c:v>
                </c:pt>
                <c:pt idx="783">
                  <c:v>45463.0</c:v>
                </c:pt>
                <c:pt idx="784">
                  <c:v>45464.0</c:v>
                </c:pt>
                <c:pt idx="785">
                  <c:v>45467.0</c:v>
                </c:pt>
                <c:pt idx="786">
                  <c:v>45468.0</c:v>
                </c:pt>
                <c:pt idx="787">
                  <c:v>45469.0</c:v>
                </c:pt>
                <c:pt idx="788">
                  <c:v>45470.0</c:v>
                </c:pt>
                <c:pt idx="789">
                  <c:v>45471.0</c:v>
                </c:pt>
                <c:pt idx="790">
                  <c:v>45474.0</c:v>
                </c:pt>
                <c:pt idx="791">
                  <c:v>45475.0</c:v>
                </c:pt>
                <c:pt idx="792">
                  <c:v>45476.0</c:v>
                </c:pt>
                <c:pt idx="793">
                  <c:v>45477.0</c:v>
                </c:pt>
                <c:pt idx="794">
                  <c:v>45478.0</c:v>
                </c:pt>
                <c:pt idx="795">
                  <c:v>45481.0</c:v>
                </c:pt>
                <c:pt idx="796">
                  <c:v>45482.0</c:v>
                </c:pt>
                <c:pt idx="797">
                  <c:v>45483.0</c:v>
                </c:pt>
                <c:pt idx="798">
                  <c:v>45484.0</c:v>
                </c:pt>
                <c:pt idx="799">
                  <c:v>45485.0</c:v>
                </c:pt>
                <c:pt idx="800">
                  <c:v>45488.0</c:v>
                </c:pt>
                <c:pt idx="801">
                  <c:v>45489.0</c:v>
                </c:pt>
                <c:pt idx="802">
                  <c:v>45490.0</c:v>
                </c:pt>
                <c:pt idx="803">
                  <c:v>45491.0</c:v>
                </c:pt>
                <c:pt idx="804">
                  <c:v>45492.0</c:v>
                </c:pt>
                <c:pt idx="805">
                  <c:v>45495.0</c:v>
                </c:pt>
                <c:pt idx="806">
                  <c:v>45496.0</c:v>
                </c:pt>
                <c:pt idx="807">
                  <c:v>45497.0</c:v>
                </c:pt>
                <c:pt idx="808">
                  <c:v>45498.0</c:v>
                </c:pt>
                <c:pt idx="809">
                  <c:v>45499.0</c:v>
                </c:pt>
                <c:pt idx="810">
                  <c:v>45502.0</c:v>
                </c:pt>
                <c:pt idx="811">
                  <c:v>45503.0</c:v>
                </c:pt>
                <c:pt idx="812">
                  <c:v>45504.0</c:v>
                </c:pt>
                <c:pt idx="813">
                  <c:v>45505.0</c:v>
                </c:pt>
                <c:pt idx="814">
                  <c:v>45506.0</c:v>
                </c:pt>
                <c:pt idx="815">
                  <c:v>45509.0</c:v>
                </c:pt>
                <c:pt idx="816">
                  <c:v>45510.0</c:v>
                </c:pt>
                <c:pt idx="817">
                  <c:v>45511.0</c:v>
                </c:pt>
                <c:pt idx="818">
                  <c:v>45512.0</c:v>
                </c:pt>
                <c:pt idx="819">
                  <c:v>45513.0</c:v>
                </c:pt>
                <c:pt idx="820">
                  <c:v>45516.0</c:v>
                </c:pt>
                <c:pt idx="821">
                  <c:v>45517.0</c:v>
                </c:pt>
                <c:pt idx="822">
                  <c:v>45518.0</c:v>
                </c:pt>
                <c:pt idx="823">
                  <c:v>45519.0</c:v>
                </c:pt>
                <c:pt idx="824">
                  <c:v>45520.0</c:v>
                </c:pt>
                <c:pt idx="825">
                  <c:v>45523.0</c:v>
                </c:pt>
                <c:pt idx="826">
                  <c:v>45524.0</c:v>
                </c:pt>
                <c:pt idx="827">
                  <c:v>45525.0</c:v>
                </c:pt>
                <c:pt idx="828">
                  <c:v>45526.0</c:v>
                </c:pt>
                <c:pt idx="829">
                  <c:v>45527.0</c:v>
                </c:pt>
                <c:pt idx="830">
                  <c:v>45530.0</c:v>
                </c:pt>
                <c:pt idx="831">
                  <c:v>45531.0</c:v>
                </c:pt>
                <c:pt idx="832">
                  <c:v>45532.0</c:v>
                </c:pt>
                <c:pt idx="833">
                  <c:v>45533.0</c:v>
                </c:pt>
                <c:pt idx="834">
                  <c:v>45534.0</c:v>
                </c:pt>
                <c:pt idx="835">
                  <c:v>45537.0</c:v>
                </c:pt>
                <c:pt idx="836">
                  <c:v>45538.0</c:v>
                </c:pt>
                <c:pt idx="837">
                  <c:v>45539.0</c:v>
                </c:pt>
                <c:pt idx="838">
                  <c:v>45540.0</c:v>
                </c:pt>
                <c:pt idx="839">
                  <c:v>45541.0</c:v>
                </c:pt>
                <c:pt idx="840">
                  <c:v>45544.0</c:v>
                </c:pt>
                <c:pt idx="841">
                  <c:v>45545.0</c:v>
                </c:pt>
                <c:pt idx="842">
                  <c:v>45546.0</c:v>
                </c:pt>
                <c:pt idx="843">
                  <c:v>45547.0</c:v>
                </c:pt>
                <c:pt idx="844">
                  <c:v>45548.0</c:v>
                </c:pt>
                <c:pt idx="845">
                  <c:v>45551.0</c:v>
                </c:pt>
                <c:pt idx="846">
                  <c:v>45552.0</c:v>
                </c:pt>
                <c:pt idx="847">
                  <c:v>45553.0</c:v>
                </c:pt>
                <c:pt idx="848">
                  <c:v>45554.0</c:v>
                </c:pt>
                <c:pt idx="849">
                  <c:v>45555.0</c:v>
                </c:pt>
                <c:pt idx="850">
                  <c:v>45558.0</c:v>
                </c:pt>
                <c:pt idx="851">
                  <c:v>45559.0</c:v>
                </c:pt>
                <c:pt idx="852">
                  <c:v>45560.0</c:v>
                </c:pt>
                <c:pt idx="853">
                  <c:v>45561.0</c:v>
                </c:pt>
                <c:pt idx="854">
                  <c:v>45562.0</c:v>
                </c:pt>
                <c:pt idx="855">
                  <c:v>45565.0</c:v>
                </c:pt>
                <c:pt idx="856">
                  <c:v>45566.0</c:v>
                </c:pt>
                <c:pt idx="857">
                  <c:v>45567.0</c:v>
                </c:pt>
                <c:pt idx="858">
                  <c:v>45568.0</c:v>
                </c:pt>
                <c:pt idx="859">
                  <c:v>45569.0</c:v>
                </c:pt>
                <c:pt idx="860">
                  <c:v>45572.0</c:v>
                </c:pt>
                <c:pt idx="861">
                  <c:v>45573.0</c:v>
                </c:pt>
                <c:pt idx="862">
                  <c:v>45574.0</c:v>
                </c:pt>
                <c:pt idx="863">
                  <c:v>45575.0</c:v>
                </c:pt>
                <c:pt idx="864">
                  <c:v>45576.0</c:v>
                </c:pt>
                <c:pt idx="865">
                  <c:v>45579.0</c:v>
                </c:pt>
                <c:pt idx="866">
                  <c:v>45580.0</c:v>
                </c:pt>
                <c:pt idx="867">
                  <c:v>45581.0</c:v>
                </c:pt>
                <c:pt idx="868">
                  <c:v>45582.0</c:v>
                </c:pt>
                <c:pt idx="869">
                  <c:v>45583.0</c:v>
                </c:pt>
                <c:pt idx="870">
                  <c:v>45586.0</c:v>
                </c:pt>
                <c:pt idx="871">
                  <c:v>45587.0</c:v>
                </c:pt>
                <c:pt idx="872">
                  <c:v>45588.0</c:v>
                </c:pt>
                <c:pt idx="873">
                  <c:v>45589.0</c:v>
                </c:pt>
                <c:pt idx="874">
                  <c:v>45590.0</c:v>
                </c:pt>
                <c:pt idx="875">
                  <c:v>45593.0</c:v>
                </c:pt>
                <c:pt idx="876">
                  <c:v>45594.0</c:v>
                </c:pt>
                <c:pt idx="877">
                  <c:v>45595.0</c:v>
                </c:pt>
                <c:pt idx="878">
                  <c:v>45596.0</c:v>
                </c:pt>
                <c:pt idx="879">
                  <c:v>45597.0</c:v>
                </c:pt>
                <c:pt idx="880">
                  <c:v>45600.0</c:v>
                </c:pt>
                <c:pt idx="881">
                  <c:v>45601.0</c:v>
                </c:pt>
                <c:pt idx="882">
                  <c:v>45602.0</c:v>
                </c:pt>
                <c:pt idx="883">
                  <c:v>45603.0</c:v>
                </c:pt>
                <c:pt idx="884">
                  <c:v>45604.0</c:v>
                </c:pt>
                <c:pt idx="885">
                  <c:v>45607.0</c:v>
                </c:pt>
                <c:pt idx="886">
                  <c:v>45608.0</c:v>
                </c:pt>
                <c:pt idx="887">
                  <c:v>45609.0</c:v>
                </c:pt>
                <c:pt idx="888">
                  <c:v>45610.0</c:v>
                </c:pt>
                <c:pt idx="889">
                  <c:v>45614.0</c:v>
                </c:pt>
                <c:pt idx="890">
                  <c:v>45615.0</c:v>
                </c:pt>
                <c:pt idx="891">
                  <c:v>45617.0</c:v>
                </c:pt>
                <c:pt idx="892">
                  <c:v>45618.0</c:v>
                </c:pt>
                <c:pt idx="893">
                  <c:v>45621.0</c:v>
                </c:pt>
                <c:pt idx="894">
                  <c:v>45622.0</c:v>
                </c:pt>
                <c:pt idx="895">
                  <c:v>45623.0</c:v>
                </c:pt>
                <c:pt idx="896">
                  <c:v>45624.0</c:v>
                </c:pt>
                <c:pt idx="897">
                  <c:v>45625.0</c:v>
                </c:pt>
                <c:pt idx="898">
                  <c:v>45628.0</c:v>
                </c:pt>
                <c:pt idx="899">
                  <c:v>45629.0</c:v>
                </c:pt>
                <c:pt idx="900">
                  <c:v>45630.0</c:v>
                </c:pt>
                <c:pt idx="901">
                  <c:v>45631.0</c:v>
                </c:pt>
                <c:pt idx="902">
                  <c:v>45632.0</c:v>
                </c:pt>
                <c:pt idx="903">
                  <c:v>45635.0</c:v>
                </c:pt>
                <c:pt idx="904">
                  <c:v>45636.0</c:v>
                </c:pt>
                <c:pt idx="905">
                  <c:v>45637.0</c:v>
                </c:pt>
                <c:pt idx="906">
                  <c:v>45638.0</c:v>
                </c:pt>
                <c:pt idx="907">
                  <c:v>45639.0</c:v>
                </c:pt>
                <c:pt idx="908">
                  <c:v>45642.0</c:v>
                </c:pt>
                <c:pt idx="909">
                  <c:v>45643.0</c:v>
                </c:pt>
                <c:pt idx="910">
                  <c:v>45644.0</c:v>
                </c:pt>
                <c:pt idx="911">
                  <c:v>45645.0</c:v>
                </c:pt>
                <c:pt idx="912">
                  <c:v>45646.0</c:v>
                </c:pt>
                <c:pt idx="913">
                  <c:v>45649.0</c:v>
                </c:pt>
                <c:pt idx="914">
                  <c:v>45652.0</c:v>
                </c:pt>
                <c:pt idx="915">
                  <c:v>45653.0</c:v>
                </c:pt>
                <c:pt idx="916">
                  <c:v>45656.0</c:v>
                </c:pt>
                <c:pt idx="917">
                  <c:v>45659.0</c:v>
                </c:pt>
                <c:pt idx="918">
                  <c:v>45660.0</c:v>
                </c:pt>
                <c:pt idx="919">
                  <c:v>45663.0</c:v>
                </c:pt>
                <c:pt idx="920">
                  <c:v>45664.0</c:v>
                </c:pt>
                <c:pt idx="921">
                  <c:v>45665.0</c:v>
                </c:pt>
                <c:pt idx="922">
                  <c:v>45666.0</c:v>
                </c:pt>
                <c:pt idx="923">
                  <c:v>45667.0</c:v>
                </c:pt>
                <c:pt idx="924">
                  <c:v>45670.0</c:v>
                </c:pt>
                <c:pt idx="925">
                  <c:v>45671.0</c:v>
                </c:pt>
                <c:pt idx="926">
                  <c:v>45672.0</c:v>
                </c:pt>
                <c:pt idx="927">
                  <c:v>45673.0</c:v>
                </c:pt>
                <c:pt idx="928">
                  <c:v>45674.0</c:v>
                </c:pt>
                <c:pt idx="929">
                  <c:v>45677.0</c:v>
                </c:pt>
                <c:pt idx="930">
                  <c:v>45678.0</c:v>
                </c:pt>
                <c:pt idx="931">
                  <c:v>45679.0</c:v>
                </c:pt>
                <c:pt idx="932">
                  <c:v>45680.0</c:v>
                </c:pt>
                <c:pt idx="933">
                  <c:v>45681.0</c:v>
                </c:pt>
                <c:pt idx="934">
                  <c:v>45684.0</c:v>
                </c:pt>
                <c:pt idx="935">
                  <c:v>45685.0</c:v>
                </c:pt>
                <c:pt idx="936">
                  <c:v>45686.0</c:v>
                </c:pt>
                <c:pt idx="937">
                  <c:v>45687.0</c:v>
                </c:pt>
                <c:pt idx="938">
                  <c:v>45688.0</c:v>
                </c:pt>
                <c:pt idx="939">
                  <c:v>45691.0</c:v>
                </c:pt>
                <c:pt idx="940">
                  <c:v>45692.0</c:v>
                </c:pt>
                <c:pt idx="941">
                  <c:v>45693.0</c:v>
                </c:pt>
                <c:pt idx="942">
                  <c:v>45694.0</c:v>
                </c:pt>
                <c:pt idx="943">
                  <c:v>45695.0</c:v>
                </c:pt>
                <c:pt idx="944">
                  <c:v>45698.0</c:v>
                </c:pt>
                <c:pt idx="945">
                  <c:v>45699.0</c:v>
                </c:pt>
                <c:pt idx="946">
                  <c:v>45700.0</c:v>
                </c:pt>
                <c:pt idx="947">
                  <c:v>45701.0</c:v>
                </c:pt>
                <c:pt idx="948">
                  <c:v>45702.0</c:v>
                </c:pt>
                <c:pt idx="949">
                  <c:v>45705.0</c:v>
                </c:pt>
                <c:pt idx="950">
                  <c:v>45706.0</c:v>
                </c:pt>
                <c:pt idx="951">
                  <c:v>45707.0</c:v>
                </c:pt>
                <c:pt idx="952">
                  <c:v>45708.0</c:v>
                </c:pt>
                <c:pt idx="953">
                  <c:v>45709.0</c:v>
                </c:pt>
                <c:pt idx="954">
                  <c:v>45712.0</c:v>
                </c:pt>
                <c:pt idx="955">
                  <c:v>45713.0</c:v>
                </c:pt>
                <c:pt idx="956">
                  <c:v>45714.0</c:v>
                </c:pt>
                <c:pt idx="957">
                  <c:v>45715.0</c:v>
                </c:pt>
                <c:pt idx="958">
                  <c:v>45716.0</c:v>
                </c:pt>
                <c:pt idx="959">
                  <c:v>45721.0</c:v>
                </c:pt>
                <c:pt idx="960">
                  <c:v>45722.0</c:v>
                </c:pt>
                <c:pt idx="961">
                  <c:v>45723.0</c:v>
                </c:pt>
                <c:pt idx="962">
                  <c:v>45726.0</c:v>
                </c:pt>
                <c:pt idx="963">
                  <c:v>45727.0</c:v>
                </c:pt>
                <c:pt idx="964">
                  <c:v>45728.0</c:v>
                </c:pt>
                <c:pt idx="965">
                  <c:v>45729.0</c:v>
                </c:pt>
                <c:pt idx="966">
                  <c:v>45730.0</c:v>
                </c:pt>
                <c:pt idx="967">
                  <c:v>45733.0</c:v>
                </c:pt>
                <c:pt idx="968">
                  <c:v>45734.0</c:v>
                </c:pt>
                <c:pt idx="969">
                  <c:v>45735.0</c:v>
                </c:pt>
                <c:pt idx="970">
                  <c:v>45736.0</c:v>
                </c:pt>
                <c:pt idx="971">
                  <c:v>45737.0</c:v>
                </c:pt>
                <c:pt idx="972">
                  <c:v>45740.0</c:v>
                </c:pt>
                <c:pt idx="973">
                  <c:v>45741.0</c:v>
                </c:pt>
                <c:pt idx="974">
                  <c:v>45742.0</c:v>
                </c:pt>
                <c:pt idx="975">
                  <c:v>45743.0</c:v>
                </c:pt>
                <c:pt idx="976">
                  <c:v>45744.0</c:v>
                </c:pt>
                <c:pt idx="977">
                  <c:v>45747.0</c:v>
                </c:pt>
                <c:pt idx="978">
                  <c:v>45748.0</c:v>
                </c:pt>
                <c:pt idx="979">
                  <c:v>45749.0</c:v>
                </c:pt>
                <c:pt idx="980">
                  <c:v>45750.0</c:v>
                </c:pt>
                <c:pt idx="981">
                  <c:v>45751.0</c:v>
                </c:pt>
                <c:pt idx="982">
                  <c:v>45754.0</c:v>
                </c:pt>
                <c:pt idx="983">
                  <c:v>45755.0</c:v>
                </c:pt>
                <c:pt idx="984">
                  <c:v>45756.0</c:v>
                </c:pt>
                <c:pt idx="985">
                  <c:v>45757.0</c:v>
                </c:pt>
                <c:pt idx="986">
                  <c:v>45758.0</c:v>
                </c:pt>
                <c:pt idx="987">
                  <c:v>45761.0</c:v>
                </c:pt>
                <c:pt idx="988">
                  <c:v>45762.0</c:v>
                </c:pt>
                <c:pt idx="989">
                  <c:v>45763.0</c:v>
                </c:pt>
                <c:pt idx="990">
                  <c:v>45764.0</c:v>
                </c:pt>
                <c:pt idx="991">
                  <c:v>45769.0</c:v>
                </c:pt>
                <c:pt idx="992">
                  <c:v>45770.0</c:v>
                </c:pt>
                <c:pt idx="993">
                  <c:v>45771.0</c:v>
                </c:pt>
                <c:pt idx="994">
                  <c:v>45772.0</c:v>
                </c:pt>
                <c:pt idx="995">
                  <c:v>45775.0</c:v>
                </c:pt>
                <c:pt idx="996">
                  <c:v>45776.0</c:v>
                </c:pt>
                <c:pt idx="997">
                  <c:v>45777.0</c:v>
                </c:pt>
                <c:pt idx="998">
                  <c:v>45779.0</c:v>
                </c:pt>
                <c:pt idx="999">
                  <c:v>45782.0</c:v>
                </c:pt>
                <c:pt idx="1000">
                  <c:v>45783.0</c:v>
                </c:pt>
                <c:pt idx="1001">
                  <c:v>45784.0</c:v>
                </c:pt>
                <c:pt idx="1002">
                  <c:v>45785.0</c:v>
                </c:pt>
                <c:pt idx="1003">
                  <c:v>45786.0</c:v>
                </c:pt>
                <c:pt idx="1004">
                  <c:v>45789.0</c:v>
                </c:pt>
                <c:pt idx="1005">
                  <c:v>45790.0</c:v>
                </c:pt>
                <c:pt idx="1006">
                  <c:v>45791.0</c:v>
                </c:pt>
                <c:pt idx="1007">
                  <c:v>45792.0</c:v>
                </c:pt>
                <c:pt idx="1008">
                  <c:v>45793.0</c:v>
                </c:pt>
                <c:pt idx="1009">
                  <c:v>45796.0</c:v>
                </c:pt>
                <c:pt idx="1010">
                  <c:v>45797.0</c:v>
                </c:pt>
                <c:pt idx="1011">
                  <c:v>45798.0</c:v>
                </c:pt>
                <c:pt idx="1012">
                  <c:v>45799.0</c:v>
                </c:pt>
                <c:pt idx="1013">
                  <c:v>45800.0</c:v>
                </c:pt>
                <c:pt idx="1014">
                  <c:v>45803.0</c:v>
                </c:pt>
                <c:pt idx="1015">
                  <c:v>45804.0</c:v>
                </c:pt>
                <c:pt idx="1016">
                  <c:v>45805.0</c:v>
                </c:pt>
                <c:pt idx="1017">
                  <c:v>45806.0</c:v>
                </c:pt>
                <c:pt idx="1018">
                  <c:v>45807.0</c:v>
                </c:pt>
                <c:pt idx="1019">
                  <c:v>45810.0</c:v>
                </c:pt>
                <c:pt idx="1020">
                  <c:v>45811.0</c:v>
                </c:pt>
                <c:pt idx="1021">
                  <c:v>45812.0</c:v>
                </c:pt>
                <c:pt idx="1022">
                  <c:v>45813.0</c:v>
                </c:pt>
                <c:pt idx="1023">
                  <c:v>45814.0</c:v>
                </c:pt>
                <c:pt idx="1024">
                  <c:v>45817.0</c:v>
                </c:pt>
                <c:pt idx="1025">
                  <c:v>45818.0</c:v>
                </c:pt>
                <c:pt idx="1026">
                  <c:v>45819.0</c:v>
                </c:pt>
                <c:pt idx="1027">
                  <c:v>45820.0</c:v>
                </c:pt>
                <c:pt idx="1028">
                  <c:v>45821.0</c:v>
                </c:pt>
                <c:pt idx="1029">
                  <c:v>45824.0</c:v>
                </c:pt>
                <c:pt idx="1030">
                  <c:v>45825.0</c:v>
                </c:pt>
                <c:pt idx="1031">
                  <c:v>45826.0</c:v>
                </c:pt>
                <c:pt idx="1032">
                  <c:v>45828.0</c:v>
                </c:pt>
                <c:pt idx="1033">
                  <c:v>45831.0</c:v>
                </c:pt>
                <c:pt idx="1034">
                  <c:v>45832.0</c:v>
                </c:pt>
                <c:pt idx="1035">
                  <c:v>45833.0</c:v>
                </c:pt>
                <c:pt idx="1036">
                  <c:v>45834.0</c:v>
                </c:pt>
                <c:pt idx="1037">
                  <c:v>45835.0</c:v>
                </c:pt>
                <c:pt idx="1038">
                  <c:v>45838.0</c:v>
                </c:pt>
                <c:pt idx="1039">
                  <c:v>45839.0</c:v>
                </c:pt>
                <c:pt idx="1040">
                  <c:v>45840.0</c:v>
                </c:pt>
                <c:pt idx="1041">
                  <c:v>45841.0</c:v>
                </c:pt>
                <c:pt idx="1042">
                  <c:v>45842.0</c:v>
                </c:pt>
                <c:pt idx="1043">
                  <c:v>45845.0</c:v>
                </c:pt>
                <c:pt idx="1044">
                  <c:v>45846.0</c:v>
                </c:pt>
                <c:pt idx="1045">
                  <c:v>45847.0</c:v>
                </c:pt>
                <c:pt idx="1046">
                  <c:v>45848.0</c:v>
                </c:pt>
                <c:pt idx="1047">
                  <c:v>45849.0</c:v>
                </c:pt>
                <c:pt idx="1048">
                  <c:v>45852.0</c:v>
                </c:pt>
                <c:pt idx="1049">
                  <c:v>45853.0</c:v>
                </c:pt>
                <c:pt idx="1050">
                  <c:v>45854.0</c:v>
                </c:pt>
                <c:pt idx="1051">
                  <c:v>45855.0</c:v>
                </c:pt>
                <c:pt idx="1052">
                  <c:v>45856.0</c:v>
                </c:pt>
                <c:pt idx="1053">
                  <c:v>45859.0</c:v>
                </c:pt>
                <c:pt idx="1054">
                  <c:v>45860.0</c:v>
                </c:pt>
                <c:pt idx="1055">
                  <c:v>45861.0</c:v>
                </c:pt>
                <c:pt idx="1056">
                  <c:v>45862.0</c:v>
                </c:pt>
                <c:pt idx="1057">
                  <c:v>45863.0</c:v>
                </c:pt>
                <c:pt idx="1058">
                  <c:v>45866.0</c:v>
                </c:pt>
                <c:pt idx="1059">
                  <c:v>45867.0</c:v>
                </c:pt>
                <c:pt idx="1060">
                  <c:v>45868.0</c:v>
                </c:pt>
                <c:pt idx="1061">
                  <c:v>45869.0</c:v>
                </c:pt>
                <c:pt idx="1062">
                  <c:v>45870.0</c:v>
                </c:pt>
                <c:pt idx="1063">
                  <c:v>45873.0</c:v>
                </c:pt>
                <c:pt idx="1064">
                  <c:v>45874.0</c:v>
                </c:pt>
                <c:pt idx="1065">
                  <c:v>45875.0</c:v>
                </c:pt>
                <c:pt idx="1066">
                  <c:v>45876.0</c:v>
                </c:pt>
                <c:pt idx="1067">
                  <c:v>45877.0</c:v>
                </c:pt>
                <c:pt idx="1068">
                  <c:v>45880.0</c:v>
                </c:pt>
                <c:pt idx="1069">
                  <c:v>45881.0</c:v>
                </c:pt>
                <c:pt idx="1070">
                  <c:v>45882.0</c:v>
                </c:pt>
                <c:pt idx="1071">
                  <c:v>45883.0</c:v>
                </c:pt>
                <c:pt idx="1072">
                  <c:v>45884.0</c:v>
                </c:pt>
                <c:pt idx="1073">
                  <c:v>45887.0</c:v>
                </c:pt>
                <c:pt idx="1074">
                  <c:v>45888.0</c:v>
                </c:pt>
                <c:pt idx="1075">
                  <c:v>45889.0</c:v>
                </c:pt>
                <c:pt idx="1076">
                  <c:v>45890.0</c:v>
                </c:pt>
                <c:pt idx="1077">
                  <c:v>45891.0</c:v>
                </c:pt>
                <c:pt idx="1078">
                  <c:v>45894.0</c:v>
                </c:pt>
                <c:pt idx="1079">
                  <c:v>45895.0</c:v>
                </c:pt>
                <c:pt idx="1080">
                  <c:v>45896.0</c:v>
                </c:pt>
                <c:pt idx="1081">
                  <c:v>45897.0</c:v>
                </c:pt>
                <c:pt idx="1082">
                  <c:v>45898.0</c:v>
                </c:pt>
                <c:pt idx="1083">
                  <c:v>45901.0</c:v>
                </c:pt>
                <c:pt idx="1084">
                  <c:v>45902.0</c:v>
                </c:pt>
                <c:pt idx="1085">
                  <c:v>45903.0</c:v>
                </c:pt>
                <c:pt idx="1086">
                  <c:v>45904.0</c:v>
                </c:pt>
                <c:pt idx="1087">
                  <c:v>45905.0</c:v>
                </c:pt>
                <c:pt idx="1088">
                  <c:v>45908.0</c:v>
                </c:pt>
                <c:pt idx="1089">
                  <c:v>45909.0</c:v>
                </c:pt>
                <c:pt idx="1090">
                  <c:v>45910.0</c:v>
                </c:pt>
                <c:pt idx="1091">
                  <c:v>45911.0</c:v>
                </c:pt>
                <c:pt idx="1092">
                  <c:v>45912.0</c:v>
                </c:pt>
                <c:pt idx="1093">
                  <c:v>45915.0</c:v>
                </c:pt>
                <c:pt idx="1094">
                  <c:v>45916.0</c:v>
                </c:pt>
                <c:pt idx="1095">
                  <c:v>45917.0</c:v>
                </c:pt>
                <c:pt idx="1096">
                  <c:v>45918.0</c:v>
                </c:pt>
                <c:pt idx="1097">
                  <c:v>45919.0</c:v>
                </c:pt>
                <c:pt idx="1098">
                  <c:v>45922.0</c:v>
                </c:pt>
                <c:pt idx="1099">
                  <c:v>45923.0</c:v>
                </c:pt>
                <c:pt idx="1100">
                  <c:v>45924.0</c:v>
                </c:pt>
                <c:pt idx="1101">
                  <c:v>45925.0</c:v>
                </c:pt>
                <c:pt idx="1102">
                  <c:v>45926.0</c:v>
                </c:pt>
                <c:pt idx="1103">
                  <c:v>45929.0</c:v>
                </c:pt>
                <c:pt idx="1104">
                  <c:v>45930.0</c:v>
                </c:pt>
                <c:pt idx="1105">
                  <c:v>45931.0</c:v>
                </c:pt>
                <c:pt idx="1106">
                  <c:v>45932.0</c:v>
                </c:pt>
                <c:pt idx="1107">
                  <c:v>45933.0</c:v>
                </c:pt>
                <c:pt idx="1108">
                  <c:v>45936.0</c:v>
                </c:pt>
                <c:pt idx="1109">
                  <c:v>45937.0</c:v>
                </c:pt>
                <c:pt idx="1110">
                  <c:v>45938.0</c:v>
                </c:pt>
                <c:pt idx="1111">
                  <c:v>45939.0</c:v>
                </c:pt>
                <c:pt idx="1112">
                  <c:v>45940.0</c:v>
                </c:pt>
                <c:pt idx="1113">
                  <c:v>45943.0</c:v>
                </c:pt>
                <c:pt idx="1114">
                  <c:v>45944.0</c:v>
                </c:pt>
                <c:pt idx="1115">
                  <c:v>45945.0</c:v>
                </c:pt>
                <c:pt idx="1116">
                  <c:v>45946.0</c:v>
                </c:pt>
                <c:pt idx="1117">
                  <c:v>45947.0</c:v>
                </c:pt>
                <c:pt idx="1118">
                  <c:v>45950.0</c:v>
                </c:pt>
                <c:pt idx="1119">
                  <c:v>45951.0</c:v>
                </c:pt>
                <c:pt idx="1120">
                  <c:v>45952.0</c:v>
                </c:pt>
                <c:pt idx="1121">
                  <c:v>45953.0</c:v>
                </c:pt>
                <c:pt idx="1122">
                  <c:v>45954.0</c:v>
                </c:pt>
                <c:pt idx="1123">
                  <c:v>45957.0</c:v>
                </c:pt>
                <c:pt idx="1124">
                  <c:v>45958.0</c:v>
                </c:pt>
                <c:pt idx="1125">
                  <c:v>45959.0</c:v>
                </c:pt>
                <c:pt idx="1126">
                  <c:v>45960.0</c:v>
                </c:pt>
                <c:pt idx="1127">
                  <c:v>45961.0</c:v>
                </c:pt>
                <c:pt idx="1128">
                  <c:v>45964.0</c:v>
                </c:pt>
                <c:pt idx="1129">
                  <c:v>45965.0</c:v>
                </c:pt>
                <c:pt idx="1130">
                  <c:v>45966.0</c:v>
                </c:pt>
                <c:pt idx="1131">
                  <c:v>45967.0</c:v>
                </c:pt>
                <c:pt idx="1132">
                  <c:v>45968.0</c:v>
                </c:pt>
                <c:pt idx="1133">
                  <c:v>45971.0</c:v>
                </c:pt>
                <c:pt idx="1134">
                  <c:v>45972.0</c:v>
                </c:pt>
                <c:pt idx="1135">
                  <c:v>45973.0</c:v>
                </c:pt>
                <c:pt idx="1136">
                  <c:v>45974.0</c:v>
                </c:pt>
                <c:pt idx="1137">
                  <c:v>45975.0</c:v>
                </c:pt>
                <c:pt idx="1138">
                  <c:v>45978.0</c:v>
                </c:pt>
                <c:pt idx="1139">
                  <c:v>45979.0</c:v>
                </c:pt>
                <c:pt idx="1140">
                  <c:v>45980.0</c:v>
                </c:pt>
                <c:pt idx="1141">
                  <c:v>45982.0</c:v>
                </c:pt>
                <c:pt idx="1142">
                  <c:v>45985.0</c:v>
                </c:pt>
                <c:pt idx="1143">
                  <c:v>45986.0</c:v>
                </c:pt>
                <c:pt idx="1144">
                  <c:v>45987.0</c:v>
                </c:pt>
                <c:pt idx="1145">
                  <c:v>45988.0</c:v>
                </c:pt>
                <c:pt idx="1146">
                  <c:v>45989.0</c:v>
                </c:pt>
                <c:pt idx="1147">
                  <c:v>45992.0</c:v>
                </c:pt>
                <c:pt idx="1148">
                  <c:v>45993.0</c:v>
                </c:pt>
                <c:pt idx="1149">
                  <c:v>45994.0</c:v>
                </c:pt>
                <c:pt idx="1150">
                  <c:v>45995.0</c:v>
                </c:pt>
                <c:pt idx="1151">
                  <c:v>45996.0</c:v>
                </c:pt>
                <c:pt idx="1152">
                  <c:v>45999.0</c:v>
                </c:pt>
                <c:pt idx="1153">
                  <c:v>46000.0</c:v>
                </c:pt>
                <c:pt idx="1154">
                  <c:v>46001.0</c:v>
                </c:pt>
                <c:pt idx="1155">
                  <c:v>46002.0</c:v>
                </c:pt>
                <c:pt idx="1156">
                  <c:v>46003.0</c:v>
                </c:pt>
                <c:pt idx="1157">
                  <c:v>46006.0</c:v>
                </c:pt>
                <c:pt idx="1158">
                  <c:v>46007.0</c:v>
                </c:pt>
                <c:pt idx="1159">
                  <c:v>46008.0</c:v>
                </c:pt>
                <c:pt idx="1160">
                  <c:v>46009.0</c:v>
                </c:pt>
                <c:pt idx="1161">
                  <c:v>46010.0</c:v>
                </c:pt>
                <c:pt idx="1162">
                  <c:v>46013.0</c:v>
                </c:pt>
                <c:pt idx="1163">
                  <c:v>46014.0</c:v>
                </c:pt>
                <c:pt idx="1164">
                  <c:v>46017.0</c:v>
                </c:pt>
                <c:pt idx="1165">
                  <c:v>46020.0</c:v>
                </c:pt>
                <c:pt idx="1166">
                  <c:v>46021.0</c:v>
                </c:pt>
                <c:pt idx="1167">
                  <c:v>46024.0</c:v>
                </c:pt>
                <c:pt idx="1168">
                  <c:v>46027.0</c:v>
                </c:pt>
                <c:pt idx="1169">
                  <c:v>46028.0</c:v>
                </c:pt>
                <c:pt idx="1170">
                  <c:v>46029.0</c:v>
                </c:pt>
                <c:pt idx="1171">
                  <c:v>46030.0</c:v>
                </c:pt>
                <c:pt idx="1172">
                  <c:v>46031.0</c:v>
                </c:pt>
                <c:pt idx="1173">
                  <c:v>46034.0</c:v>
                </c:pt>
                <c:pt idx="1174">
                  <c:v>46035.0</c:v>
                </c:pt>
                <c:pt idx="1175">
                  <c:v>46036.0</c:v>
                </c:pt>
                <c:pt idx="1176">
                  <c:v>46037.0</c:v>
                </c:pt>
                <c:pt idx="1177">
                  <c:v>46038.0</c:v>
                </c:pt>
                <c:pt idx="1178">
                  <c:v>46041.0</c:v>
                </c:pt>
                <c:pt idx="1179">
                  <c:v>46042.0</c:v>
                </c:pt>
                <c:pt idx="1180">
                  <c:v>46043.0</c:v>
                </c:pt>
                <c:pt idx="1181">
                  <c:v>46044.0</c:v>
                </c:pt>
                <c:pt idx="1182">
                  <c:v>46045.0</c:v>
                </c:pt>
                <c:pt idx="1183">
                  <c:v>46048.0</c:v>
                </c:pt>
                <c:pt idx="1184">
                  <c:v>46049.0</c:v>
                </c:pt>
                <c:pt idx="1185">
                  <c:v>46050.0</c:v>
                </c:pt>
                <c:pt idx="1186">
                  <c:v>46051.0</c:v>
                </c:pt>
                <c:pt idx="1187">
                  <c:v>46052.0</c:v>
                </c:pt>
                <c:pt idx="1188">
                  <c:v>46055.0</c:v>
                </c:pt>
                <c:pt idx="1189">
                  <c:v>46056.0</c:v>
                </c:pt>
                <c:pt idx="1190">
                  <c:v>46057.0</c:v>
                </c:pt>
                <c:pt idx="1191">
                  <c:v>46058.0</c:v>
                </c:pt>
                <c:pt idx="1192">
                  <c:v>46059.0</c:v>
                </c:pt>
                <c:pt idx="1193">
                  <c:v>46062.0</c:v>
                </c:pt>
                <c:pt idx="1194">
                  <c:v>46063.0</c:v>
                </c:pt>
                <c:pt idx="1195">
                  <c:v>46064.0</c:v>
                </c:pt>
                <c:pt idx="1196">
                  <c:v>46065.0</c:v>
                </c:pt>
                <c:pt idx="1197">
                  <c:v>46066.0</c:v>
                </c:pt>
                <c:pt idx="1198">
                  <c:v>46071.0</c:v>
                </c:pt>
                <c:pt idx="1199">
                  <c:v>46072.0</c:v>
                </c:pt>
                <c:pt idx="1200">
                  <c:v>46073.0</c:v>
                </c:pt>
                <c:pt idx="1201">
                  <c:v>46076.0</c:v>
                </c:pt>
                <c:pt idx="1202">
                  <c:v>46077.0</c:v>
                </c:pt>
                <c:pt idx="1203">
                  <c:v>46078.0</c:v>
                </c:pt>
                <c:pt idx="1204">
                  <c:v>46079.0</c:v>
                </c:pt>
                <c:pt idx="1205">
                  <c:v>46080.0</c:v>
                </c:pt>
                <c:pt idx="1206">
                  <c:v>46083.0</c:v>
                </c:pt>
                <c:pt idx="1207">
                  <c:v>46084.0</c:v>
                </c:pt>
                <c:pt idx="1208">
                  <c:v>46085.0</c:v>
                </c:pt>
                <c:pt idx="1209">
                  <c:v>46086.0</c:v>
                </c:pt>
                <c:pt idx="1210">
                  <c:v>46087.0</c:v>
                </c:pt>
                <c:pt idx="1211">
                  <c:v>46090.0</c:v>
                </c:pt>
                <c:pt idx="1212">
                  <c:v>46091.0</c:v>
                </c:pt>
                <c:pt idx="1213">
                  <c:v>46092.0</c:v>
                </c:pt>
                <c:pt idx="1214">
                  <c:v>46093.0</c:v>
                </c:pt>
                <c:pt idx="1215">
                  <c:v>46094.0</c:v>
                </c:pt>
                <c:pt idx="1216">
                  <c:v>46097.0</c:v>
                </c:pt>
                <c:pt idx="1217">
                  <c:v>46098.0</c:v>
                </c:pt>
                <c:pt idx="1218">
                  <c:v>46099.0</c:v>
                </c:pt>
                <c:pt idx="1219">
                  <c:v>46100.0</c:v>
                </c:pt>
                <c:pt idx="1220">
                  <c:v>46101.0</c:v>
                </c:pt>
                <c:pt idx="1221">
                  <c:v>46104.0</c:v>
                </c:pt>
                <c:pt idx="1222">
                  <c:v>46105.0</c:v>
                </c:pt>
                <c:pt idx="1223">
                  <c:v>46106.0</c:v>
                </c:pt>
                <c:pt idx="1224">
                  <c:v>46107.0</c:v>
                </c:pt>
                <c:pt idx="1225">
                  <c:v>46108.0</c:v>
                </c:pt>
                <c:pt idx="1226">
                  <c:v>46111.0</c:v>
                </c:pt>
                <c:pt idx="1227">
                  <c:v>46112.0</c:v>
                </c:pt>
                <c:pt idx="1228">
                  <c:v>46113.0</c:v>
                </c:pt>
                <c:pt idx="1229">
                  <c:v>46114.0</c:v>
                </c:pt>
                <c:pt idx="1230">
                  <c:v>46118.0</c:v>
                </c:pt>
                <c:pt idx="1231">
                  <c:v>46119.0</c:v>
                </c:pt>
                <c:pt idx="1232">
                  <c:v>46120.0</c:v>
                </c:pt>
                <c:pt idx="1233">
                  <c:v>46121.0</c:v>
                </c:pt>
                <c:pt idx="1234">
                  <c:v>46122.0</c:v>
                </c:pt>
                <c:pt idx="1235">
                  <c:v>46125.0</c:v>
                </c:pt>
                <c:pt idx="1236">
                  <c:v>46126.0</c:v>
                </c:pt>
                <c:pt idx="1237">
                  <c:v>46127.0</c:v>
                </c:pt>
                <c:pt idx="1238">
                  <c:v>46128.0</c:v>
                </c:pt>
                <c:pt idx="1239">
                  <c:v>46129.0</c:v>
                </c:pt>
                <c:pt idx="1240">
                  <c:v>46132.0</c:v>
                </c:pt>
                <c:pt idx="1241">
                  <c:v>46134.0</c:v>
                </c:pt>
                <c:pt idx="1242">
                  <c:v>46135.0</c:v>
                </c:pt>
                <c:pt idx="1243">
                  <c:v>46136.0</c:v>
                </c:pt>
                <c:pt idx="1244">
                  <c:v>46139.0</c:v>
                </c:pt>
                <c:pt idx="1245">
                  <c:v>46140.0</c:v>
                </c:pt>
                <c:pt idx="1246">
                  <c:v>46141.0</c:v>
                </c:pt>
                <c:pt idx="1247">
                  <c:v>46142.0</c:v>
                </c:pt>
                <c:pt idx="1248">
                  <c:v>46146.0</c:v>
                </c:pt>
                <c:pt idx="1249">
                  <c:v>46147.0</c:v>
                </c:pt>
                <c:pt idx="1250">
                  <c:v>46148.0</c:v>
                </c:pt>
                <c:pt idx="1251">
                  <c:v>46149.0</c:v>
                </c:pt>
                <c:pt idx="1252">
                  <c:v>46150.0</c:v>
                </c:pt>
                <c:pt idx="1253">
                  <c:v>46153.0</c:v>
                </c:pt>
                <c:pt idx="1254">
                  <c:v>46154.0</c:v>
                </c:pt>
                <c:pt idx="1255">
                  <c:v>46155.0</c:v>
                </c:pt>
                <c:pt idx="1256">
                  <c:v>46156.0</c:v>
                </c:pt>
                <c:pt idx="1257">
                  <c:v>46157.0</c:v>
                </c:pt>
                <c:pt idx="1258">
                  <c:v>46160.0</c:v>
                </c:pt>
                <c:pt idx="1259">
                  <c:v>46161.0</c:v>
                </c:pt>
                <c:pt idx="1260">
                  <c:v>46162.0</c:v>
                </c:pt>
                <c:pt idx="1261">
                  <c:v>46163.0</c:v>
                </c:pt>
                <c:pt idx="1262">
                  <c:v>46164.0</c:v>
                </c:pt>
                <c:pt idx="1263">
                  <c:v>46167.0</c:v>
                </c:pt>
                <c:pt idx="1264">
                  <c:v>46168.0</c:v>
                </c:pt>
                <c:pt idx="1265">
                  <c:v>46169.0</c:v>
                </c:pt>
                <c:pt idx="1266">
                  <c:v>46170.0</c:v>
                </c:pt>
                <c:pt idx="1267">
                  <c:v>46171.0</c:v>
                </c:pt>
                <c:pt idx="1268">
                  <c:v>46174.0</c:v>
                </c:pt>
                <c:pt idx="1269">
                  <c:v>46175.0</c:v>
                </c:pt>
                <c:pt idx="1270">
                  <c:v>46176.0</c:v>
                </c:pt>
                <c:pt idx="1271">
                  <c:v>46178.0</c:v>
                </c:pt>
                <c:pt idx="1272">
                  <c:v>46181.0</c:v>
                </c:pt>
                <c:pt idx="1273">
                  <c:v>46182.0</c:v>
                </c:pt>
                <c:pt idx="1274">
                  <c:v>46183.0</c:v>
                </c:pt>
                <c:pt idx="1275">
                  <c:v>46184.0</c:v>
                </c:pt>
                <c:pt idx="1276">
                  <c:v>46185.0</c:v>
                </c:pt>
                <c:pt idx="1277">
                  <c:v>46188.0</c:v>
                </c:pt>
                <c:pt idx="1278">
                  <c:v>46189.0</c:v>
                </c:pt>
                <c:pt idx="1279">
                  <c:v>46190.0</c:v>
                </c:pt>
                <c:pt idx="1280">
                  <c:v>46191.0</c:v>
                </c:pt>
                <c:pt idx="1281">
                  <c:v>46192.0</c:v>
                </c:pt>
                <c:pt idx="1282">
                  <c:v>46195.0</c:v>
                </c:pt>
                <c:pt idx="1283">
                  <c:v>46196.0</c:v>
                </c:pt>
                <c:pt idx="1284">
                  <c:v>46197.0</c:v>
                </c:pt>
                <c:pt idx="1285">
                  <c:v>46198.0</c:v>
                </c:pt>
                <c:pt idx="1286">
                  <c:v>46199.0</c:v>
                </c:pt>
                <c:pt idx="1287">
                  <c:v>46202.0</c:v>
                </c:pt>
                <c:pt idx="1288">
                  <c:v>46203.0</c:v>
                </c:pt>
                <c:pt idx="1289">
                  <c:v>46204.0</c:v>
                </c:pt>
                <c:pt idx="1290">
                  <c:v>46205.0</c:v>
                </c:pt>
                <c:pt idx="1291">
                  <c:v>46206.0</c:v>
                </c:pt>
                <c:pt idx="1292">
                  <c:v>46209.0</c:v>
                </c:pt>
                <c:pt idx="1293">
                  <c:v>46210.0</c:v>
                </c:pt>
                <c:pt idx="1294">
                  <c:v>46211.0</c:v>
                </c:pt>
                <c:pt idx="1295">
                  <c:v>46212.0</c:v>
                </c:pt>
                <c:pt idx="1296">
                  <c:v>46213.0</c:v>
                </c:pt>
                <c:pt idx="1297">
                  <c:v>46216.0</c:v>
                </c:pt>
                <c:pt idx="1298">
                  <c:v>46217.0</c:v>
                </c:pt>
                <c:pt idx="1299">
                  <c:v>46218.0</c:v>
                </c:pt>
                <c:pt idx="1300">
                  <c:v>46219.0</c:v>
                </c:pt>
                <c:pt idx="1301">
                  <c:v>46220.0</c:v>
                </c:pt>
                <c:pt idx="1302">
                  <c:v>46223.0</c:v>
                </c:pt>
                <c:pt idx="1303">
                  <c:v>46224.0</c:v>
                </c:pt>
                <c:pt idx="1304">
                  <c:v>46225.0</c:v>
                </c:pt>
                <c:pt idx="1305">
                  <c:v>46226.0</c:v>
                </c:pt>
                <c:pt idx="1306">
                  <c:v>46227.0</c:v>
                </c:pt>
                <c:pt idx="1307">
                  <c:v>46230.0</c:v>
                </c:pt>
                <c:pt idx="1308">
                  <c:v>46231.0</c:v>
                </c:pt>
                <c:pt idx="1309">
                  <c:v>46232.0</c:v>
                </c:pt>
                <c:pt idx="1310">
                  <c:v>46233.0</c:v>
                </c:pt>
                <c:pt idx="1311">
                  <c:v>46234.0</c:v>
                </c:pt>
                <c:pt idx="1312">
                  <c:v>46237.0</c:v>
                </c:pt>
                <c:pt idx="1313">
                  <c:v>46238.0</c:v>
                </c:pt>
                <c:pt idx="1314">
                  <c:v>46239.0</c:v>
                </c:pt>
                <c:pt idx="1315">
                  <c:v>46240.0</c:v>
                </c:pt>
                <c:pt idx="1316">
                  <c:v>46241.0</c:v>
                </c:pt>
                <c:pt idx="1317">
                  <c:v>46244.0</c:v>
                </c:pt>
                <c:pt idx="1318">
                  <c:v>46245.0</c:v>
                </c:pt>
                <c:pt idx="1319">
                  <c:v>46246.0</c:v>
                </c:pt>
                <c:pt idx="1320">
                  <c:v>46247.0</c:v>
                </c:pt>
                <c:pt idx="1321">
                  <c:v>46248.0</c:v>
                </c:pt>
                <c:pt idx="1322">
                  <c:v>46251.0</c:v>
                </c:pt>
                <c:pt idx="1323">
                  <c:v>46252.0</c:v>
                </c:pt>
                <c:pt idx="1324">
                  <c:v>46253.0</c:v>
                </c:pt>
                <c:pt idx="1325">
                  <c:v>46254.0</c:v>
                </c:pt>
                <c:pt idx="1326">
                  <c:v>46255.0</c:v>
                </c:pt>
                <c:pt idx="1327">
                  <c:v>46258.0</c:v>
                </c:pt>
                <c:pt idx="1328">
                  <c:v>46259.0</c:v>
                </c:pt>
                <c:pt idx="1329">
                  <c:v>46260.0</c:v>
                </c:pt>
                <c:pt idx="1330">
                  <c:v>46261.0</c:v>
                </c:pt>
                <c:pt idx="1331">
                  <c:v>46262.0</c:v>
                </c:pt>
                <c:pt idx="1332">
                  <c:v>46265.0</c:v>
                </c:pt>
              </c:numCache>
            </c:numRef>
          </c:cat>
          <c:val>
            <c:numRef>
              <c:f>Sheet1!$D$2:$D$1334</c:f>
              <c:numCache>
                <c:formatCode>General</c:formatCode>
                <c:ptCount val="1333"/>
                <c:pt idx="0">
                  <c:v>100.0</c:v>
                </c:pt>
                <c:pt idx="1">
                  <c:v>100.173289451604</c:v>
                </c:pt>
                <c:pt idx="2">
                  <c:v>99.57910526478013</c:v>
                </c:pt>
                <c:pt idx="3">
                  <c:v>100.8890502299681</c:v>
                </c:pt>
                <c:pt idx="4">
                  <c:v>100.3746613835074</c:v>
                </c:pt>
                <c:pt idx="5">
                  <c:v>101.835292828351</c:v>
                </c:pt>
                <c:pt idx="6">
                  <c:v>101.2746706301777</c:v>
                </c:pt>
                <c:pt idx="7">
                  <c:v>101.1506967537338</c:v>
                </c:pt>
                <c:pt idx="8">
                  <c:v>97.93833498289366</c:v>
                </c:pt>
                <c:pt idx="9">
                  <c:v>98.83560447538845</c:v>
                </c:pt>
                <c:pt idx="10">
                  <c:v>100.6421298848961</c:v>
                </c:pt>
                <c:pt idx="11">
                  <c:v>101.8185118340257</c:v>
                </c:pt>
                <c:pt idx="12">
                  <c:v>102.0000205481563</c:v>
                </c:pt>
                <c:pt idx="13">
                  <c:v>101.2931639708627</c:v>
                </c:pt>
                <c:pt idx="14">
                  <c:v>102.2188584129289</c:v>
                </c:pt>
                <c:pt idx="15">
                  <c:v>101.5116593663634</c:v>
                </c:pt>
                <c:pt idx="16">
                  <c:v>102.6346161090696</c:v>
                </c:pt>
                <c:pt idx="17">
                  <c:v>103.1109908663445</c:v>
                </c:pt>
                <c:pt idx="18">
                  <c:v>104.3431953068011</c:v>
                </c:pt>
                <c:pt idx="19">
                  <c:v>105.6935516460786</c:v>
                </c:pt>
                <c:pt idx="20">
                  <c:v>105.8058815672764</c:v>
                </c:pt>
                <c:pt idx="21">
                  <c:v>106.3195854751933</c:v>
                </c:pt>
                <c:pt idx="22">
                  <c:v>107.4052130672575</c:v>
                </c:pt>
                <c:pt idx="23">
                  <c:v>108.1148093987267</c:v>
                </c:pt>
                <c:pt idx="24">
                  <c:v>109.2826296160577</c:v>
                </c:pt>
                <c:pt idx="25">
                  <c:v>108.996325304712</c:v>
                </c:pt>
                <c:pt idx="26">
                  <c:v>108.7182402558931</c:v>
                </c:pt>
                <c:pt idx="27">
                  <c:v>108.4494018774166</c:v>
                </c:pt>
                <c:pt idx="28">
                  <c:v>109.4086583081333</c:v>
                </c:pt>
                <c:pt idx="29">
                  <c:v>108.1963170854495</c:v>
                </c:pt>
                <c:pt idx="30">
                  <c:v>109.9822943386405</c:v>
                </c:pt>
                <c:pt idx="31">
                  <c:v>109.9905136011671</c:v>
                </c:pt>
                <c:pt idx="32">
                  <c:v>109.4144802857564</c:v>
                </c:pt>
                <c:pt idx="33">
                  <c:v>108.6113898430463</c:v>
                </c:pt>
                <c:pt idx="34">
                  <c:v>109.0569423658462</c:v>
                </c:pt>
                <c:pt idx="35">
                  <c:v>110.4391483474145</c:v>
                </c:pt>
                <c:pt idx="36">
                  <c:v>109.7281821388576</c:v>
                </c:pt>
                <c:pt idx="37">
                  <c:v>109.7374288092001</c:v>
                </c:pt>
                <c:pt idx="38">
                  <c:v>109.985034092816</c:v>
                </c:pt>
                <c:pt idx="39">
                  <c:v>108.112754583095</c:v>
                </c:pt>
                <c:pt idx="40">
                  <c:v>108.4028260564321</c:v>
                </c:pt>
                <c:pt idx="41">
                  <c:v>107.7805593893088</c:v>
                </c:pt>
                <c:pt idx="42">
                  <c:v>107.6956270098665</c:v>
                </c:pt>
                <c:pt idx="43">
                  <c:v>106.6384243673736</c:v>
                </c:pt>
                <c:pt idx="44">
                  <c:v>108.3651544365182</c:v>
                </c:pt>
                <c:pt idx="45">
                  <c:v>108.2165227724942</c:v>
                </c:pt>
                <c:pt idx="46">
                  <c:v>105.8141008298031</c:v>
                </c:pt>
                <c:pt idx="47">
                  <c:v>106.6826029034545</c:v>
                </c:pt>
                <c:pt idx="48">
                  <c:v>105.1058743754217</c:v>
                </c:pt>
                <c:pt idx="49">
                  <c:v>106.9921951252924</c:v>
                </c:pt>
                <c:pt idx="50">
                  <c:v>107.5487076922023</c:v>
                </c:pt>
                <c:pt idx="51">
                  <c:v>108.0651513542947</c:v>
                </c:pt>
                <c:pt idx="52">
                  <c:v>107.2791843751819</c:v>
                </c:pt>
                <c:pt idx="53">
                  <c:v>106.4168467484255</c:v>
                </c:pt>
                <c:pt idx="54">
                  <c:v>104.9356671472652</c:v>
                </c:pt>
                <c:pt idx="55">
                  <c:v>105.9531433542126</c:v>
                </c:pt>
                <c:pt idx="56">
                  <c:v>105.9887601584948</c:v>
                </c:pt>
                <c:pt idx="57">
                  <c:v>106.6576026466025</c:v>
                </c:pt>
                <c:pt idx="58">
                  <c:v>105.604509635373</c:v>
                </c:pt>
                <c:pt idx="59">
                  <c:v>105.3099860615006</c:v>
                </c:pt>
                <c:pt idx="60">
                  <c:v>103.2548279605612</c:v>
                </c:pt>
                <c:pt idx="61">
                  <c:v>104.1469604139769</c:v>
                </c:pt>
                <c:pt idx="62">
                  <c:v>104.0911379226499</c:v>
                </c:pt>
                <c:pt idx="63">
                  <c:v>101.4530971208608</c:v>
                </c:pt>
                <c:pt idx="64">
                  <c:v>102.2698863344486</c:v>
                </c:pt>
                <c:pt idx="65">
                  <c:v>102.2794754740631</c:v>
                </c:pt>
                <c:pt idx="66">
                  <c:v>100.9743250786823</c:v>
                </c:pt>
                <c:pt idx="67">
                  <c:v>100.0335619886506</c:v>
                </c:pt>
                <c:pt idx="68">
                  <c:v>100.5537728127344</c:v>
                </c:pt>
                <c:pt idx="69">
                  <c:v>101.0527505419576</c:v>
                </c:pt>
                <c:pt idx="70">
                  <c:v>100.5167861313644</c:v>
                </c:pt>
                <c:pt idx="71">
                  <c:v>99.98356147494667</c:v>
                </c:pt>
                <c:pt idx="72">
                  <c:v>98.46916235440776</c:v>
                </c:pt>
                <c:pt idx="73">
                  <c:v>98.21915978588822</c:v>
                </c:pt>
                <c:pt idx="74">
                  <c:v>94.72254851933411</c:v>
                </c:pt>
                <c:pt idx="75">
                  <c:v>93.1451350527574</c:v>
                </c:pt>
                <c:pt idx="76">
                  <c:v>93.54513916238866</c:v>
                </c:pt>
                <c:pt idx="77">
                  <c:v>95.55851601215082</c:v>
                </c:pt>
                <c:pt idx="78">
                  <c:v>97.07291513268973</c:v>
                </c:pt>
                <c:pt idx="79">
                  <c:v>96.89517358055049</c:v>
                </c:pt>
                <c:pt idx="80">
                  <c:v>99.68698308544266</c:v>
                </c:pt>
                <c:pt idx="81">
                  <c:v>100.4681554947482</c:v>
                </c:pt>
                <c:pt idx="82">
                  <c:v>98.21231040044933</c:v>
                </c:pt>
                <c:pt idx="83">
                  <c:v>99.90273872676775</c:v>
                </c:pt>
                <c:pt idx="84">
                  <c:v>98.8544402853454</c:v>
                </c:pt>
                <c:pt idx="85">
                  <c:v>97.57394767754464</c:v>
                </c:pt>
                <c:pt idx="86">
                  <c:v>97.45100120891654</c:v>
                </c:pt>
                <c:pt idx="87">
                  <c:v>95.43145991225938</c:v>
                </c:pt>
                <c:pt idx="88">
                  <c:v>94.723233457878</c:v>
                </c:pt>
                <c:pt idx="89">
                  <c:v>95.90577985390262</c:v>
                </c:pt>
                <c:pt idx="90">
                  <c:v>91.83553255684134</c:v>
                </c:pt>
                <c:pt idx="91">
                  <c:v>93.59548214536451</c:v>
                </c:pt>
                <c:pt idx="92">
                  <c:v>93.37630181131999</c:v>
                </c:pt>
                <c:pt idx="93">
                  <c:v>95.96399963013319</c:v>
                </c:pt>
                <c:pt idx="94">
                  <c:v>96.1968787350555</c:v>
                </c:pt>
                <c:pt idx="95">
                  <c:v>95.44721349876883</c:v>
                </c:pt>
                <c:pt idx="96">
                  <c:v>95.0174145624784</c:v>
                </c:pt>
                <c:pt idx="97">
                  <c:v>93.91158128336936</c:v>
                </c:pt>
                <c:pt idx="98">
                  <c:v>91.34819878286422</c:v>
                </c:pt>
                <c:pt idx="99">
                  <c:v>93.22630027020826</c:v>
                </c:pt>
                <c:pt idx="100">
                  <c:v>94.65473960348908</c:v>
                </c:pt>
                <c:pt idx="101">
                  <c:v>95.2818008404196</c:v>
                </c:pt>
                <c:pt idx="102">
                  <c:v>95.10988126590343</c:v>
                </c:pt>
                <c:pt idx="103">
                  <c:v>94.57151957040655</c:v>
                </c:pt>
                <c:pt idx="104">
                  <c:v>91.32799309581948</c:v>
                </c:pt>
                <c:pt idx="105">
                  <c:v>91.4379257321137</c:v>
                </c:pt>
                <c:pt idx="106">
                  <c:v>91.29991061552003</c:v>
                </c:pt>
                <c:pt idx="107">
                  <c:v>93.59103004482924</c:v>
                </c:pt>
                <c:pt idx="108">
                  <c:v>90.57319082045365</c:v>
                </c:pt>
                <c:pt idx="109">
                  <c:v>89.45708346318627</c:v>
                </c:pt>
                <c:pt idx="110">
                  <c:v>88.89063928738994</c:v>
                </c:pt>
                <c:pt idx="111">
                  <c:v>88.82009061736936</c:v>
                </c:pt>
                <c:pt idx="112">
                  <c:v>91.69169546262462</c:v>
                </c:pt>
                <c:pt idx="113">
                  <c:v>90.76257632783899</c:v>
                </c:pt>
                <c:pt idx="114">
                  <c:v>92.83143319965616</c:v>
                </c:pt>
                <c:pt idx="115">
                  <c:v>92.65129436261333</c:v>
                </c:pt>
                <c:pt idx="116">
                  <c:v>93.6184275865848</c:v>
                </c:pt>
                <c:pt idx="117">
                  <c:v>94.01226724932106</c:v>
                </c:pt>
                <c:pt idx="118">
                  <c:v>89.83551200868503</c:v>
                </c:pt>
                <c:pt idx="119">
                  <c:v>89.42797357507098</c:v>
                </c:pt>
                <c:pt idx="120">
                  <c:v>85.81012818624849</c:v>
                </c:pt>
                <c:pt idx="121">
                  <c:v>83.67106511368269</c:v>
                </c:pt>
                <c:pt idx="122">
                  <c:v>85.89334821933103</c:v>
                </c:pt>
                <c:pt idx="123">
                  <c:v>82.6118076555581</c:v>
                </c:pt>
                <c:pt idx="124">
                  <c:v>83.15907355212553</c:v>
                </c:pt>
                <c:pt idx="125">
                  <c:v>81.34569875717902</c:v>
                </c:pt>
                <c:pt idx="126">
                  <c:v>79.86383421747485</c:v>
                </c:pt>
                <c:pt idx="127">
                  <c:v>82.13817265245876</c:v>
                </c:pt>
                <c:pt idx="128">
                  <c:v>84.70018527587612</c:v>
                </c:pt>
                <c:pt idx="129">
                  <c:v>83.20119727257472</c:v>
                </c:pt>
                <c:pt idx="130">
                  <c:v>84.84299496227702</c:v>
                </c:pt>
                <c:pt idx="131">
                  <c:v>84.12415196046535</c:v>
                </c:pt>
                <c:pt idx="132">
                  <c:v>85.54334462340367</c:v>
                </c:pt>
                <c:pt idx="133">
                  <c:v>86.54198502039405</c:v>
                </c:pt>
                <c:pt idx="134">
                  <c:v>88.47625146833701</c:v>
                </c:pt>
                <c:pt idx="135">
                  <c:v>86.69267150004967</c:v>
                </c:pt>
                <c:pt idx="136">
                  <c:v>83.51250184077234</c:v>
                </c:pt>
                <c:pt idx="137">
                  <c:v>81.7833744867242</c:v>
                </c:pt>
                <c:pt idx="138">
                  <c:v>82.11351486487875</c:v>
                </c:pt>
                <c:pt idx="139">
                  <c:v>82.74502820234456</c:v>
                </c:pt>
                <c:pt idx="140">
                  <c:v>80.845351150868</c:v>
                </c:pt>
                <c:pt idx="141">
                  <c:v>80.70493874937071</c:v>
                </c:pt>
                <c:pt idx="142">
                  <c:v>81.0843947026853</c:v>
                </c:pt>
                <c:pt idx="143">
                  <c:v>82.75153511851151</c:v>
                </c:pt>
                <c:pt idx="144">
                  <c:v>79.38745946019993</c:v>
                </c:pt>
                <c:pt idx="145">
                  <c:v>79.29430781823102</c:v>
                </c:pt>
                <c:pt idx="146">
                  <c:v>78.0388154672822</c:v>
                </c:pt>
                <c:pt idx="147">
                  <c:v>75.86653287533778</c:v>
                </c:pt>
                <c:pt idx="148">
                  <c:v>77.87785490946827</c:v>
                </c:pt>
                <c:pt idx="149">
                  <c:v>79.89123175923042</c:v>
                </c:pt>
                <c:pt idx="150">
                  <c:v>81.24912242249064</c:v>
                </c:pt>
                <c:pt idx="151">
                  <c:v>81.15288855707422</c:v>
                </c:pt>
                <c:pt idx="152">
                  <c:v>83.72346291229019</c:v>
                </c:pt>
                <c:pt idx="153">
                  <c:v>81.9655681393987</c:v>
                </c:pt>
                <c:pt idx="154">
                  <c:v>83.76661404055521</c:v>
                </c:pt>
                <c:pt idx="155">
                  <c:v>82.90872851433406</c:v>
                </c:pt>
                <c:pt idx="156">
                  <c:v>81.10254557409837</c:v>
                </c:pt>
                <c:pt idx="157">
                  <c:v>82.06556916680651</c:v>
                </c:pt>
                <c:pt idx="158">
                  <c:v>81.80392264304086</c:v>
                </c:pt>
                <c:pt idx="159">
                  <c:v>82.00906173693566</c:v>
                </c:pt>
                <c:pt idx="160">
                  <c:v>79.8289023517365</c:v>
                </c:pt>
                <c:pt idx="161">
                  <c:v>80.01726045130602</c:v>
                </c:pt>
                <c:pt idx="162">
                  <c:v>79.84499840751788</c:v>
                </c:pt>
                <c:pt idx="163">
                  <c:v>79.393281437823</c:v>
                </c:pt>
                <c:pt idx="164">
                  <c:v>80.15048099809245</c:v>
                </c:pt>
                <c:pt idx="165">
                  <c:v>80.72137727442406</c:v>
                </c:pt>
                <c:pt idx="166">
                  <c:v>79.65972253139587</c:v>
                </c:pt>
                <c:pt idx="167">
                  <c:v>81.0022020774186</c:v>
                </c:pt>
                <c:pt idx="168">
                  <c:v>78.53402603451406</c:v>
                </c:pt>
                <c:pt idx="169">
                  <c:v>76.46242940852132</c:v>
                </c:pt>
                <c:pt idx="170">
                  <c:v>73.0356818734439</c:v>
                </c:pt>
                <c:pt idx="171">
                  <c:v>72.63328047890903</c:v>
                </c:pt>
                <c:pt idx="172">
                  <c:v>72.99458556081056</c:v>
                </c:pt>
                <c:pt idx="173">
                  <c:v>71.88224536553459</c:v>
                </c:pt>
                <c:pt idx="174">
                  <c:v>73.47472748007685</c:v>
                </c:pt>
                <c:pt idx="175">
                  <c:v>75.62372216152906</c:v>
                </c:pt>
                <c:pt idx="176">
                  <c:v>74.94083843327158</c:v>
                </c:pt>
                <c:pt idx="177">
                  <c:v>75.50831001688375</c:v>
                </c:pt>
                <c:pt idx="178">
                  <c:v>75.0500861310219</c:v>
                </c:pt>
                <c:pt idx="179">
                  <c:v>74.05384301893513</c:v>
                </c:pt>
                <c:pt idx="180">
                  <c:v>75.87646448422417</c:v>
                </c:pt>
                <c:pt idx="181">
                  <c:v>78.51005318547793</c:v>
                </c:pt>
                <c:pt idx="182">
                  <c:v>78.67683572091495</c:v>
                </c:pt>
                <c:pt idx="183">
                  <c:v>77.304903817505</c:v>
                </c:pt>
                <c:pt idx="184">
                  <c:v>79.65390055377281</c:v>
                </c:pt>
                <c:pt idx="185">
                  <c:v>80.74603506200408</c:v>
                </c:pt>
                <c:pt idx="186">
                  <c:v>81.60871515803244</c:v>
                </c:pt>
                <c:pt idx="187">
                  <c:v>81.6652225879033</c:v>
                </c:pt>
                <c:pt idx="188">
                  <c:v>83.76901132545883</c:v>
                </c:pt>
                <c:pt idx="189">
                  <c:v>83.55085839923014</c:v>
                </c:pt>
                <c:pt idx="190">
                  <c:v>82.47379253896445</c:v>
                </c:pt>
                <c:pt idx="191">
                  <c:v>81.96830789357425</c:v>
                </c:pt>
                <c:pt idx="192">
                  <c:v>80.95494131789026</c:v>
                </c:pt>
                <c:pt idx="193">
                  <c:v>80.66658219091292</c:v>
                </c:pt>
                <c:pt idx="194">
                  <c:v>80.40322332078755</c:v>
                </c:pt>
                <c:pt idx="195">
                  <c:v>81.08268235632558</c:v>
                </c:pt>
                <c:pt idx="196">
                  <c:v>81.31727380760762</c:v>
                </c:pt>
                <c:pt idx="197">
                  <c:v>80.17959088620773</c:v>
                </c:pt>
                <c:pt idx="198">
                  <c:v>80.69945924101961</c:v>
                </c:pt>
                <c:pt idx="199">
                  <c:v>82.57208122001254</c:v>
                </c:pt>
                <c:pt idx="200">
                  <c:v>82.64639705202451</c:v>
                </c:pt>
                <c:pt idx="201">
                  <c:v>81.44193262259544</c:v>
                </c:pt>
                <c:pt idx="202">
                  <c:v>80.65254095076321</c:v>
                </c:pt>
                <c:pt idx="203">
                  <c:v>78.28779062798591</c:v>
                </c:pt>
                <c:pt idx="204">
                  <c:v>79.80424456415649</c:v>
                </c:pt>
                <c:pt idx="205">
                  <c:v>79.70321612893284</c:v>
                </c:pt>
                <c:pt idx="206">
                  <c:v>79.8826700274318</c:v>
                </c:pt>
                <c:pt idx="207">
                  <c:v>79.42102144885052</c:v>
                </c:pt>
                <c:pt idx="208">
                  <c:v>79.93438288749543</c:v>
                </c:pt>
                <c:pt idx="209">
                  <c:v>80.16417976897023</c:v>
                </c:pt>
                <c:pt idx="210">
                  <c:v>78.5850539560338</c:v>
                </c:pt>
                <c:pt idx="211">
                  <c:v>75.14700493498222</c:v>
                </c:pt>
                <c:pt idx="212">
                  <c:v>76.1363986616301</c:v>
                </c:pt>
                <c:pt idx="213">
                  <c:v>79.00526375270978</c:v>
                </c:pt>
                <c:pt idx="214">
                  <c:v>78.62512286085132</c:v>
                </c:pt>
                <c:pt idx="215">
                  <c:v>76.29016736473321</c:v>
                </c:pt>
                <c:pt idx="216">
                  <c:v>75.20248495703723</c:v>
                </c:pt>
                <c:pt idx="217">
                  <c:v>75.86482052897804</c:v>
                </c:pt>
                <c:pt idx="218">
                  <c:v>76.97716072425402</c:v>
                </c:pt>
                <c:pt idx="219">
                  <c:v>78.02717151203609</c:v>
                </c:pt>
                <c:pt idx="220">
                  <c:v>80.43952506361367</c:v>
                </c:pt>
                <c:pt idx="221">
                  <c:v>80.2860988297825</c:v>
                </c:pt>
                <c:pt idx="222">
                  <c:v>82.04810323393735</c:v>
                </c:pt>
                <c:pt idx="223">
                  <c:v>83.01831868135632</c:v>
                </c:pt>
                <c:pt idx="224">
                  <c:v>85.0025856430032</c:v>
                </c:pt>
                <c:pt idx="225">
                  <c:v>86.71869916471745</c:v>
                </c:pt>
                <c:pt idx="226">
                  <c:v>86.29266739041839</c:v>
                </c:pt>
                <c:pt idx="227">
                  <c:v>88.01254807412406</c:v>
                </c:pt>
                <c:pt idx="228">
                  <c:v>86.91698887317335</c:v>
                </c:pt>
                <c:pt idx="229">
                  <c:v>86.41903855176595</c:v>
                </c:pt>
                <c:pt idx="230">
                  <c:v>88.40227810559699</c:v>
                </c:pt>
                <c:pt idx="231">
                  <c:v>88.44303194895839</c:v>
                </c:pt>
                <c:pt idx="232">
                  <c:v>86.62657493056435</c:v>
                </c:pt>
                <c:pt idx="233">
                  <c:v>84.85121422480368</c:v>
                </c:pt>
                <c:pt idx="234">
                  <c:v>84.80943297362644</c:v>
                </c:pt>
                <c:pt idx="235">
                  <c:v>83.84949160436581</c:v>
                </c:pt>
                <c:pt idx="236">
                  <c:v>82.4220796789008</c:v>
                </c:pt>
                <c:pt idx="237">
                  <c:v>82.27995493104383</c:v>
                </c:pt>
                <c:pt idx="238">
                  <c:v>82.75427487268705</c:v>
                </c:pt>
                <c:pt idx="239">
                  <c:v>81.83166265406837</c:v>
                </c:pt>
                <c:pt idx="240">
                  <c:v>82.0724185522454</c:v>
                </c:pt>
                <c:pt idx="241">
                  <c:v>82.68886324174564</c:v>
                </c:pt>
                <c:pt idx="242">
                  <c:v>82.3727641037408</c:v>
                </c:pt>
                <c:pt idx="243">
                  <c:v>80.1069874005555</c:v>
                </c:pt>
                <c:pt idx="244">
                  <c:v>80.75562420161852</c:v>
                </c:pt>
                <c:pt idx="245">
                  <c:v>79.7182847768984</c:v>
                </c:pt>
                <c:pt idx="246">
                  <c:v>80.18027582475162</c:v>
                </c:pt>
                <c:pt idx="247">
                  <c:v>80.89603660311579</c:v>
                </c:pt>
                <c:pt idx="248">
                  <c:v>79.19396432155125</c:v>
                </c:pt>
                <c:pt idx="249">
                  <c:v>77.52134439737395</c:v>
                </c:pt>
                <c:pt idx="250">
                  <c:v>77.52956365990062</c:v>
                </c:pt>
                <c:pt idx="251">
                  <c:v>79.37924019767327</c:v>
                </c:pt>
                <c:pt idx="252">
                  <c:v>76.43571680530965</c:v>
                </c:pt>
                <c:pt idx="253">
                  <c:v>74.89015298102379</c:v>
                </c:pt>
                <c:pt idx="254">
                  <c:v>72.35382555300227</c:v>
                </c:pt>
                <c:pt idx="255">
                  <c:v>73.12677869978118</c:v>
                </c:pt>
                <c:pt idx="256">
                  <c:v>72.74150076884354</c:v>
                </c:pt>
                <c:pt idx="257">
                  <c:v>74.17507714120352</c:v>
                </c:pt>
                <c:pt idx="258">
                  <c:v>75.92817734428779</c:v>
                </c:pt>
                <c:pt idx="259">
                  <c:v>76.65763689352973</c:v>
                </c:pt>
                <c:pt idx="260">
                  <c:v>77.81312821707073</c:v>
                </c:pt>
                <c:pt idx="261">
                  <c:v>75.90043733326029</c:v>
                </c:pt>
                <c:pt idx="262">
                  <c:v>76.36037356548184</c:v>
                </c:pt>
                <c:pt idx="263">
                  <c:v>76.6942811056278</c:v>
                </c:pt>
                <c:pt idx="264">
                  <c:v>77.40627472200056</c:v>
                </c:pt>
                <c:pt idx="265">
                  <c:v>76.89942019952261</c:v>
                </c:pt>
                <c:pt idx="266">
                  <c:v>77.35387692339306</c:v>
                </c:pt>
                <c:pt idx="267">
                  <c:v>78.62169816813187</c:v>
                </c:pt>
                <c:pt idx="268">
                  <c:v>78.82375503857916</c:v>
                </c:pt>
                <c:pt idx="269">
                  <c:v>78.26998222584479</c:v>
                </c:pt>
                <c:pt idx="270">
                  <c:v>77.74942893248905</c:v>
                </c:pt>
                <c:pt idx="271">
                  <c:v>77.62682493313287</c:v>
                </c:pt>
                <c:pt idx="272">
                  <c:v>78.77546687123497</c:v>
                </c:pt>
                <c:pt idx="273">
                  <c:v>77.49189203998671</c:v>
                </c:pt>
                <c:pt idx="274">
                  <c:v>75.75386048486799</c:v>
                </c:pt>
                <c:pt idx="275">
                  <c:v>74.64494498231147</c:v>
                </c:pt>
                <c:pt idx="276">
                  <c:v>74.11925464987655</c:v>
                </c:pt>
                <c:pt idx="277">
                  <c:v>73.6017835799683</c:v>
                </c:pt>
                <c:pt idx="278">
                  <c:v>71.86820412538486</c:v>
                </c:pt>
                <c:pt idx="279">
                  <c:v>68.6616643321678</c:v>
                </c:pt>
                <c:pt idx="280">
                  <c:v>67.58322859481433</c:v>
                </c:pt>
                <c:pt idx="281">
                  <c:v>69.4383846409381</c:v>
                </c:pt>
                <c:pt idx="282">
                  <c:v>68.31885259095128</c:v>
                </c:pt>
                <c:pt idx="283">
                  <c:v>67.45548755637901</c:v>
                </c:pt>
                <c:pt idx="284">
                  <c:v>67.5661051312171</c:v>
                </c:pt>
                <c:pt idx="285">
                  <c:v>67.18801905499029</c:v>
                </c:pt>
                <c:pt idx="286">
                  <c:v>67.40719938903483</c:v>
                </c:pt>
                <c:pt idx="287">
                  <c:v>67.36952776912092</c:v>
                </c:pt>
                <c:pt idx="288">
                  <c:v>67.38802110980593</c:v>
                </c:pt>
                <c:pt idx="289">
                  <c:v>66.67979465542454</c:v>
                </c:pt>
                <c:pt idx="290">
                  <c:v>65.96163659215678</c:v>
                </c:pt>
                <c:pt idx="291">
                  <c:v>65.05546289859143</c:v>
                </c:pt>
                <c:pt idx="292">
                  <c:v>65.53183765586633</c:v>
                </c:pt>
                <c:pt idx="293">
                  <c:v>65.0167638708617</c:v>
                </c:pt>
                <c:pt idx="294">
                  <c:v>64.96265372589446</c:v>
                </c:pt>
                <c:pt idx="295">
                  <c:v>66.05513070339764</c:v>
                </c:pt>
                <c:pt idx="296">
                  <c:v>67.49178929920514</c:v>
                </c:pt>
                <c:pt idx="297">
                  <c:v>67.51131004770598</c:v>
                </c:pt>
                <c:pt idx="298">
                  <c:v>65.49416603595243</c:v>
                </c:pt>
                <c:pt idx="299">
                  <c:v>65.80615554269393</c:v>
                </c:pt>
                <c:pt idx="300">
                  <c:v>65.42224748884406</c:v>
                </c:pt>
                <c:pt idx="301">
                  <c:v>64.82566601711662</c:v>
                </c:pt>
                <c:pt idx="302">
                  <c:v>64.97737990458806</c:v>
                </c:pt>
                <c:pt idx="303">
                  <c:v>64.55751257718401</c:v>
                </c:pt>
                <c:pt idx="304">
                  <c:v>65.36197289698183</c:v>
                </c:pt>
                <c:pt idx="305">
                  <c:v>66.83493323561544</c:v>
                </c:pt>
                <c:pt idx="306">
                  <c:v>66.9606194584191</c:v>
                </c:pt>
                <c:pt idx="307">
                  <c:v>66.37157231067442</c:v>
                </c:pt>
                <c:pt idx="308">
                  <c:v>66.24314633369521</c:v>
                </c:pt>
                <c:pt idx="309">
                  <c:v>65.2688212550129</c:v>
                </c:pt>
                <c:pt idx="310">
                  <c:v>67.46952879652873</c:v>
                </c:pt>
                <c:pt idx="311">
                  <c:v>68.53084107028498</c:v>
                </c:pt>
                <c:pt idx="312">
                  <c:v>68.40994941728854</c:v>
                </c:pt>
                <c:pt idx="313">
                  <c:v>68.50241612071358</c:v>
                </c:pt>
                <c:pt idx="314">
                  <c:v>68.81440562745509</c:v>
                </c:pt>
                <c:pt idx="315">
                  <c:v>70.91613954937894</c:v>
                </c:pt>
                <c:pt idx="316">
                  <c:v>73.95315705298343</c:v>
                </c:pt>
                <c:pt idx="317">
                  <c:v>73.97302027075621</c:v>
                </c:pt>
                <c:pt idx="318">
                  <c:v>74.99255129333523</c:v>
                </c:pt>
                <c:pt idx="319">
                  <c:v>73.86308763446202</c:v>
                </c:pt>
                <c:pt idx="320">
                  <c:v>76.34975701805156</c:v>
                </c:pt>
                <c:pt idx="321">
                  <c:v>75.12405949376193</c:v>
                </c:pt>
                <c:pt idx="322">
                  <c:v>77.2973694935222</c:v>
                </c:pt>
                <c:pt idx="323">
                  <c:v>78.8908790158803</c:v>
                </c:pt>
                <c:pt idx="324">
                  <c:v>78.17100860625283</c:v>
                </c:pt>
                <c:pt idx="325">
                  <c:v>78.18881700839393</c:v>
                </c:pt>
                <c:pt idx="326">
                  <c:v>77.51723476611062</c:v>
                </c:pt>
                <c:pt idx="327">
                  <c:v>75.5733791785532</c:v>
                </c:pt>
                <c:pt idx="328">
                  <c:v>74.7911793614318</c:v>
                </c:pt>
                <c:pt idx="329">
                  <c:v>76.10420655006729</c:v>
                </c:pt>
                <c:pt idx="330">
                  <c:v>77.2336702089405</c:v>
                </c:pt>
                <c:pt idx="331">
                  <c:v>78.04771966835276</c:v>
                </c:pt>
                <c:pt idx="332">
                  <c:v>77.08640842200434</c:v>
                </c:pt>
                <c:pt idx="333">
                  <c:v>77.44189152628282</c:v>
                </c:pt>
                <c:pt idx="334">
                  <c:v>76.21242684000178</c:v>
                </c:pt>
                <c:pt idx="335">
                  <c:v>75.86584793679388</c:v>
                </c:pt>
                <c:pt idx="336">
                  <c:v>76.79119990958813</c:v>
                </c:pt>
                <c:pt idx="337">
                  <c:v>77.10318941632963</c:v>
                </c:pt>
                <c:pt idx="338">
                  <c:v>77.88538923345104</c:v>
                </c:pt>
                <c:pt idx="339">
                  <c:v>75.80077877512441</c:v>
                </c:pt>
                <c:pt idx="340">
                  <c:v>76.35523652640268</c:v>
                </c:pt>
                <c:pt idx="341">
                  <c:v>77.8949783730655</c:v>
                </c:pt>
                <c:pt idx="342">
                  <c:v>78.30525656085507</c:v>
                </c:pt>
                <c:pt idx="343">
                  <c:v>76.31208539813765</c:v>
                </c:pt>
                <c:pt idx="344">
                  <c:v>76.39701777757992</c:v>
                </c:pt>
                <c:pt idx="345">
                  <c:v>75.92201289739279</c:v>
                </c:pt>
                <c:pt idx="346">
                  <c:v>75.59289992705405</c:v>
                </c:pt>
                <c:pt idx="347">
                  <c:v>77.0860659527324</c:v>
                </c:pt>
                <c:pt idx="348">
                  <c:v>76.97716072425402</c:v>
                </c:pt>
                <c:pt idx="349">
                  <c:v>76.97750319352596</c:v>
                </c:pt>
                <c:pt idx="350">
                  <c:v>78.22306393558839</c:v>
                </c:pt>
                <c:pt idx="351">
                  <c:v>77.07202471258267</c:v>
                </c:pt>
                <c:pt idx="352">
                  <c:v>74.47302540779529</c:v>
                </c:pt>
                <c:pt idx="353">
                  <c:v>73.67986657397165</c:v>
                </c:pt>
                <c:pt idx="354">
                  <c:v>74.31446213488495</c:v>
                </c:pt>
                <c:pt idx="355">
                  <c:v>72.8719815614544</c:v>
                </c:pt>
                <c:pt idx="356">
                  <c:v>74.47199799997945</c:v>
                </c:pt>
                <c:pt idx="357">
                  <c:v>78.2915577899773</c:v>
                </c:pt>
                <c:pt idx="358">
                  <c:v>78.52957393397878</c:v>
                </c:pt>
                <c:pt idx="359">
                  <c:v>78.73779525132107</c:v>
                </c:pt>
                <c:pt idx="360">
                  <c:v>79.97513673085683</c:v>
                </c:pt>
                <c:pt idx="361">
                  <c:v>78.96793460206783</c:v>
                </c:pt>
                <c:pt idx="362">
                  <c:v>79.01245560742063</c:v>
                </c:pt>
                <c:pt idx="363">
                  <c:v>77.80662130090377</c:v>
                </c:pt>
                <c:pt idx="364">
                  <c:v>77.47545351493339</c:v>
                </c:pt>
                <c:pt idx="365">
                  <c:v>75.6976955242691</c:v>
                </c:pt>
                <c:pt idx="366">
                  <c:v>76.46893632468827</c:v>
                </c:pt>
                <c:pt idx="367">
                  <c:v>77.638468888379</c:v>
                </c:pt>
                <c:pt idx="368">
                  <c:v>77.23230033185273</c:v>
                </c:pt>
                <c:pt idx="369">
                  <c:v>76.74839125059505</c:v>
                </c:pt>
                <c:pt idx="370">
                  <c:v>78.2470367846245</c:v>
                </c:pt>
                <c:pt idx="371">
                  <c:v>77.3833292807803</c:v>
                </c:pt>
                <c:pt idx="372">
                  <c:v>76.61825292725611</c:v>
                </c:pt>
                <c:pt idx="373">
                  <c:v>74.40110686068692</c:v>
                </c:pt>
                <c:pt idx="374">
                  <c:v>76.57304698335942</c:v>
                </c:pt>
                <c:pt idx="375">
                  <c:v>77.17202573999049</c:v>
                </c:pt>
                <c:pt idx="376">
                  <c:v>79.91212238481903</c:v>
                </c:pt>
                <c:pt idx="377">
                  <c:v>80.85083065921911</c:v>
                </c:pt>
                <c:pt idx="378">
                  <c:v>81.62070158255052</c:v>
                </c:pt>
                <c:pt idx="379">
                  <c:v>82.1453645071696</c:v>
                </c:pt>
                <c:pt idx="380">
                  <c:v>78.95423583119005</c:v>
                </c:pt>
                <c:pt idx="381">
                  <c:v>79.02855166320202</c:v>
                </c:pt>
                <c:pt idx="382">
                  <c:v>78.0634732548622</c:v>
                </c:pt>
                <c:pt idx="383">
                  <c:v>73.30417778264845</c:v>
                </c:pt>
                <c:pt idx="384">
                  <c:v>73.44493265341768</c:v>
                </c:pt>
                <c:pt idx="385">
                  <c:v>74.147337130176</c:v>
                </c:pt>
                <c:pt idx="386">
                  <c:v>71.545940540485</c:v>
                </c:pt>
                <c:pt idx="387">
                  <c:v>70.33120203289761</c:v>
                </c:pt>
                <c:pt idx="388">
                  <c:v>69.8572245605263</c:v>
                </c:pt>
                <c:pt idx="389">
                  <c:v>71.403815792628</c:v>
                </c:pt>
                <c:pt idx="390">
                  <c:v>70.1859950615931</c:v>
                </c:pt>
                <c:pt idx="391">
                  <c:v>69.5013989869759</c:v>
                </c:pt>
                <c:pt idx="392">
                  <c:v>71.94936934283572</c:v>
                </c:pt>
                <c:pt idx="393">
                  <c:v>69.80311441555907</c:v>
                </c:pt>
                <c:pt idx="394">
                  <c:v>68.98598273269931</c:v>
                </c:pt>
                <c:pt idx="395">
                  <c:v>70.48976530580795</c:v>
                </c:pt>
                <c:pt idx="396">
                  <c:v>70.93976992914311</c:v>
                </c:pt>
                <c:pt idx="397">
                  <c:v>69.81270355517351</c:v>
                </c:pt>
                <c:pt idx="398">
                  <c:v>70.81545358342723</c:v>
                </c:pt>
                <c:pt idx="399">
                  <c:v>68.41542892563965</c:v>
                </c:pt>
                <c:pt idx="400">
                  <c:v>68.65721223163253</c:v>
                </c:pt>
                <c:pt idx="401">
                  <c:v>68.54864947242609</c:v>
                </c:pt>
                <c:pt idx="402">
                  <c:v>66.60787610831619</c:v>
                </c:pt>
                <c:pt idx="403">
                  <c:v>65.83834765425672</c:v>
                </c:pt>
                <c:pt idx="404">
                  <c:v>64.72600745898075</c:v>
                </c:pt>
                <c:pt idx="405">
                  <c:v>63.50647438158612</c:v>
                </c:pt>
                <c:pt idx="406">
                  <c:v>64.20990626616027</c:v>
                </c:pt>
                <c:pt idx="407">
                  <c:v>64.3191539639106</c:v>
                </c:pt>
                <c:pt idx="408">
                  <c:v>63.09003174690152</c:v>
                </c:pt>
                <c:pt idx="409">
                  <c:v>64.68628102343517</c:v>
                </c:pt>
                <c:pt idx="410">
                  <c:v>66.81164532512321</c:v>
                </c:pt>
                <c:pt idx="411">
                  <c:v>67.27980081987144</c:v>
                </c:pt>
                <c:pt idx="412">
                  <c:v>67.30856823871478</c:v>
                </c:pt>
                <c:pt idx="413">
                  <c:v>69.20995763655107</c:v>
                </c:pt>
                <c:pt idx="414">
                  <c:v>68.60686924865666</c:v>
                </c:pt>
                <c:pt idx="415">
                  <c:v>67.4561724949229</c:v>
                </c:pt>
                <c:pt idx="416">
                  <c:v>69.21646455271801</c:v>
                </c:pt>
                <c:pt idx="417">
                  <c:v>68.80344661075286</c:v>
                </c:pt>
                <c:pt idx="418">
                  <c:v>66.40753158422861</c:v>
                </c:pt>
                <c:pt idx="419">
                  <c:v>64.56436196262291</c:v>
                </c:pt>
                <c:pt idx="420">
                  <c:v>65.33046572396292</c:v>
                </c:pt>
                <c:pt idx="421">
                  <c:v>66.8654130008185</c:v>
                </c:pt>
                <c:pt idx="422">
                  <c:v>67.87227266033555</c:v>
                </c:pt>
                <c:pt idx="423">
                  <c:v>68.23768737350042</c:v>
                </c:pt>
                <c:pt idx="424">
                  <c:v>70.32674993236232</c:v>
                </c:pt>
                <c:pt idx="425">
                  <c:v>71.20689596125987</c:v>
                </c:pt>
                <c:pt idx="426">
                  <c:v>69.43393254040282</c:v>
                </c:pt>
                <c:pt idx="427">
                  <c:v>68.34419531707518</c:v>
                </c:pt>
                <c:pt idx="428">
                  <c:v>67.55446117597099</c:v>
                </c:pt>
                <c:pt idx="429">
                  <c:v>68.38186693698908</c:v>
                </c:pt>
                <c:pt idx="430">
                  <c:v>69.01372274372683</c:v>
                </c:pt>
                <c:pt idx="431">
                  <c:v>69.08461388301934</c:v>
                </c:pt>
                <c:pt idx="432">
                  <c:v>68.95447555968042</c:v>
                </c:pt>
                <c:pt idx="433">
                  <c:v>68.89659825272177</c:v>
                </c:pt>
                <c:pt idx="434">
                  <c:v>69.78119638215462</c:v>
                </c:pt>
                <c:pt idx="435">
                  <c:v>70.6753836512019</c:v>
                </c:pt>
                <c:pt idx="436">
                  <c:v>70.95792080055617</c:v>
                </c:pt>
                <c:pt idx="437">
                  <c:v>69.93736237016134</c:v>
                </c:pt>
                <c:pt idx="438">
                  <c:v>69.6157837238054</c:v>
                </c:pt>
                <c:pt idx="439">
                  <c:v>70.81339876779556</c:v>
                </c:pt>
                <c:pt idx="440">
                  <c:v>70.60962955098856</c:v>
                </c:pt>
                <c:pt idx="441">
                  <c:v>70.09489823525584</c:v>
                </c:pt>
                <c:pt idx="442">
                  <c:v>68.2359750271407</c:v>
                </c:pt>
                <c:pt idx="443">
                  <c:v>67.64761281793992</c:v>
                </c:pt>
                <c:pt idx="444">
                  <c:v>66.99109922362217</c:v>
                </c:pt>
                <c:pt idx="445">
                  <c:v>67.59932465059573</c:v>
                </c:pt>
                <c:pt idx="446">
                  <c:v>65.7636893529728</c:v>
                </c:pt>
                <c:pt idx="447">
                  <c:v>65.78389504001754</c:v>
                </c:pt>
                <c:pt idx="448">
                  <c:v>66.05307588776597</c:v>
                </c:pt>
                <c:pt idx="449">
                  <c:v>65.00101028435225</c:v>
                </c:pt>
                <c:pt idx="450">
                  <c:v>66.26335202073994</c:v>
                </c:pt>
                <c:pt idx="451">
                  <c:v>66.25444781966938</c:v>
                </c:pt>
                <c:pt idx="452">
                  <c:v>66.12259714997073</c:v>
                </c:pt>
                <c:pt idx="453">
                  <c:v>65.08491525597866</c:v>
                </c:pt>
                <c:pt idx="454">
                  <c:v>64.85648825159163</c:v>
                </c:pt>
                <c:pt idx="455">
                  <c:v>64.16846748425498</c:v>
                </c:pt>
                <c:pt idx="456">
                  <c:v>64.0410689150916</c:v>
                </c:pt>
                <c:pt idx="457">
                  <c:v>63.36606198008884</c:v>
                </c:pt>
                <c:pt idx="458">
                  <c:v>62.71434295557832</c:v>
                </c:pt>
                <c:pt idx="459">
                  <c:v>62.759548899475</c:v>
                </c:pt>
                <c:pt idx="460">
                  <c:v>62.99482528930092</c:v>
                </c:pt>
                <c:pt idx="461">
                  <c:v>64.08216522772494</c:v>
                </c:pt>
                <c:pt idx="462">
                  <c:v>64.0280550827577</c:v>
                </c:pt>
                <c:pt idx="463">
                  <c:v>66.00273290479012</c:v>
                </c:pt>
                <c:pt idx="464">
                  <c:v>66.11437788744405</c:v>
                </c:pt>
                <c:pt idx="465">
                  <c:v>64.80820008424745</c:v>
                </c:pt>
                <c:pt idx="466">
                  <c:v>64.66641780566239</c:v>
                </c:pt>
                <c:pt idx="467">
                  <c:v>64.37771620941311</c:v>
                </c:pt>
                <c:pt idx="468">
                  <c:v>64.10819289239274</c:v>
                </c:pt>
                <c:pt idx="469">
                  <c:v>64.55443035373652</c:v>
                </c:pt>
                <c:pt idx="470">
                  <c:v>63.9780545690538</c:v>
                </c:pt>
                <c:pt idx="471">
                  <c:v>62.41981938170598</c:v>
                </c:pt>
                <c:pt idx="472">
                  <c:v>62.04961009873389</c:v>
                </c:pt>
                <c:pt idx="473">
                  <c:v>61.94310215515913</c:v>
                </c:pt>
                <c:pt idx="474">
                  <c:v>59.8208200769186</c:v>
                </c:pt>
                <c:pt idx="475">
                  <c:v>61.1876149412494</c:v>
                </c:pt>
                <c:pt idx="476">
                  <c:v>61.53761853717675</c:v>
                </c:pt>
                <c:pt idx="477">
                  <c:v>62.31879094648233</c:v>
                </c:pt>
                <c:pt idx="478">
                  <c:v>61.9167320212194</c:v>
                </c:pt>
                <c:pt idx="479">
                  <c:v>63.25955403651407</c:v>
                </c:pt>
                <c:pt idx="480">
                  <c:v>62.26194104733953</c:v>
                </c:pt>
                <c:pt idx="481">
                  <c:v>61.46433011298062</c:v>
                </c:pt>
                <c:pt idx="482">
                  <c:v>61.77323739627462</c:v>
                </c:pt>
                <c:pt idx="483">
                  <c:v>60.8972009986404</c:v>
                </c:pt>
                <c:pt idx="484">
                  <c:v>61.004736350031</c:v>
                </c:pt>
                <c:pt idx="485">
                  <c:v>61.387959465336984</c:v>
                </c:pt>
                <c:pt idx="486">
                  <c:v>64.22908454538917</c:v>
                </c:pt>
                <c:pt idx="487">
                  <c:v>64.71230868810296</c:v>
                </c:pt>
                <c:pt idx="488">
                  <c:v>64.85717319013553</c:v>
                </c:pt>
                <c:pt idx="489">
                  <c:v>64.4321688236523</c:v>
                </c:pt>
                <c:pt idx="490">
                  <c:v>64.08832967461996</c:v>
                </c:pt>
                <c:pt idx="491">
                  <c:v>63.34517135450022</c:v>
                </c:pt>
                <c:pt idx="492">
                  <c:v>61.61501659263623</c:v>
                </c:pt>
                <c:pt idx="493">
                  <c:v>62.10098048952558</c:v>
                </c:pt>
                <c:pt idx="494">
                  <c:v>61.82049815580297</c:v>
                </c:pt>
                <c:pt idx="495">
                  <c:v>61.01980499799656</c:v>
                </c:pt>
                <c:pt idx="496">
                  <c:v>61.00336647294322</c:v>
                </c:pt>
                <c:pt idx="497">
                  <c:v>61.81810087089936</c:v>
                </c:pt>
                <c:pt idx="498">
                  <c:v>63.4503094209872</c:v>
                </c:pt>
                <c:pt idx="499">
                  <c:v>62.27872204166481</c:v>
                </c:pt>
                <c:pt idx="500">
                  <c:v>62.6996167768847</c:v>
                </c:pt>
                <c:pt idx="501">
                  <c:v>62.89276944626144</c:v>
                </c:pt>
                <c:pt idx="502">
                  <c:v>65.09861402685644</c:v>
                </c:pt>
                <c:pt idx="503">
                  <c:v>65.49690579012798</c:v>
                </c:pt>
                <c:pt idx="504">
                  <c:v>65.92636225714648</c:v>
                </c:pt>
                <c:pt idx="505">
                  <c:v>67.00788021794745</c:v>
                </c:pt>
                <c:pt idx="506">
                  <c:v>68.01816457018394</c:v>
                </c:pt>
                <c:pt idx="507">
                  <c:v>67.98357517371754</c:v>
                </c:pt>
                <c:pt idx="508">
                  <c:v>68.55275910368943</c:v>
                </c:pt>
                <c:pt idx="509">
                  <c:v>67.04692171494914</c:v>
                </c:pt>
                <c:pt idx="510">
                  <c:v>68.80241920293702</c:v>
                </c:pt>
                <c:pt idx="511">
                  <c:v>70.35996945174094</c:v>
                </c:pt>
                <c:pt idx="512">
                  <c:v>70.87572817528948</c:v>
                </c:pt>
                <c:pt idx="513">
                  <c:v>71.23600584937518</c:v>
                </c:pt>
                <c:pt idx="514">
                  <c:v>70.56887570762714</c:v>
                </c:pt>
                <c:pt idx="515">
                  <c:v>69.9678421353644</c:v>
                </c:pt>
                <c:pt idx="516">
                  <c:v>71.5942287078292</c:v>
                </c:pt>
                <c:pt idx="517">
                  <c:v>72.38909988801254</c:v>
                </c:pt>
                <c:pt idx="518">
                  <c:v>72.30896207837752</c:v>
                </c:pt>
                <c:pt idx="519">
                  <c:v>71.5651188197139</c:v>
                </c:pt>
                <c:pt idx="520">
                  <c:v>72.04354839262048</c:v>
                </c:pt>
                <c:pt idx="521">
                  <c:v>73.78260735555502</c:v>
                </c:pt>
                <c:pt idx="522">
                  <c:v>74.12713144313126</c:v>
                </c:pt>
                <c:pt idx="523">
                  <c:v>74.29048928584884</c:v>
                </c:pt>
                <c:pt idx="524">
                  <c:v>75.87920423839971</c:v>
                </c:pt>
                <c:pt idx="525">
                  <c:v>76.26619451569708</c:v>
                </c:pt>
                <c:pt idx="526">
                  <c:v>76.71380185412865</c:v>
                </c:pt>
                <c:pt idx="527">
                  <c:v>76.78914509395644</c:v>
                </c:pt>
                <c:pt idx="528">
                  <c:v>75.29255437555865</c:v>
                </c:pt>
                <c:pt idx="529">
                  <c:v>77.33332876707638</c:v>
                </c:pt>
                <c:pt idx="530">
                  <c:v>77.8912112110741</c:v>
                </c:pt>
                <c:pt idx="531">
                  <c:v>77.68572964790735</c:v>
                </c:pt>
                <c:pt idx="532">
                  <c:v>78.37614770014761</c:v>
                </c:pt>
                <c:pt idx="533">
                  <c:v>78.90731754093366</c:v>
                </c:pt>
                <c:pt idx="534">
                  <c:v>79.05252451223815</c:v>
                </c:pt>
                <c:pt idx="535">
                  <c:v>77.71929163655791</c:v>
                </c:pt>
                <c:pt idx="536">
                  <c:v>78.28402346599452</c:v>
                </c:pt>
                <c:pt idx="537">
                  <c:v>76.92373551783066</c:v>
                </c:pt>
                <c:pt idx="538">
                  <c:v>75.66379106634658</c:v>
                </c:pt>
                <c:pt idx="539">
                  <c:v>75.46755617352234</c:v>
                </c:pt>
                <c:pt idx="540">
                  <c:v>77.08229879074102</c:v>
                </c:pt>
                <c:pt idx="541">
                  <c:v>77.92956776953189</c:v>
                </c:pt>
                <c:pt idx="542">
                  <c:v>78.46347736449347</c:v>
                </c:pt>
                <c:pt idx="543">
                  <c:v>78.46176501813375</c:v>
                </c:pt>
                <c:pt idx="544">
                  <c:v>79.51280321373166</c:v>
                </c:pt>
                <c:pt idx="545">
                  <c:v>78.1593646510067</c:v>
                </c:pt>
                <c:pt idx="546">
                  <c:v>79.92239646297736</c:v>
                </c:pt>
                <c:pt idx="547">
                  <c:v>79.15526529382151</c:v>
                </c:pt>
                <c:pt idx="548">
                  <c:v>78.57717716277907</c:v>
                </c:pt>
                <c:pt idx="549">
                  <c:v>78.00593841717553</c:v>
                </c:pt>
                <c:pt idx="550">
                  <c:v>78.20765281835088</c:v>
                </c:pt>
                <c:pt idx="551">
                  <c:v>76.45558002308243</c:v>
                </c:pt>
                <c:pt idx="552">
                  <c:v>76.9538728137618</c:v>
                </c:pt>
                <c:pt idx="553">
                  <c:v>77.47682339202116</c:v>
                </c:pt>
                <c:pt idx="554">
                  <c:v>77.04017507029184</c:v>
                </c:pt>
                <c:pt idx="555">
                  <c:v>77.01106518217652</c:v>
                </c:pt>
                <c:pt idx="556">
                  <c:v>78.38744918612178</c:v>
                </c:pt>
                <c:pt idx="557">
                  <c:v>78.95868793172534</c:v>
                </c:pt>
                <c:pt idx="558">
                  <c:v>79.38300735966466</c:v>
                </c:pt>
                <c:pt idx="559">
                  <c:v>79.50595382829277</c:v>
                </c:pt>
                <c:pt idx="560">
                  <c:v>78.71005524029357</c:v>
                </c:pt>
                <c:pt idx="561">
                  <c:v>79.38711699092799</c:v>
                </c:pt>
                <c:pt idx="562">
                  <c:v>80.3621270081542</c:v>
                </c:pt>
                <c:pt idx="563">
                  <c:v>80.32993489659141</c:v>
                </c:pt>
                <c:pt idx="564">
                  <c:v>80.34089391329363</c:v>
                </c:pt>
                <c:pt idx="565">
                  <c:v>80.38781220355006</c:v>
                </c:pt>
                <c:pt idx="566">
                  <c:v>80.91658475943245</c:v>
                </c:pt>
                <c:pt idx="567">
                  <c:v>80.37548330976004</c:v>
                </c:pt>
                <c:pt idx="568">
                  <c:v>80.26041363438667</c:v>
                </c:pt>
                <c:pt idx="569">
                  <c:v>79.53917334767138</c:v>
                </c:pt>
                <c:pt idx="570">
                  <c:v>79.64088672143892</c:v>
                </c:pt>
                <c:pt idx="571">
                  <c:v>78.95081113847061</c:v>
                </c:pt>
                <c:pt idx="572">
                  <c:v>77.44600115754615</c:v>
                </c:pt>
                <c:pt idx="573">
                  <c:v>77.36243865519167</c:v>
                </c:pt>
                <c:pt idx="574">
                  <c:v>77.06517532714379</c:v>
                </c:pt>
                <c:pt idx="575">
                  <c:v>75.95694476313113</c:v>
                </c:pt>
                <c:pt idx="576">
                  <c:v>76.47133360959188</c:v>
                </c:pt>
                <c:pt idx="577">
                  <c:v>75.87303979150471</c:v>
                </c:pt>
                <c:pt idx="578">
                  <c:v>77.50593328013645</c:v>
                </c:pt>
                <c:pt idx="579">
                  <c:v>78.45971020250208</c:v>
                </c:pt>
                <c:pt idx="580">
                  <c:v>77.60833159244787</c:v>
                </c:pt>
                <c:pt idx="581">
                  <c:v>76.14187816998121</c:v>
                </c:pt>
                <c:pt idx="582">
                  <c:v>76.17441275081593</c:v>
                </c:pt>
                <c:pt idx="583">
                  <c:v>76.81757004352787</c:v>
                </c:pt>
                <c:pt idx="584">
                  <c:v>76.31071552104989</c:v>
                </c:pt>
                <c:pt idx="585">
                  <c:v>74.39425747524804</c:v>
                </c:pt>
                <c:pt idx="586">
                  <c:v>76.00215070702781</c:v>
                </c:pt>
                <c:pt idx="587">
                  <c:v>75.85557385863554</c:v>
                </c:pt>
                <c:pt idx="588">
                  <c:v>74.92063274622684</c:v>
                </c:pt>
                <c:pt idx="589">
                  <c:v>74.10555587899876</c:v>
                </c:pt>
                <c:pt idx="590">
                  <c:v>73.80418291968753</c:v>
                </c:pt>
                <c:pt idx="591">
                  <c:v>74.54973852471088</c:v>
                </c:pt>
                <c:pt idx="592">
                  <c:v>75.98673958979032</c:v>
                </c:pt>
                <c:pt idx="593">
                  <c:v>76.05865813689867</c:v>
                </c:pt>
                <c:pt idx="594">
                  <c:v>75.88023164621553</c:v>
                </c:pt>
                <c:pt idx="595">
                  <c:v>75.12063480104248</c:v>
                </c:pt>
                <c:pt idx="596">
                  <c:v>74.84117987513571</c:v>
                </c:pt>
                <c:pt idx="597">
                  <c:v>74.13261095148238</c:v>
                </c:pt>
                <c:pt idx="598">
                  <c:v>74.69700031164705</c:v>
                </c:pt>
                <c:pt idx="599">
                  <c:v>72.75862423244075</c:v>
                </c:pt>
                <c:pt idx="600">
                  <c:v>72.19081017955664</c:v>
                </c:pt>
                <c:pt idx="601">
                  <c:v>71.68155837217506</c:v>
                </c:pt>
                <c:pt idx="602">
                  <c:v>70.4380524457443</c:v>
                </c:pt>
                <c:pt idx="603">
                  <c:v>70.23633804456895</c:v>
                </c:pt>
                <c:pt idx="604">
                  <c:v>71.4298434572958</c:v>
                </c:pt>
                <c:pt idx="605">
                  <c:v>72.28156453662196</c:v>
                </c:pt>
                <c:pt idx="606">
                  <c:v>70.9781264876009</c:v>
                </c:pt>
                <c:pt idx="607">
                  <c:v>69.30893125614304</c:v>
                </c:pt>
                <c:pt idx="608">
                  <c:v>69.97023942026802</c:v>
                </c:pt>
                <c:pt idx="609">
                  <c:v>69.26715000496581</c:v>
                </c:pt>
                <c:pt idx="610">
                  <c:v>68.74865152724172</c:v>
                </c:pt>
                <c:pt idx="611">
                  <c:v>69.46098761288644</c:v>
                </c:pt>
                <c:pt idx="612">
                  <c:v>71.32949996061605</c:v>
                </c:pt>
                <c:pt idx="613">
                  <c:v>70.9027832477731</c:v>
                </c:pt>
                <c:pt idx="614">
                  <c:v>69.1257101956527</c:v>
                </c:pt>
                <c:pt idx="615">
                  <c:v>69.67537337712375</c:v>
                </c:pt>
                <c:pt idx="616">
                  <c:v>68.63734901385973</c:v>
                </c:pt>
                <c:pt idx="617">
                  <c:v>66.96815378240188</c:v>
                </c:pt>
                <c:pt idx="618">
                  <c:v>66.88527621859129</c:v>
                </c:pt>
                <c:pt idx="619">
                  <c:v>66.70856207426789</c:v>
                </c:pt>
                <c:pt idx="620">
                  <c:v>67.92227317403946</c:v>
                </c:pt>
                <c:pt idx="621">
                  <c:v>68.59214306996306</c:v>
                </c:pt>
                <c:pt idx="622">
                  <c:v>67.40137741141177</c:v>
                </c:pt>
                <c:pt idx="623">
                  <c:v>68.82467970561342</c:v>
                </c:pt>
                <c:pt idx="624">
                  <c:v>67.21541659674587</c:v>
                </c:pt>
                <c:pt idx="625">
                  <c:v>66.26095473583634</c:v>
                </c:pt>
                <c:pt idx="626">
                  <c:v>66.93356438593548</c:v>
                </c:pt>
                <c:pt idx="627">
                  <c:v>67.93425959855752</c:v>
                </c:pt>
                <c:pt idx="628">
                  <c:v>71.02196255440982</c:v>
                </c:pt>
                <c:pt idx="629">
                  <c:v>69.86921098504438</c:v>
                </c:pt>
                <c:pt idx="630">
                  <c:v>71.47847409391193</c:v>
                </c:pt>
                <c:pt idx="631">
                  <c:v>71.50792645129917</c:v>
                </c:pt>
                <c:pt idx="632">
                  <c:v>71.02709959348897</c:v>
                </c:pt>
                <c:pt idx="633">
                  <c:v>72.30245516221058</c:v>
                </c:pt>
                <c:pt idx="634">
                  <c:v>71.95758860536239</c:v>
                </c:pt>
                <c:pt idx="635">
                  <c:v>74.1603509625099</c:v>
                </c:pt>
                <c:pt idx="636">
                  <c:v>75.28399264376004</c:v>
                </c:pt>
                <c:pt idx="637">
                  <c:v>74.91309842224408</c:v>
                </c:pt>
                <c:pt idx="638">
                  <c:v>75.20351236485307</c:v>
                </c:pt>
                <c:pt idx="639">
                  <c:v>74.07096648253236</c:v>
                </c:pt>
                <c:pt idx="640">
                  <c:v>74.06137734291792</c:v>
                </c:pt>
                <c:pt idx="641">
                  <c:v>74.31822929687635</c:v>
                </c:pt>
                <c:pt idx="642">
                  <c:v>73.31719161498235</c:v>
                </c:pt>
                <c:pt idx="643">
                  <c:v>73.81171724367033</c:v>
                </c:pt>
                <c:pt idx="644">
                  <c:v>74.69117833402399</c:v>
                </c:pt>
                <c:pt idx="645">
                  <c:v>74.43638119569722</c:v>
                </c:pt>
                <c:pt idx="646">
                  <c:v>75.27645831977728</c:v>
                </c:pt>
                <c:pt idx="647">
                  <c:v>76.76859693763977</c:v>
                </c:pt>
                <c:pt idx="648">
                  <c:v>75.62611944643268</c:v>
                </c:pt>
                <c:pt idx="649">
                  <c:v>76.34598985606019</c:v>
                </c:pt>
                <c:pt idx="650">
                  <c:v>75.9781778579917</c:v>
                </c:pt>
                <c:pt idx="651">
                  <c:v>76.86962537286344</c:v>
                </c:pt>
                <c:pt idx="652">
                  <c:v>77.05901088024878</c:v>
                </c:pt>
                <c:pt idx="653">
                  <c:v>76.64839022318723</c:v>
                </c:pt>
                <c:pt idx="654">
                  <c:v>76.91414637821622</c:v>
                </c:pt>
                <c:pt idx="655">
                  <c:v>79.29362287968712</c:v>
                </c:pt>
                <c:pt idx="656">
                  <c:v>79.8665739716504</c:v>
                </c:pt>
                <c:pt idx="657">
                  <c:v>79.07101785292315</c:v>
                </c:pt>
                <c:pt idx="658">
                  <c:v>79.42513108011384</c:v>
                </c:pt>
                <c:pt idx="659">
                  <c:v>79.69431192786229</c:v>
                </c:pt>
                <c:pt idx="660">
                  <c:v>79.25903348322072</c:v>
                </c:pt>
                <c:pt idx="661">
                  <c:v>79.986438216831</c:v>
                </c:pt>
                <c:pt idx="662">
                  <c:v>80.3330171200389</c:v>
                </c:pt>
                <c:pt idx="663">
                  <c:v>80.50527916382703</c:v>
                </c:pt>
                <c:pt idx="664">
                  <c:v>80.88507758641357</c:v>
                </c:pt>
                <c:pt idx="665">
                  <c:v>80.58233475001457</c:v>
                </c:pt>
                <c:pt idx="666">
                  <c:v>77.9258006075405</c:v>
                </c:pt>
                <c:pt idx="667">
                  <c:v>78.17648811460393</c:v>
                </c:pt>
                <c:pt idx="668">
                  <c:v>76.41345630263325</c:v>
                </c:pt>
                <c:pt idx="669">
                  <c:v>77.39291842039474</c:v>
                </c:pt>
                <c:pt idx="670">
                  <c:v>78.81176861406112</c:v>
                </c:pt>
                <c:pt idx="671">
                  <c:v>78.54224529704072</c:v>
                </c:pt>
                <c:pt idx="672">
                  <c:v>77.95628037274358</c:v>
                </c:pt>
                <c:pt idx="673">
                  <c:v>77.29462973934665</c:v>
                </c:pt>
                <c:pt idx="674">
                  <c:v>77.62340024041343</c:v>
                </c:pt>
                <c:pt idx="675">
                  <c:v>77.70251064223262</c:v>
                </c:pt>
                <c:pt idx="676">
                  <c:v>76.31105799032183</c:v>
                </c:pt>
                <c:pt idx="677">
                  <c:v>75.8391353335822</c:v>
                </c:pt>
                <c:pt idx="678">
                  <c:v>75.28399264376004</c:v>
                </c:pt>
                <c:pt idx="679">
                  <c:v>75.97852032726365</c:v>
                </c:pt>
                <c:pt idx="680">
                  <c:v>74.93981102545574</c:v>
                </c:pt>
                <c:pt idx="681">
                  <c:v>76.01413713154588</c:v>
                </c:pt>
                <c:pt idx="682">
                  <c:v>75.70728466388354</c:v>
                </c:pt>
                <c:pt idx="683">
                  <c:v>76.20455004674706</c:v>
                </c:pt>
                <c:pt idx="684">
                  <c:v>76.08674061719813</c:v>
                </c:pt>
                <c:pt idx="685">
                  <c:v>75.19152594033501</c:v>
                </c:pt>
                <c:pt idx="686">
                  <c:v>74.14459737600045</c:v>
                </c:pt>
                <c:pt idx="687">
                  <c:v>75.30282845371701</c:v>
                </c:pt>
                <c:pt idx="688">
                  <c:v>75.19049853251917</c:v>
                </c:pt>
                <c:pt idx="689">
                  <c:v>74.30076336400717</c:v>
                </c:pt>
                <c:pt idx="690">
                  <c:v>73.53328972557938</c:v>
                </c:pt>
                <c:pt idx="691">
                  <c:v>74.50487505008614</c:v>
                </c:pt>
                <c:pt idx="692">
                  <c:v>75.24974571656558</c:v>
                </c:pt>
                <c:pt idx="693">
                  <c:v>73.95932149987843</c:v>
                </c:pt>
                <c:pt idx="694">
                  <c:v>73.84288194741727</c:v>
                </c:pt>
                <c:pt idx="695">
                  <c:v>72.800405483618</c:v>
                </c:pt>
                <c:pt idx="696">
                  <c:v>73.28568444196345</c:v>
                </c:pt>
                <c:pt idx="697">
                  <c:v>73.8915125840334</c:v>
                </c:pt>
                <c:pt idx="698">
                  <c:v>73.85932047247061</c:v>
                </c:pt>
                <c:pt idx="699">
                  <c:v>74.99049647770353</c:v>
                </c:pt>
                <c:pt idx="700">
                  <c:v>74.71069908252484</c:v>
                </c:pt>
                <c:pt idx="701">
                  <c:v>75.5678996702021</c:v>
                </c:pt>
                <c:pt idx="702">
                  <c:v>74.60658842385367</c:v>
                </c:pt>
                <c:pt idx="703">
                  <c:v>74.53398493820143</c:v>
                </c:pt>
                <c:pt idx="704">
                  <c:v>76.38571629160575</c:v>
                </c:pt>
                <c:pt idx="705">
                  <c:v>75.84427237266137</c:v>
                </c:pt>
                <c:pt idx="706">
                  <c:v>75.6586540272674</c:v>
                </c:pt>
                <c:pt idx="707">
                  <c:v>76.07612406976784</c:v>
                </c:pt>
                <c:pt idx="708">
                  <c:v>75.00214043294966</c:v>
                </c:pt>
                <c:pt idx="709">
                  <c:v>75.62372216152906</c:v>
                </c:pt>
                <c:pt idx="710">
                  <c:v>75.51892656431403</c:v>
                </c:pt>
                <c:pt idx="711">
                  <c:v>75.4641314808029</c:v>
                </c:pt>
                <c:pt idx="712">
                  <c:v>75.72817528947215</c:v>
                </c:pt>
                <c:pt idx="713">
                  <c:v>75.55077620660487</c:v>
                </c:pt>
                <c:pt idx="714">
                  <c:v>76.34051034770906</c:v>
                </c:pt>
                <c:pt idx="715">
                  <c:v>76.90250242297012</c:v>
                </c:pt>
                <c:pt idx="716">
                  <c:v>76.74291174224393</c:v>
                </c:pt>
                <c:pt idx="717">
                  <c:v>75.96036945585058</c:v>
                </c:pt>
                <c:pt idx="718">
                  <c:v>75.80557334493163</c:v>
                </c:pt>
                <c:pt idx="719">
                  <c:v>76.26585204642514</c:v>
                </c:pt>
                <c:pt idx="720">
                  <c:v>77.90525245122382</c:v>
                </c:pt>
                <c:pt idx="721">
                  <c:v>77.64223605037039</c:v>
                </c:pt>
                <c:pt idx="722">
                  <c:v>76.61071860327334</c:v>
                </c:pt>
                <c:pt idx="723">
                  <c:v>76.51996424620802</c:v>
                </c:pt>
                <c:pt idx="724">
                  <c:v>76.36722295092073</c:v>
                </c:pt>
                <c:pt idx="725">
                  <c:v>77.07339458967044</c:v>
                </c:pt>
                <c:pt idx="726">
                  <c:v>77.28778035390776</c:v>
                </c:pt>
                <c:pt idx="727">
                  <c:v>76.55044401141109</c:v>
                </c:pt>
                <c:pt idx="728">
                  <c:v>76.14770014760425</c:v>
                </c:pt>
                <c:pt idx="729">
                  <c:v>75.64529772566158</c:v>
                </c:pt>
                <c:pt idx="730">
                  <c:v>75.75660023904356</c:v>
                </c:pt>
                <c:pt idx="731">
                  <c:v>75.33536303455173</c:v>
                </c:pt>
                <c:pt idx="732">
                  <c:v>76.45284026890688</c:v>
                </c:pt>
                <c:pt idx="733">
                  <c:v>77.34154802960305</c:v>
                </c:pt>
                <c:pt idx="734">
                  <c:v>75.88160152330332</c:v>
                </c:pt>
                <c:pt idx="735">
                  <c:v>75.48536457566345</c:v>
                </c:pt>
                <c:pt idx="736">
                  <c:v>73.28157481070012</c:v>
                </c:pt>
                <c:pt idx="737">
                  <c:v>71.79697051682038</c:v>
                </c:pt>
                <c:pt idx="738">
                  <c:v>71.1894300283907</c:v>
                </c:pt>
                <c:pt idx="739">
                  <c:v>70.77469974006583</c:v>
                </c:pt>
                <c:pt idx="740">
                  <c:v>70.4171618201557</c:v>
                </c:pt>
                <c:pt idx="741">
                  <c:v>71.45689852977942</c:v>
                </c:pt>
                <c:pt idx="742">
                  <c:v>71.75827148909066</c:v>
                </c:pt>
                <c:pt idx="743">
                  <c:v>71.64046205954172</c:v>
                </c:pt>
                <c:pt idx="744">
                  <c:v>71.15758038609987</c:v>
                </c:pt>
                <c:pt idx="745">
                  <c:v>70.79730271201417</c:v>
                </c:pt>
                <c:pt idx="746">
                  <c:v>72.43807299390063</c:v>
                </c:pt>
                <c:pt idx="747">
                  <c:v>72.7959533830827</c:v>
                </c:pt>
                <c:pt idx="748">
                  <c:v>71.29319821778991</c:v>
                </c:pt>
                <c:pt idx="749">
                  <c:v>72.50382709411399</c:v>
                </c:pt>
                <c:pt idx="750">
                  <c:v>74.04904844912791</c:v>
                </c:pt>
                <c:pt idx="751">
                  <c:v>73.40726103350376</c:v>
                </c:pt>
                <c:pt idx="752">
                  <c:v>73.55315294335216</c:v>
                </c:pt>
                <c:pt idx="753">
                  <c:v>73.71274362407833</c:v>
                </c:pt>
                <c:pt idx="754">
                  <c:v>72.4740322674548</c:v>
                </c:pt>
                <c:pt idx="755">
                  <c:v>71.64285934444531</c:v>
                </c:pt>
                <c:pt idx="756">
                  <c:v>71.70690109829897</c:v>
                </c:pt>
                <c:pt idx="757">
                  <c:v>71.70005171286007</c:v>
                </c:pt>
                <c:pt idx="758">
                  <c:v>72.27848231317446</c:v>
                </c:pt>
                <c:pt idx="759">
                  <c:v>72.45656633458563</c:v>
                </c:pt>
                <c:pt idx="760">
                  <c:v>72.3956068041795</c:v>
                </c:pt>
                <c:pt idx="761">
                  <c:v>72.53019722805372</c:v>
                </c:pt>
                <c:pt idx="762">
                  <c:v>72.52095055771122</c:v>
                </c:pt>
                <c:pt idx="763">
                  <c:v>71.07367541447344</c:v>
                </c:pt>
                <c:pt idx="764">
                  <c:v>70.73805552796777</c:v>
                </c:pt>
                <c:pt idx="765">
                  <c:v>70.36818871426762</c:v>
                </c:pt>
                <c:pt idx="766">
                  <c:v>70.48223098182515</c:v>
                </c:pt>
                <c:pt idx="767">
                  <c:v>69.89215642626466</c:v>
                </c:pt>
                <c:pt idx="768">
                  <c:v>69.38838412723419</c:v>
                </c:pt>
                <c:pt idx="769">
                  <c:v>68.88152960475622</c:v>
                </c:pt>
                <c:pt idx="770">
                  <c:v>69.3976307975767</c:v>
                </c:pt>
                <c:pt idx="771">
                  <c:v>68.78803549351535</c:v>
                </c:pt>
                <c:pt idx="772">
                  <c:v>68.20583773120957</c:v>
                </c:pt>
                <c:pt idx="773">
                  <c:v>69.22502628451663</c:v>
                </c:pt>
                <c:pt idx="774">
                  <c:v>67.94693096161947</c:v>
                </c:pt>
                <c:pt idx="775">
                  <c:v>67.14178570327778</c:v>
                </c:pt>
                <c:pt idx="776">
                  <c:v>68.16782364202372</c:v>
                </c:pt>
                <c:pt idx="777">
                  <c:v>66.9705510673055</c:v>
                </c:pt>
                <c:pt idx="778">
                  <c:v>66.41712072384306</c:v>
                </c:pt>
                <c:pt idx="779">
                  <c:v>66.57773881238506</c:v>
                </c:pt>
                <c:pt idx="780">
                  <c:v>65.7489631742792</c:v>
                </c:pt>
                <c:pt idx="781">
                  <c:v>65.87225211217924</c:v>
                </c:pt>
                <c:pt idx="782">
                  <c:v>66.32807871313747</c:v>
                </c:pt>
                <c:pt idx="783">
                  <c:v>66.53801237683949</c:v>
                </c:pt>
                <c:pt idx="784">
                  <c:v>66.93904389428658</c:v>
                </c:pt>
                <c:pt idx="785">
                  <c:v>68.30035925026627</c:v>
                </c:pt>
                <c:pt idx="786">
                  <c:v>68.16645376493595</c:v>
                </c:pt>
                <c:pt idx="787">
                  <c:v>67.91199909588113</c:v>
                </c:pt>
                <c:pt idx="788">
                  <c:v>69.41543919971781</c:v>
                </c:pt>
                <c:pt idx="789">
                  <c:v>68.61200628773584</c:v>
                </c:pt>
                <c:pt idx="790">
                  <c:v>68.57193738291832</c:v>
                </c:pt>
                <c:pt idx="791">
                  <c:v>68.52810131610941</c:v>
                </c:pt>
                <c:pt idx="792">
                  <c:v>69.74626451641628</c:v>
                </c:pt>
                <c:pt idx="793">
                  <c:v>71.40073356918052</c:v>
                </c:pt>
                <c:pt idx="794">
                  <c:v>72.08738445942937</c:v>
                </c:pt>
                <c:pt idx="795">
                  <c:v>71.71375048373785</c:v>
                </c:pt>
                <c:pt idx="796">
                  <c:v>72.36855173169587</c:v>
                </c:pt>
                <c:pt idx="797">
                  <c:v>72.23670106199722</c:v>
                </c:pt>
                <c:pt idx="798">
                  <c:v>72.94390010856276</c:v>
                </c:pt>
                <c:pt idx="799">
                  <c:v>72.98533889046806</c:v>
                </c:pt>
                <c:pt idx="800">
                  <c:v>73.34082199474653</c:v>
                </c:pt>
                <c:pt idx="801">
                  <c:v>73.13842265502728</c:v>
                </c:pt>
                <c:pt idx="802">
                  <c:v>73.27575283307706</c:v>
                </c:pt>
                <c:pt idx="803">
                  <c:v>71.43258321147135</c:v>
                </c:pt>
                <c:pt idx="804">
                  <c:v>71.30347229594825</c:v>
                </c:pt>
                <c:pt idx="805">
                  <c:v>72.08053507399049</c:v>
                </c:pt>
                <c:pt idx="806">
                  <c:v>70.89559139306226</c:v>
                </c:pt>
                <c:pt idx="807">
                  <c:v>70.15243307294253</c:v>
                </c:pt>
                <c:pt idx="808">
                  <c:v>69.61167409254205</c:v>
                </c:pt>
                <c:pt idx="809">
                  <c:v>70.12572046973087</c:v>
                </c:pt>
                <c:pt idx="810">
                  <c:v>69.3308492895475</c:v>
                </c:pt>
                <c:pt idx="811">
                  <c:v>68.96646198419847</c:v>
                </c:pt>
                <c:pt idx="812">
                  <c:v>69.63496200303429</c:v>
                </c:pt>
                <c:pt idx="813">
                  <c:v>69.5705777799087</c:v>
                </c:pt>
                <c:pt idx="814">
                  <c:v>70.19798148611117</c:v>
                </c:pt>
                <c:pt idx="815">
                  <c:v>69.43085031695531</c:v>
                </c:pt>
                <c:pt idx="816">
                  <c:v>69.624345455604</c:v>
                </c:pt>
                <c:pt idx="817">
                  <c:v>71.14216926886236</c:v>
                </c:pt>
                <c:pt idx="818">
                  <c:v>72.02334270557574</c:v>
                </c:pt>
                <c:pt idx="819">
                  <c:v>73.60863296540718</c:v>
                </c:pt>
                <c:pt idx="820">
                  <c:v>73.61205765812662</c:v>
                </c:pt>
                <c:pt idx="821">
                  <c:v>73.61171518885469</c:v>
                </c:pt>
                <c:pt idx="822">
                  <c:v>73.58568752418688</c:v>
                </c:pt>
                <c:pt idx="823">
                  <c:v>74.19014578916907</c:v>
                </c:pt>
                <c:pt idx="824">
                  <c:v>73.13260067740421</c:v>
                </c:pt>
                <c:pt idx="825">
                  <c:v>75.03159279033689</c:v>
                </c:pt>
                <c:pt idx="826">
                  <c:v>75.07508638787385</c:v>
                </c:pt>
                <c:pt idx="827">
                  <c:v>75.02440093562606</c:v>
                </c:pt>
                <c:pt idx="828">
                  <c:v>73.31924643061402</c:v>
                </c:pt>
                <c:pt idx="829">
                  <c:v>75.0785110805933</c:v>
                </c:pt>
                <c:pt idx="830">
                  <c:v>75.0630999633558</c:v>
                </c:pt>
                <c:pt idx="831">
                  <c:v>74.61549262492423</c:v>
                </c:pt>
                <c:pt idx="832">
                  <c:v>74.12850132021906</c:v>
                </c:pt>
                <c:pt idx="833">
                  <c:v>72.81992623211883</c:v>
                </c:pt>
                <c:pt idx="834">
                  <c:v>72.77437781895019</c:v>
                </c:pt>
                <c:pt idx="835">
                  <c:v>72.45622386531367</c:v>
                </c:pt>
                <c:pt idx="836">
                  <c:v>72.25450946413834</c:v>
                </c:pt>
                <c:pt idx="837">
                  <c:v>73.42472696637294</c:v>
                </c:pt>
                <c:pt idx="838">
                  <c:v>73.21513577194287</c:v>
                </c:pt>
                <c:pt idx="839">
                  <c:v>72.27300280482335</c:v>
                </c:pt>
                <c:pt idx="840">
                  <c:v>71.68669541125423</c:v>
                </c:pt>
                <c:pt idx="841">
                  <c:v>71.65758552313895</c:v>
                </c:pt>
                <c:pt idx="842">
                  <c:v>72.13464521895773</c:v>
                </c:pt>
                <c:pt idx="843">
                  <c:v>71.63498255119059</c:v>
                </c:pt>
                <c:pt idx="844">
                  <c:v>73.0010924769775</c:v>
                </c:pt>
                <c:pt idx="845">
                  <c:v>73.09458658821838</c:v>
                </c:pt>
                <c:pt idx="846">
                  <c:v>73.09664140385004</c:v>
                </c:pt>
                <c:pt idx="847">
                  <c:v>72.73465138340462</c:v>
                </c:pt>
                <c:pt idx="848">
                  <c:v>71.45655606050748</c:v>
                </c:pt>
                <c:pt idx="849">
                  <c:v>69.52400195892425</c:v>
                </c:pt>
                <c:pt idx="850">
                  <c:v>69.53804319907397</c:v>
                </c:pt>
                <c:pt idx="851">
                  <c:v>70.30654424531758</c:v>
                </c:pt>
                <c:pt idx="852">
                  <c:v>69.49900170207229</c:v>
                </c:pt>
                <c:pt idx="853">
                  <c:v>69.80619663900657</c:v>
                </c:pt>
                <c:pt idx="854">
                  <c:v>70.2044884022781</c:v>
                </c:pt>
                <c:pt idx="855">
                  <c:v>69.56783802573315</c:v>
                </c:pt>
                <c:pt idx="856">
                  <c:v>69.38084980325141</c:v>
                </c:pt>
                <c:pt idx="857">
                  <c:v>70.11852861502003</c:v>
                </c:pt>
                <c:pt idx="858">
                  <c:v>69.21064257509495</c:v>
                </c:pt>
                <c:pt idx="859">
                  <c:v>69.49283725517728</c:v>
                </c:pt>
                <c:pt idx="860">
                  <c:v>69.31304088740639</c:v>
                </c:pt>
                <c:pt idx="861">
                  <c:v>69.35961670839085</c:v>
                </c:pt>
                <c:pt idx="862">
                  <c:v>68.19624859159512</c:v>
                </c:pt>
                <c:pt idx="863">
                  <c:v>68.20275550776208</c:v>
                </c:pt>
                <c:pt idx="864">
                  <c:v>68.16576882639205</c:v>
                </c:pt>
                <c:pt idx="865">
                  <c:v>68.89317356000234</c:v>
                </c:pt>
                <c:pt idx="866">
                  <c:v>69.01406521299877</c:v>
                </c:pt>
                <c:pt idx="867">
                  <c:v>69.56304345592592</c:v>
                </c:pt>
                <c:pt idx="868">
                  <c:v>69.13324451963548</c:v>
                </c:pt>
                <c:pt idx="869">
                  <c:v>68.77502166118146</c:v>
                </c:pt>
                <c:pt idx="870">
                  <c:v>68.9483111127854</c:v>
                </c:pt>
                <c:pt idx="871">
                  <c:v>68.39042866878769</c:v>
                </c:pt>
                <c:pt idx="872">
                  <c:v>68.34933235615435</c:v>
                </c:pt>
                <c:pt idx="873">
                  <c:v>68.91269430850318</c:v>
                </c:pt>
                <c:pt idx="874">
                  <c:v>68.3613187806724</c:v>
                </c:pt>
                <c:pt idx="875">
                  <c:v>68.75755572831228</c:v>
                </c:pt>
                <c:pt idx="876">
                  <c:v>68.39419583077908</c:v>
                </c:pt>
                <c:pt idx="877">
                  <c:v>69.03598324640322</c:v>
                </c:pt>
                <c:pt idx="878">
                  <c:v>68.61611591899917</c:v>
                </c:pt>
                <c:pt idx="879">
                  <c:v>67.14110076473389</c:v>
                </c:pt>
                <c:pt idx="880">
                  <c:v>69.14146378216215</c:v>
                </c:pt>
                <c:pt idx="881">
                  <c:v>69.5106456573184</c:v>
                </c:pt>
                <c:pt idx="882">
                  <c:v>69.90037568879133</c:v>
                </c:pt>
                <c:pt idx="883">
                  <c:v>68.47844327167745</c:v>
                </c:pt>
                <c:pt idx="884">
                  <c:v>67.71370938742521</c:v>
                </c:pt>
                <c:pt idx="885">
                  <c:v>68.19830340722679</c:v>
                </c:pt>
                <c:pt idx="886">
                  <c:v>67.75240841515496</c:v>
                </c:pt>
                <c:pt idx="887">
                  <c:v>67.60548909749073</c:v>
                </c:pt>
                <c:pt idx="888">
                  <c:v>67.46404928817762</c:v>
                </c:pt>
                <c:pt idx="889">
                  <c:v>67.41987075209677</c:v>
                </c:pt>
                <c:pt idx="890">
                  <c:v>68.11576831268815</c:v>
                </c:pt>
                <c:pt idx="891">
                  <c:v>67.08459333486303</c:v>
                </c:pt>
                <c:pt idx="892">
                  <c:v>68.32878419983767</c:v>
                </c:pt>
                <c:pt idx="893">
                  <c:v>68.92125604030178</c:v>
                </c:pt>
                <c:pt idx="894">
                  <c:v>70.00859597872581</c:v>
                </c:pt>
                <c:pt idx="895">
                  <c:v>67.90446477189835</c:v>
                </c:pt>
                <c:pt idx="896">
                  <c:v>64.93183149141943</c:v>
                </c:pt>
                <c:pt idx="897">
                  <c:v>65.54348161111244</c:v>
                </c:pt>
                <c:pt idx="898">
                  <c:v>65.12635403788396</c:v>
                </c:pt>
                <c:pt idx="899">
                  <c:v>65.40204180179934</c:v>
                </c:pt>
                <c:pt idx="900">
                  <c:v>65.17840936721953</c:v>
                </c:pt>
                <c:pt idx="901">
                  <c:v>65.95821189943733</c:v>
                </c:pt>
                <c:pt idx="902">
                  <c:v>64.50682712493622</c:v>
                </c:pt>
                <c:pt idx="903">
                  <c:v>64.25682455641667</c:v>
                </c:pt>
                <c:pt idx="904">
                  <c:v>65.4362887289938</c:v>
                </c:pt>
                <c:pt idx="905">
                  <c:v>67.03116812843967</c:v>
                </c:pt>
                <c:pt idx="906">
                  <c:v>64.85683072086357</c:v>
                </c:pt>
                <c:pt idx="907">
                  <c:v>64.33661989677977</c:v>
                </c:pt>
                <c:pt idx="908">
                  <c:v>63.62291393404727</c:v>
                </c:pt>
                <c:pt idx="909">
                  <c:v>63.4441449740922</c:v>
                </c:pt>
                <c:pt idx="910">
                  <c:v>60.61774607273363</c:v>
                </c:pt>
                <c:pt idx="911">
                  <c:v>61.17665592454718</c:v>
                </c:pt>
                <c:pt idx="912">
                  <c:v>61.86296434552411</c:v>
                </c:pt>
                <c:pt idx="913">
                  <c:v>60.25507111374432</c:v>
                </c:pt>
                <c:pt idx="914">
                  <c:v>60.19924862241736</c:v>
                </c:pt>
                <c:pt idx="915">
                  <c:v>60.3954835152416</c:v>
                </c:pt>
                <c:pt idx="916">
                  <c:v>60.40952475539132</c:v>
                </c:pt>
                <c:pt idx="917">
                  <c:v>59.85575194265695</c:v>
                </c:pt>
                <c:pt idx="918">
                  <c:v>59.23622502970921</c:v>
                </c:pt>
                <c:pt idx="919">
                  <c:v>60.56774555902972</c:v>
                </c:pt>
                <c:pt idx="920">
                  <c:v>61.14206652808078</c:v>
                </c:pt>
                <c:pt idx="921">
                  <c:v>60.14171378473067</c:v>
                </c:pt>
                <c:pt idx="922">
                  <c:v>60.16123453323151</c:v>
                </c:pt>
                <c:pt idx="923">
                  <c:v>59.65540741856938</c:v>
                </c:pt>
                <c:pt idx="924">
                  <c:v>59.34410285037175</c:v>
                </c:pt>
                <c:pt idx="925">
                  <c:v>59.69376397702717</c:v>
                </c:pt>
                <c:pt idx="926">
                  <c:v>61.83385445740881</c:v>
                </c:pt>
                <c:pt idx="927">
                  <c:v>60.47699120196441</c:v>
                </c:pt>
                <c:pt idx="928">
                  <c:v>60.98521560153016</c:v>
                </c:pt>
                <c:pt idx="929">
                  <c:v>61.21980705281219</c:v>
                </c:pt>
                <c:pt idx="930">
                  <c:v>61.6609074750768</c:v>
                </c:pt>
                <c:pt idx="931">
                  <c:v>62.09104888063919</c:v>
                </c:pt>
                <c:pt idx="932">
                  <c:v>61.46946715205979</c:v>
                </c:pt>
                <c:pt idx="933">
                  <c:v>61.63008524060179</c:v>
                </c:pt>
                <c:pt idx="934">
                  <c:v>63.41161039325747</c:v>
                </c:pt>
                <c:pt idx="935">
                  <c:v>62.80235755846807</c:v>
                </c:pt>
                <c:pt idx="936">
                  <c:v>62.629753045408</c:v>
                </c:pt>
                <c:pt idx="937">
                  <c:v>64.63902026390683</c:v>
                </c:pt>
                <c:pt idx="938">
                  <c:v>64.10134350695384</c:v>
                </c:pt>
                <c:pt idx="939">
                  <c:v>64.04894570834632</c:v>
                </c:pt>
                <c:pt idx="940">
                  <c:v>63.81024462580096</c:v>
                </c:pt>
                <c:pt idx="941">
                  <c:v>63.22393723223184</c:v>
                </c:pt>
                <c:pt idx="942">
                  <c:v>63.92360195481461</c:v>
                </c:pt>
                <c:pt idx="943">
                  <c:v>63.14414189186876</c:v>
                </c:pt>
                <c:pt idx="944">
                  <c:v>63.65750333051368</c:v>
                </c:pt>
                <c:pt idx="945">
                  <c:v>64.62874618574848</c:v>
                </c:pt>
                <c:pt idx="946">
                  <c:v>63.46914523094416</c:v>
                </c:pt>
                <c:pt idx="947">
                  <c:v>63.70373668222619</c:v>
                </c:pt>
                <c:pt idx="948">
                  <c:v>65.65478412449444</c:v>
                </c:pt>
                <c:pt idx="949">
                  <c:v>66.50376544964503</c:v>
                </c:pt>
                <c:pt idx="950">
                  <c:v>66.00684253605345</c:v>
                </c:pt>
                <c:pt idx="951">
                  <c:v>64.89210505587387</c:v>
                </c:pt>
                <c:pt idx="952">
                  <c:v>64.9784073124039</c:v>
                </c:pt>
                <c:pt idx="953">
                  <c:v>64.84998133542469</c:v>
                </c:pt>
                <c:pt idx="954">
                  <c:v>63.4633232533211</c:v>
                </c:pt>
                <c:pt idx="955">
                  <c:v>63.55784477237781</c:v>
                </c:pt>
                <c:pt idx="956">
                  <c:v>62.54071103470242</c:v>
                </c:pt>
                <c:pt idx="957">
                  <c:v>62.75886396093111</c:v>
                </c:pt>
                <c:pt idx="958">
                  <c:v>61.62118103953123</c:v>
                </c:pt>
                <c:pt idx="959">
                  <c:v>61.52597458193064</c:v>
                </c:pt>
                <c:pt idx="960">
                  <c:v>61.90269078106967</c:v>
                </c:pt>
                <c:pt idx="961">
                  <c:v>63.32496566745549</c:v>
                </c:pt>
                <c:pt idx="962">
                  <c:v>62.91263266403423</c:v>
                </c:pt>
                <c:pt idx="963">
                  <c:v>62.42221666660959</c:v>
                </c:pt>
                <c:pt idx="964">
                  <c:v>62.65954787206719</c:v>
                </c:pt>
                <c:pt idx="965">
                  <c:v>63.16605992527321</c:v>
                </c:pt>
                <c:pt idx="966">
                  <c:v>65.14416244002507</c:v>
                </c:pt>
                <c:pt idx="967">
                  <c:v>65.66814042610028</c:v>
                </c:pt>
                <c:pt idx="968">
                  <c:v>65.79862121871116</c:v>
                </c:pt>
                <c:pt idx="969">
                  <c:v>66.63972575060703</c:v>
                </c:pt>
                <c:pt idx="970">
                  <c:v>66.28698240050412</c:v>
                </c:pt>
                <c:pt idx="971">
                  <c:v>66.52088891324226</c:v>
                </c:pt>
                <c:pt idx="972">
                  <c:v>66.06643218937181</c:v>
                </c:pt>
                <c:pt idx="973">
                  <c:v>66.68835638722317</c:v>
                </c:pt>
                <c:pt idx="974">
                  <c:v>67.10068939064443</c:v>
                </c:pt>
                <c:pt idx="975">
                  <c:v>67.45206286365956</c:v>
                </c:pt>
                <c:pt idx="976">
                  <c:v>66.8092480402196</c:v>
                </c:pt>
                <c:pt idx="977">
                  <c:v>65.7705387384117</c:v>
                </c:pt>
                <c:pt idx="978">
                  <c:v>66.6448627896862</c:v>
                </c:pt>
                <c:pt idx="979">
                  <c:v>66.93664660938298</c:v>
                </c:pt>
                <c:pt idx="980">
                  <c:v>67.6613115888177</c:v>
                </c:pt>
                <c:pt idx="981">
                  <c:v>65.24690322160845</c:v>
                </c:pt>
                <c:pt idx="982">
                  <c:v>64.5873074038432</c:v>
                </c:pt>
                <c:pt idx="983">
                  <c:v>63.73969595578037</c:v>
                </c:pt>
                <c:pt idx="984">
                  <c:v>65.72601773305891</c:v>
                </c:pt>
                <c:pt idx="985">
                  <c:v>65.10546341229534</c:v>
                </c:pt>
                <c:pt idx="986">
                  <c:v>66.15341938444574</c:v>
                </c:pt>
                <c:pt idx="987">
                  <c:v>67.10103185991638</c:v>
                </c:pt>
                <c:pt idx="988">
                  <c:v>67.19521090970113</c:v>
                </c:pt>
                <c:pt idx="989">
                  <c:v>67.43973396986956</c:v>
                </c:pt>
                <c:pt idx="990">
                  <c:v>68.32912666910961</c:v>
                </c:pt>
                <c:pt idx="991">
                  <c:v>69.02605163751683</c:v>
                </c:pt>
                <c:pt idx="992">
                  <c:v>69.70927783504625</c:v>
                </c:pt>
                <c:pt idx="993">
                  <c:v>71.5873793223903</c:v>
                </c:pt>
                <c:pt idx="994">
                  <c:v>71.60176303181197</c:v>
                </c:pt>
                <c:pt idx="995">
                  <c:v>71.38737726757466</c:v>
                </c:pt>
                <c:pt idx="996">
                  <c:v>71.24148535772628</c:v>
                </c:pt>
                <c:pt idx="997">
                  <c:v>71.34354120076577</c:v>
                </c:pt>
                <c:pt idx="998">
                  <c:v>71.40278838481218</c:v>
                </c:pt>
                <c:pt idx="999">
                  <c:v>70.56510854563575</c:v>
                </c:pt>
                <c:pt idx="1000">
                  <c:v>70.32777734017817</c:v>
                </c:pt>
                <c:pt idx="1001">
                  <c:v>70.04010315174472</c:v>
                </c:pt>
                <c:pt idx="1002">
                  <c:v>72.12608348715912</c:v>
                </c:pt>
                <c:pt idx="1003">
                  <c:v>71.51717312164168</c:v>
                </c:pt>
                <c:pt idx="1004">
                  <c:v>71.51785806018556</c:v>
                </c:pt>
                <c:pt idx="1005">
                  <c:v>72.89663934903442</c:v>
                </c:pt>
                <c:pt idx="1006">
                  <c:v>72.92163960588637</c:v>
                </c:pt>
                <c:pt idx="1007">
                  <c:v>73.84356688596117</c:v>
                </c:pt>
                <c:pt idx="1008">
                  <c:v>74.49734072610336</c:v>
                </c:pt>
                <c:pt idx="1009">
                  <c:v>74.7374116857365</c:v>
                </c:pt>
                <c:pt idx="1010">
                  <c:v>74.8196043110032</c:v>
                </c:pt>
                <c:pt idx="1011">
                  <c:v>73.21273848703926</c:v>
                </c:pt>
                <c:pt idx="1012">
                  <c:v>73.4459600612335</c:v>
                </c:pt>
                <c:pt idx="1013">
                  <c:v>73.79014167953781</c:v>
                </c:pt>
                <c:pt idx="1014">
                  <c:v>74.41857279355611</c:v>
                </c:pt>
                <c:pt idx="1015">
                  <c:v>76.06927468432895</c:v>
                </c:pt>
                <c:pt idx="1016">
                  <c:v>76.13742606944592</c:v>
                </c:pt>
                <c:pt idx="1017">
                  <c:v>75.92509512084028</c:v>
                </c:pt>
                <c:pt idx="1018">
                  <c:v>75.5846806645274</c:v>
                </c:pt>
                <c:pt idx="1019">
                  <c:v>75.46241913444317</c:v>
                </c:pt>
                <c:pt idx="1020">
                  <c:v>77.18640944941217</c:v>
                </c:pt>
                <c:pt idx="1021">
                  <c:v>76.69667839053142</c:v>
                </c:pt>
                <c:pt idx="1022">
                  <c:v>76.19667325349234</c:v>
                </c:pt>
                <c:pt idx="1023">
                  <c:v>75.4343366541437</c:v>
                </c:pt>
                <c:pt idx="1024">
                  <c:v>75.28912968283922</c:v>
                </c:pt>
                <c:pt idx="1025">
                  <c:v>76.13913841580563</c:v>
                </c:pt>
                <c:pt idx="1026">
                  <c:v>76.15694681794677</c:v>
                </c:pt>
                <c:pt idx="1027">
                  <c:v>76.22372832597596</c:v>
                </c:pt>
                <c:pt idx="1028">
                  <c:v>75.51104977105929</c:v>
                </c:pt>
                <c:pt idx="1029">
                  <c:v>77.01277752853626</c:v>
                </c:pt>
                <c:pt idx="1030">
                  <c:v>76.5237314081994</c:v>
                </c:pt>
                <c:pt idx="1031">
                  <c:v>76.42578519642326</c:v>
                </c:pt>
                <c:pt idx="1032">
                  <c:v>75.24426620821447</c:v>
                </c:pt>
                <c:pt idx="1033">
                  <c:v>74.98227721517688</c:v>
                </c:pt>
                <c:pt idx="1034">
                  <c:v>75.58639301088711</c:v>
                </c:pt>
                <c:pt idx="1035">
                  <c:v>74.75487761860569</c:v>
                </c:pt>
                <c:pt idx="1036">
                  <c:v>75.72303825039299</c:v>
                </c:pt>
                <c:pt idx="1037">
                  <c:v>75.36789761538645</c:v>
                </c:pt>
                <c:pt idx="1038">
                  <c:v>76.37441480563157</c:v>
                </c:pt>
                <c:pt idx="1039">
                  <c:v>76.42715507351103</c:v>
                </c:pt>
                <c:pt idx="1040">
                  <c:v>74.9240574389463</c:v>
                </c:pt>
                <c:pt idx="1041">
                  <c:v>76.11448062822564</c:v>
                </c:pt>
                <c:pt idx="1042">
                  <c:v>76.43468939749381</c:v>
                </c:pt>
                <c:pt idx="1043">
                  <c:v>75.96619143347364</c:v>
                </c:pt>
                <c:pt idx="1044">
                  <c:v>75.96379414857003</c:v>
                </c:pt>
                <c:pt idx="1045">
                  <c:v>74.9826196844488</c:v>
                </c:pt>
                <c:pt idx="1046">
                  <c:v>74.62028719473146</c:v>
                </c:pt>
                <c:pt idx="1047">
                  <c:v>73.76000438360668</c:v>
                </c:pt>
                <c:pt idx="1048">
                  <c:v>73.28979407322679</c:v>
                </c:pt>
                <c:pt idx="1049">
                  <c:v>74.0398017787854</c:v>
                </c:pt>
                <c:pt idx="1050">
                  <c:v>73.91274567889397</c:v>
                </c:pt>
                <c:pt idx="1051">
                  <c:v>73.99767805833622</c:v>
                </c:pt>
                <c:pt idx="1052">
                  <c:v>72.3048524471142</c:v>
                </c:pt>
                <c:pt idx="1053">
                  <c:v>72.18875536392498</c:v>
                </c:pt>
                <c:pt idx="1054">
                  <c:v>71.94183501885293</c:v>
                </c:pt>
                <c:pt idx="1055">
                  <c:v>73.05725743757642</c:v>
                </c:pt>
                <c:pt idx="1056">
                  <c:v>72.19457734154804</c:v>
                </c:pt>
                <c:pt idx="1057">
                  <c:v>72.23807093908499</c:v>
                </c:pt>
                <c:pt idx="1058">
                  <c:v>71.09388110151816</c:v>
                </c:pt>
                <c:pt idx="1059">
                  <c:v>71.52333756853666</c:v>
                </c:pt>
                <c:pt idx="1060">
                  <c:v>72.44457991006757</c:v>
                </c:pt>
                <c:pt idx="1061">
                  <c:v>71.51580324455388</c:v>
                </c:pt>
                <c:pt idx="1062">
                  <c:v>71.76580581307343</c:v>
                </c:pt>
                <c:pt idx="1063">
                  <c:v>71.60176303181197</c:v>
                </c:pt>
                <c:pt idx="1064">
                  <c:v>71.72916160097535</c:v>
                </c:pt>
                <c:pt idx="1065">
                  <c:v>72.89150230995524</c:v>
                </c:pt>
                <c:pt idx="1066">
                  <c:v>73.40691856423183</c:v>
                </c:pt>
                <c:pt idx="1067">
                  <c:v>72.62129405439097</c:v>
                </c:pt>
                <c:pt idx="1068">
                  <c:v>72.1305355876944</c:v>
                </c:pt>
                <c:pt idx="1069">
                  <c:v>73.14835426391367</c:v>
                </c:pt>
                <c:pt idx="1070">
                  <c:v>72.24183810107638</c:v>
                </c:pt>
                <c:pt idx="1071">
                  <c:v>72.19081017955664</c:v>
                </c:pt>
                <c:pt idx="1072">
                  <c:v>72.55040291509843</c:v>
                </c:pt>
                <c:pt idx="1073">
                  <c:v>73.36856200577404</c:v>
                </c:pt>
                <c:pt idx="1074">
                  <c:v>71.59559858491698</c:v>
                </c:pt>
                <c:pt idx="1075">
                  <c:v>71.52402250708056</c:v>
                </c:pt>
                <c:pt idx="1076">
                  <c:v>71.10141542550095</c:v>
                </c:pt>
                <c:pt idx="1077">
                  <c:v>73.15999821915979</c:v>
                </c:pt>
                <c:pt idx="1078">
                  <c:v>73.31136963735929</c:v>
                </c:pt>
                <c:pt idx="1079">
                  <c:v>73.09527152676226</c:v>
                </c:pt>
                <c:pt idx="1080">
                  <c:v>74.19973492878351</c:v>
                </c:pt>
                <c:pt idx="1081">
                  <c:v>75.48193988294402</c:v>
                </c:pt>
                <c:pt idx="1082">
                  <c:v>75.70865454097131</c:v>
                </c:pt>
                <c:pt idx="1083">
                  <c:v>75.6346811782313</c:v>
                </c:pt>
                <c:pt idx="1084">
                  <c:v>75.04974366174994</c:v>
                </c:pt>
                <c:pt idx="1085">
                  <c:v>74.98912660061576</c:v>
                </c:pt>
                <c:pt idx="1086">
                  <c:v>76.09701469535648</c:v>
                </c:pt>
                <c:pt idx="1087">
                  <c:v>77.24805391836217</c:v>
                </c:pt>
                <c:pt idx="1088">
                  <c:v>76.47133360959188</c:v>
                </c:pt>
                <c:pt idx="1089">
                  <c:v>76.1449603934287</c:v>
                </c:pt>
                <c:pt idx="1090">
                  <c:v>76.44153878293271</c:v>
                </c:pt>
                <c:pt idx="1091">
                  <c:v>77.23949218656357</c:v>
                </c:pt>
                <c:pt idx="1092">
                  <c:v>76.91003674695288</c:v>
                </c:pt>
                <c:pt idx="1093">
                  <c:v>77.59120812885064</c:v>
                </c:pt>
                <c:pt idx="1094">
                  <c:v>78.13162463997918</c:v>
                </c:pt>
                <c:pt idx="1095">
                  <c:v>78.99772942872701</c:v>
                </c:pt>
                <c:pt idx="1096">
                  <c:v>78.93882471395254</c:v>
                </c:pt>
                <c:pt idx="1097">
                  <c:v>78.80046712808692</c:v>
                </c:pt>
                <c:pt idx="1098">
                  <c:v>77.34908235358584</c:v>
                </c:pt>
                <c:pt idx="1099">
                  <c:v>77.95148580293633</c:v>
                </c:pt>
                <c:pt idx="1100">
                  <c:v>77.77956622842017</c:v>
                </c:pt>
                <c:pt idx="1101">
                  <c:v>76.50729288314605</c:v>
                </c:pt>
                <c:pt idx="1102">
                  <c:v>77.04120247810766</c:v>
                </c:pt>
                <c:pt idx="1103">
                  <c:v>77.33641099052387</c:v>
                </c:pt>
                <c:pt idx="1104">
                  <c:v>76.90558464641761</c:v>
                </c:pt>
                <c:pt idx="1105">
                  <c:v>76.81757004352787</c:v>
                </c:pt>
                <c:pt idx="1106">
                  <c:v>75.57817374836043</c:v>
                </c:pt>
                <c:pt idx="1107">
                  <c:v>75.78605259643078</c:v>
                </c:pt>
                <c:pt idx="1108">
                  <c:v>75.10933331506831</c:v>
                </c:pt>
                <c:pt idx="1109">
                  <c:v>73.34732891091346</c:v>
                </c:pt>
                <c:pt idx="1110">
                  <c:v>73.53500207193909</c:v>
                </c:pt>
                <c:pt idx="1111">
                  <c:v>72.82506327119799</c:v>
                </c:pt>
                <c:pt idx="1112">
                  <c:v>72.3380719664928</c:v>
                </c:pt>
                <c:pt idx="1113">
                  <c:v>72.75656941680907</c:v>
                </c:pt>
                <c:pt idx="1114">
                  <c:v>72.69252766295544</c:v>
                </c:pt>
                <c:pt idx="1115">
                  <c:v>73.71856560170139</c:v>
                </c:pt>
                <c:pt idx="1116">
                  <c:v>72.97472234303778</c:v>
                </c:pt>
                <c:pt idx="1117">
                  <c:v>73.57438603821272</c:v>
                </c:pt>
                <c:pt idx="1118">
                  <c:v>74.30658534163022</c:v>
                </c:pt>
                <c:pt idx="1119">
                  <c:v>74.39905204505526</c:v>
                </c:pt>
                <c:pt idx="1120">
                  <c:v>74.39768216796749</c:v>
                </c:pt>
                <c:pt idx="1121">
                  <c:v>75.09323725928691</c:v>
                </c:pt>
                <c:pt idx="1122">
                  <c:v>75.61755771463407</c:v>
                </c:pt>
                <c:pt idx="1123">
                  <c:v>76.12475470638398</c:v>
                </c:pt>
                <c:pt idx="1124">
                  <c:v>75.8107103840108</c:v>
                </c:pt>
                <c:pt idx="1125">
                  <c:v>76.04290455038921</c:v>
                </c:pt>
                <c:pt idx="1126">
                  <c:v>76.55249882704275</c:v>
                </c:pt>
                <c:pt idx="1127">
                  <c:v>77.23332773966857</c:v>
                </c:pt>
                <c:pt idx="1128">
                  <c:v>76.85455672489786</c:v>
                </c:pt>
                <c:pt idx="1129">
                  <c:v>77.23640996311607</c:v>
                </c:pt>
                <c:pt idx="1130">
                  <c:v>78.51039565474989</c:v>
                </c:pt>
                <c:pt idx="1131">
                  <c:v>77.39839792874587</c:v>
                </c:pt>
                <c:pt idx="1132">
                  <c:v>77.64668815090567</c:v>
                </c:pt>
                <c:pt idx="1133">
                  <c:v>78.11689846128556</c:v>
                </c:pt>
                <c:pt idx="1134">
                  <c:v>79.6823255033442</c:v>
                </c:pt>
                <c:pt idx="1135">
                  <c:v>79.813491234499</c:v>
                </c:pt>
                <c:pt idx="1136">
                  <c:v>79.33334931523271</c:v>
                </c:pt>
                <c:pt idx="1137">
                  <c:v>79.76040849734758</c:v>
                </c:pt>
                <c:pt idx="1138">
                  <c:v>79.02923660174591</c:v>
                </c:pt>
                <c:pt idx="1139">
                  <c:v>79.0960181097751</c:v>
                </c:pt>
                <c:pt idx="1140">
                  <c:v>78.36210645999788</c:v>
                </c:pt>
                <c:pt idx="1141">
                  <c:v>77.85114230625658</c:v>
                </c:pt>
                <c:pt idx="1142">
                  <c:v>78.52101220218016</c:v>
                </c:pt>
                <c:pt idx="1143">
                  <c:v>79.06485340602815</c:v>
                </c:pt>
                <c:pt idx="1144">
                  <c:v>80.78199433555825</c:v>
                </c:pt>
                <c:pt idx="1145">
                  <c:v>81.1381623783806</c:v>
                </c:pt>
                <c:pt idx="1146">
                  <c:v>81.88817008393923</c:v>
                </c:pt>
                <c:pt idx="1147">
                  <c:v>81.51350870043186</c:v>
                </c:pt>
                <c:pt idx="1148">
                  <c:v>82.81831662654069</c:v>
                </c:pt>
                <c:pt idx="1149">
                  <c:v>83.0381818991291</c:v>
                </c:pt>
                <c:pt idx="1150">
                  <c:v>84.32826364654431</c:v>
                </c:pt>
                <c:pt idx="1151">
                  <c:v>79.01622276941202</c:v>
                </c:pt>
                <c:pt idx="1152">
                  <c:v>79.23369075709682</c:v>
                </c:pt>
                <c:pt idx="1153">
                  <c:v>78.82443997712306</c:v>
                </c:pt>
                <c:pt idx="1154">
                  <c:v>79.36656883461131</c:v>
                </c:pt>
                <c:pt idx="1155">
                  <c:v>79.63985931362309</c:v>
                </c:pt>
                <c:pt idx="1156">
                  <c:v>80.26931783545722</c:v>
                </c:pt>
                <c:pt idx="1157">
                  <c:v>80.75391185525878</c:v>
                </c:pt>
                <c:pt idx="1158">
                  <c:v>78.42238105186013</c:v>
                </c:pt>
                <c:pt idx="1159">
                  <c:v>77.33332876707638</c:v>
                </c:pt>
                <c:pt idx="1160">
                  <c:v>77.4073021298164</c:v>
                </c:pt>
                <c:pt idx="1161">
                  <c:v>77.53264588334811</c:v>
                </c:pt>
                <c:pt idx="1162">
                  <c:v>76.63708873721306</c:v>
                </c:pt>
                <c:pt idx="1163">
                  <c:v>78.18984441620977</c:v>
                </c:pt>
                <c:pt idx="1164">
                  <c:v>78.60902680506992</c:v>
                </c:pt>
                <c:pt idx="1165">
                  <c:v>78.25525604715118</c:v>
                </c:pt>
                <c:pt idx="1166">
                  <c:v>78.95697558536561</c:v>
                </c:pt>
                <c:pt idx="1167">
                  <c:v>78.18641972349032</c:v>
                </c:pt>
                <c:pt idx="1168">
                  <c:v>78.91039976438114</c:v>
                </c:pt>
                <c:pt idx="1169">
                  <c:v>80.19089237218192</c:v>
                </c:pt>
                <c:pt idx="1170">
                  <c:v>79.40800761651661</c:v>
                </c:pt>
                <c:pt idx="1171">
                  <c:v>79.96828734541795</c:v>
                </c:pt>
                <c:pt idx="1172">
                  <c:v>80.3083593324589</c:v>
                </c:pt>
                <c:pt idx="1173">
                  <c:v>80.60938982249819</c:v>
                </c:pt>
                <c:pt idx="1174">
                  <c:v>79.61040695623586</c:v>
                </c:pt>
                <c:pt idx="1175">
                  <c:v>80.37856553320755</c:v>
                </c:pt>
                <c:pt idx="1176">
                  <c:v>80.06109651811492</c:v>
                </c:pt>
                <c:pt idx="1177">
                  <c:v>79.1312924447854</c:v>
                </c:pt>
                <c:pt idx="1178">
                  <c:v>79.03540104864092</c:v>
                </c:pt>
                <c:pt idx="1179">
                  <c:v>79.42307626448218</c:v>
                </c:pt>
                <c:pt idx="1180">
                  <c:v>82.14707685352933</c:v>
                </c:pt>
                <c:pt idx="1181">
                  <c:v>83.97826005061697</c:v>
                </c:pt>
                <c:pt idx="1182">
                  <c:v>85.39882259064306</c:v>
                </c:pt>
                <c:pt idx="1183">
                  <c:v>85.73855210841208</c:v>
                </c:pt>
                <c:pt idx="1184">
                  <c:v>87.62898248954612</c:v>
                </c:pt>
                <c:pt idx="1185">
                  <c:v>88.85331013674798</c:v>
                </c:pt>
                <c:pt idx="1186">
                  <c:v>87.32110261406795</c:v>
                </c:pt>
                <c:pt idx="1187">
                  <c:v>86.97007161032477</c:v>
                </c:pt>
                <c:pt idx="1188">
                  <c:v>87.5902834618164</c:v>
                </c:pt>
                <c:pt idx="1189">
                  <c:v>88.6067322609479</c:v>
                </c:pt>
                <c:pt idx="1190">
                  <c:v>86.31287307746312</c:v>
                </c:pt>
                <c:pt idx="1191">
                  <c:v>86.40123014962484</c:v>
                </c:pt>
                <c:pt idx="1192">
                  <c:v>86.81185080668638</c:v>
                </c:pt>
                <c:pt idx="1193">
                  <c:v>87.70227091374227</c:v>
                </c:pt>
                <c:pt idx="1194">
                  <c:v>87.74918920399868</c:v>
                </c:pt>
                <c:pt idx="1195">
                  <c:v>89.02933934252749</c:v>
                </c:pt>
                <c:pt idx="1196">
                  <c:v>87.45089846813495</c:v>
                </c:pt>
                <c:pt idx="1197">
                  <c:v>87.3875416528252</c:v>
                </c:pt>
                <c:pt idx="1198">
                  <c:v>87.92179371705875</c:v>
                </c:pt>
                <c:pt idx="1199">
                  <c:v>89.07351787860834</c:v>
                </c:pt>
                <c:pt idx="1200">
                  <c:v>89.84852584101893</c:v>
                </c:pt>
                <c:pt idx="1201">
                  <c:v>88.99851710805248</c:v>
                </c:pt>
                <c:pt idx="1202">
                  <c:v>90.32729788319743</c:v>
                </c:pt>
                <c:pt idx="1203">
                  <c:v>89.53824868063712</c:v>
                </c:pt>
                <c:pt idx="1204">
                  <c:v>90.06017185108067</c:v>
                </c:pt>
                <c:pt idx="1205">
                  <c:v>88.60467744531623</c:v>
                </c:pt>
                <c:pt idx="1206">
                  <c:v>87.84062849960787</c:v>
                </c:pt>
                <c:pt idx="1207">
                  <c:v>84.44127850628603</c:v>
                </c:pt>
                <c:pt idx="1208">
                  <c:v>85.74266173967541</c:v>
                </c:pt>
                <c:pt idx="1209">
                  <c:v>83.47209046668289</c:v>
                </c:pt>
                <c:pt idx="1210">
                  <c:v>82.76146672739789</c:v>
                </c:pt>
                <c:pt idx="1211">
                  <c:v>82.93578358681766</c:v>
                </c:pt>
                <c:pt idx="1212">
                  <c:v>84.1621660496512</c:v>
                </c:pt>
                <c:pt idx="1213">
                  <c:v>83.85223135854136</c:v>
                </c:pt>
                <c:pt idx="1214">
                  <c:v>80.5720606718562</c:v>
                </c:pt>
                <c:pt idx="1215">
                  <c:v>79.232663349281</c:v>
                </c:pt>
                <c:pt idx="1216">
                  <c:v>80.49055298513342</c:v>
                </c:pt>
                <c:pt idx="1217">
                  <c:v>80.5220601581523</c:v>
                </c:pt>
                <c:pt idx="1218">
                  <c:v>79.58677657647168</c:v>
                </c:pt>
                <c:pt idx="1219">
                  <c:v>79.71657243053866</c:v>
                </c:pt>
                <c:pt idx="1220">
                  <c:v>77.53333082189201</c:v>
                </c:pt>
                <c:pt idx="1221">
                  <c:v>81.72173001777416</c:v>
                </c:pt>
                <c:pt idx="1222">
                  <c:v>81.2364510594287</c:v>
                </c:pt>
                <c:pt idx="1223">
                  <c:v>82.92413963157156</c:v>
                </c:pt>
                <c:pt idx="1224">
                  <c:v>81.2340537745251</c:v>
                </c:pt>
                <c:pt idx="1225">
                  <c:v>79.86623150237847</c:v>
                </c:pt>
                <c:pt idx="1226">
                  <c:v>80.18096076329553</c:v>
                </c:pt>
                <c:pt idx="1227">
                  <c:v>83.49503590790317</c:v>
                </c:pt>
                <c:pt idx="1228">
                  <c:v>84.12278208337757</c:v>
                </c:pt>
                <c:pt idx="1229">
                  <c:v>83.62106459997877</c:v>
                </c:pt>
                <c:pt idx="1230">
                  <c:v>83.20462196529418</c:v>
                </c:pt>
                <c:pt idx="1231">
                  <c:v>82.61660222536534</c:v>
                </c:pt>
                <c:pt idx="1232">
                  <c:v>85.08923036880516</c:v>
                </c:pt>
                <c:pt idx="1233">
                  <c:v>87.09062079404926</c:v>
                </c:pt>
                <c:pt idx="1234">
                  <c:v>86.86596095165362</c:v>
                </c:pt>
                <c:pt idx="1235">
                  <c:v>86.94438641492893</c:v>
                </c:pt>
                <c:pt idx="1236">
                  <c:v>87.60911927177335</c:v>
                </c:pt>
                <c:pt idx="1237">
                  <c:v>87.22007417884431</c:v>
                </c:pt>
                <c:pt idx="1238">
                  <c:v>85.70738740466513</c:v>
                </c:pt>
                <c:pt idx="1239">
                  <c:v>86.50534080829597</c:v>
                </c:pt>
                <c:pt idx="1240">
                  <c:v>86.72965818141968</c:v>
                </c:pt>
                <c:pt idx="1241">
                  <c:v>85.3022462559547</c:v>
                </c:pt>
                <c:pt idx="1242">
                  <c:v>83.93510892235194</c:v>
                </c:pt>
                <c:pt idx="1243">
                  <c:v>83.39674722685507</c:v>
                </c:pt>
                <c:pt idx="1244">
                  <c:v>81.8847453912198</c:v>
                </c:pt>
                <c:pt idx="1245">
                  <c:v>81.24261550632372</c:v>
                </c:pt>
                <c:pt idx="1246">
                  <c:v>79.69259958150255</c:v>
                </c:pt>
                <c:pt idx="1247">
                  <c:v>80.85699510611411</c:v>
                </c:pt>
                <c:pt idx="1248">
                  <c:v>80.3535652763556</c:v>
                </c:pt>
                <c:pt idx="1249">
                  <c:v>81.4230968126385</c:v>
                </c:pt>
                <c:pt idx="1250">
                  <c:v>83.12071699366776</c:v>
                </c:pt>
                <c:pt idx="1251">
                  <c:v>82.52756021465976</c:v>
                </c:pt>
                <c:pt idx="1252">
                  <c:v>82.10084350181681</c:v>
                </c:pt>
                <c:pt idx="1253">
                  <c:v>80.26281091929027</c:v>
                </c:pt>
                <c:pt idx="1254">
                  <c:v>79.85013544659706</c:v>
                </c:pt>
                <c:pt idx="1255">
                  <c:v>77.49086463217088</c:v>
                </c:pt>
                <c:pt idx="1256">
                  <c:v>78.5912184029288</c:v>
                </c:pt>
                <c:pt idx="1257">
                  <c:v>77.52819378281285</c:v>
                </c:pt>
                <c:pt idx="1258">
                  <c:v>77.3511371692175</c:v>
                </c:pt>
                <c:pt idx="1259">
                  <c:v>75.8983825176286</c:v>
                </c:pt>
                <c:pt idx="1260">
                  <c:v>78.73368562005774</c:v>
                </c:pt>
                <c:pt idx="1261">
                  <c:v>78.6795754750905</c:v>
                </c:pt>
                <c:pt idx="1262">
                  <c:v>77.92066356846134</c:v>
                </c:pt>
                <c:pt idx="1263">
                  <c:v>79.8289023517365</c:v>
                </c:pt>
                <c:pt idx="1264">
                  <c:v>78.93916718322448</c:v>
                </c:pt>
                <c:pt idx="1265">
                  <c:v>78.48882009061738</c:v>
                </c:pt>
                <c:pt idx="1266">
                  <c:v>78.50525861567071</c:v>
                </c:pt>
                <c:pt idx="1267">
                  <c:v>77.89737565796909</c:v>
                </c:pt>
                <c:pt idx="1268">
                  <c:v>77.49497426343422</c:v>
                </c:pt>
                <c:pt idx="1269">
                  <c:v>78.27409185710813</c:v>
                </c:pt>
                <c:pt idx="1270">
                  <c:v>76.13674113090204</c:v>
                </c:pt>
                <c:pt idx="1271">
                  <c:v>75.43296677705594</c:v>
                </c:pt>
                <c:pt idx="1272">
                  <c:v>74.9586468354127</c:v>
                </c:pt>
                <c:pt idx="1273">
                  <c:v>75.68536663047908</c:v>
                </c:pt>
                <c:pt idx="1274">
                  <c:v>74.6120679322048</c:v>
                </c:pt>
                <c:pt idx="1275">
                  <c:v>76.16002904139427</c:v>
                </c:pt>
                <c:pt idx="1276">
                  <c:v>75.85317657373193</c:v>
                </c:pt>
                <c:pt idx="1277">
                  <c:v>75.28604745939171</c:v>
                </c:pt>
                <c:pt idx="1278">
                  <c:v>74.37370931893136</c:v>
                </c:pt>
                <c:pt idx="1279">
                  <c:v>73.22986195063649</c:v>
                </c:pt>
                <c:pt idx="1280">
                  <c:v>72.66547259047182</c:v>
                </c:pt>
                <c:pt idx="1281">
                  <c:v>72.97574975085361</c:v>
                </c:pt>
                <c:pt idx="1282">
                  <c:v>73.67541447343639</c:v>
                </c:pt>
                <c:pt idx="1283">
                  <c:v>74.01891115319678</c:v>
                </c:pt>
                <c:pt idx="1284">
                  <c:v>74.32131152032385</c:v>
                </c:pt>
                <c:pt idx="1285">
                  <c:v>74.91412583005989</c:v>
                </c:pt>
                <c:pt idx="1286">
                  <c:v>75.84666965756497</c:v>
                </c:pt>
                <c:pt idx="1287">
                  <c:v>75.82166940071302</c:v>
                </c:pt>
                <c:pt idx="1288">
                  <c:v>75.3442672356223</c:v>
                </c:pt>
                <c:pt idx="1289">
                  <c:v>75.25419781710086</c:v>
                </c:pt>
                <c:pt idx="1290">
                  <c:v>75.599406843221</c:v>
                </c:pt>
                <c:pt idx="1291">
                  <c:v>76.11996013657674</c:v>
                </c:pt>
                <c:pt idx="1292">
                  <c:v>74.99118141624743</c:v>
                </c:pt>
                <c:pt idx="1293">
                  <c:v>74.35350363188664</c:v>
                </c:pt>
                <c:pt idx="1294">
                  <c:v>73.66411298746219</c:v>
                </c:pt>
                <c:pt idx="1295">
                  <c:v>75.19700544868613</c:v>
                </c:pt>
                <c:pt idx="1296">
                  <c:v>77.79977191546489</c:v>
                </c:pt>
                <c:pt idx="1297">
                  <c:v>76.40900420209798</c:v>
                </c:pt>
                <c:pt idx="1298">
                  <c:v>76.9638044226482</c:v>
                </c:pt>
                <c:pt idx="1299">
                  <c:v>76.48160768775021</c:v>
                </c:pt>
                <c:pt idx="1300">
                  <c:v>75.54974879878904</c:v>
                </c:pt>
                <c:pt idx="1301">
                  <c:v>74.88090631068128</c:v>
                </c:pt>
                <c:pt idx="1302">
                  <c:v>74.23980383360104</c:v>
                </c:pt>
                <c:pt idx="1303">
                  <c:v>73.68055151251554</c:v>
                </c:pt>
                <c:pt idx="1304">
                  <c:v>75.01070216474827</c:v>
                </c:pt>
                <c:pt idx="1305">
                  <c:v>73.7932239029853</c:v>
                </c:pt>
                <c:pt idx="1306">
                  <c:v>73.0072569238725</c:v>
                </c:pt>
                <c:pt idx="1307">
                  <c:v>74.43466884933748</c:v>
                </c:pt>
                <c:pt idx="1308">
                  <c:v>74.80967270211681</c:v>
                </c:pt>
                <c:pt idx="1309">
                  <c:v>73.34664397236958</c:v>
                </c:pt>
                <c:pt idx="1310">
                  <c:v>74.75522008787762</c:v>
                </c:pt>
                <c:pt idx="1311">
                  <c:v>74.76549416603596</c:v>
                </c:pt>
                <c:pt idx="1312">
                  <c:v>75.39563762641399</c:v>
                </c:pt>
                <c:pt idx="1313">
                  <c:v>75.14905975061389</c:v>
                </c:pt>
                <c:pt idx="1314">
                  <c:v>75.20864940393224</c:v>
                </c:pt>
                <c:pt idx="1315">
                  <c:v>73.85521084120728</c:v>
                </c:pt>
                <c:pt idx="1316">
                  <c:v>73.12129919143005</c:v>
                </c:pt>
                <c:pt idx="1317">
                  <c:v>72.2034815426186</c:v>
                </c:pt>
                <c:pt idx="1318">
                  <c:v>70.25106422326257</c:v>
                </c:pt>
                <c:pt idx="1319">
                  <c:v>70.05585673825416</c:v>
                </c:pt>
                <c:pt idx="1320">
                  <c:v>70.05037722990305</c:v>
                </c:pt>
                <c:pt idx="1321">
                  <c:v>69.5897560591376</c:v>
                </c:pt>
                <c:pt idx="1322">
                  <c:v>69.60379729928732</c:v>
                </c:pt>
                <c:pt idx="1323">
                  <c:v>68.76611746011089</c:v>
                </c:pt>
                <c:pt idx="1324">
                  <c:v>69.4661246519656</c:v>
                </c:pt>
                <c:pt idx="1325">
                  <c:v>69.01783237499016</c:v>
                </c:pt>
                <c:pt idx="1326">
                  <c:v>71.08703171607927</c:v>
                </c:pt>
                <c:pt idx="1327">
                  <c:v>71.26682808385017</c:v>
                </c:pt>
                <c:pt idx="1328">
                  <c:v>73.10623054346448</c:v>
                </c:pt>
                <c:pt idx="1329">
                  <c:v>72.713760757816</c:v>
                </c:pt>
                <c:pt idx="1330">
                  <c:v>73.06205200738364</c:v>
                </c:pt>
                <c:pt idx="1331">
                  <c:v>72.71992520471102</c:v>
                </c:pt>
                <c:pt idx="1332">
                  <c:v>73.82164885255672</c:v>
                </c:pt>
              </c:numCache>
            </c:numRef>
          </c:val>
          <c:smooth val="0"/>
          <c:extLst>
            <c:ext xmlns:c16="http://schemas.microsoft.com/office/drawing/2014/chart" uri="{C3380CC4-5D6E-409C-BE32-E72D297353CC}">
              <c16:uniqueId val="{00000002-AD81-409B-BCF9-8FB135BE4CE1}"/>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1119"/>
        <c:crosses val="autoZero"/>
        <c:auto val="1"/>
        <c:lblOffset val="100"/>
        <c:baseTimeUnit val="days"/>
      </c:dateAx>
      <c:valAx>
        <c:axId val="466101119"/>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dirty="0">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02/07/2026</a:t>
            </a:fld>
            <a:endParaRPr lang="pt-BR" dirty="0">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dirty="0">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dirty="0">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dirty="0"/>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02/07/2026</a:t>
            </a:fld>
            <a:endParaRPr lang="pt-BR" dirty="0"/>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dirty="0"/>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dirty="0"/>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2</a:t>
            </a:fld>
            <a:endParaRPr lang="pt-BR" dirty="0"/>
          </a:p>
        </p:txBody>
      </p:sp>
    </p:spTree>
    <p:extLst>
      <p:ext uri="{BB962C8B-B14F-4D97-AF65-F5344CB8AC3E}">
        <p14:creationId xmlns:p14="http://schemas.microsoft.com/office/powerpoint/2010/main" val="578365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3</a:t>
            </a:fld>
            <a:endParaRPr lang="pt-BR" dirty="0"/>
          </a:p>
        </p:txBody>
      </p:sp>
    </p:spTree>
    <p:extLst>
      <p:ext uri="{BB962C8B-B14F-4D97-AF65-F5344CB8AC3E}">
        <p14:creationId xmlns:p14="http://schemas.microsoft.com/office/powerpoint/2010/main" val="1823630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1012252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8" y="1522181"/>
            <a:ext cx="9579788" cy="851248"/>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1012252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1012252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1012252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1012252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1012252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1012252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1012252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1012252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50" name="Espaço Reservado para Conteúdo 14">
            <a:extLst>
              <a:ext uri="{FF2B5EF4-FFF2-40B4-BE49-F238E27FC236}">
                <a16:creationId xmlns:a16="http://schemas.microsoft.com/office/drawing/2014/main" id="{5DD66D9C-1033-48E3-9084-861698E49C88}"/>
              </a:ext>
            </a:extLst>
          </p:cNvPr>
          <p:cNvSpPr>
            <a:spLocks noGrp="1"/>
          </p:cNvSpPr>
          <p:nvPr>
            <p:ph sz="quarter" idx="42"/>
          </p:nvPr>
        </p:nvSpPr>
        <p:spPr>
          <a:xfrm>
            <a:off x="335999" y="2411916"/>
            <a:ext cx="9579786" cy="252881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1" name="Espaço Reservado para Conteúdo 14">
            <a:extLst>
              <a:ext uri="{FF2B5EF4-FFF2-40B4-BE49-F238E27FC236}">
                <a16:creationId xmlns:a16="http://schemas.microsoft.com/office/drawing/2014/main" id="{1AAAB222-9B15-4258-ACBD-73305BB52F7E}"/>
              </a:ext>
            </a:extLst>
          </p:cNvPr>
          <p:cNvSpPr>
            <a:spLocks noGrp="1"/>
          </p:cNvSpPr>
          <p:nvPr>
            <p:ph sz="quarter" idx="43" hasCustomPrompt="1"/>
          </p:nvPr>
        </p:nvSpPr>
        <p:spPr>
          <a:xfrm>
            <a:off x="10122521" y="4234046"/>
            <a:ext cx="1914195" cy="18484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Conteúdo 14">
            <a:extLst>
              <a:ext uri="{FF2B5EF4-FFF2-40B4-BE49-F238E27FC236}">
                <a16:creationId xmlns:a16="http://schemas.microsoft.com/office/drawing/2014/main" id="{BF881F3D-BE20-4A6F-BE22-461C15CBA88A}"/>
              </a:ext>
            </a:extLst>
          </p:cNvPr>
          <p:cNvSpPr>
            <a:spLocks noGrp="1"/>
          </p:cNvSpPr>
          <p:nvPr>
            <p:ph sz="quarter" idx="44" hasCustomPrompt="1"/>
          </p:nvPr>
        </p:nvSpPr>
        <p:spPr>
          <a:xfrm>
            <a:off x="10122521" y="3898244"/>
            <a:ext cx="1914195"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2138727" cy="984885"/>
          </a:xfrm>
          <a:prstGeom prst="rect">
            <a:avLst/>
          </a:prstGeom>
        </p:spPr>
        <p:txBody>
          <a:bodyPr wrap="none" rtlCol="0">
            <a:spAutoFit/>
          </a:bodyPr>
          <a:lstStyle/>
          <a:p>
            <a:r>
              <a:rPr lang="pt-BR" sz="5800" dirty="0">
                <a:solidFill>
                  <a:srgbClr val="242424"/>
                </a:solidFill>
                <a:latin typeface="+mj-lt"/>
                <a:ea typeface="XP Light Lighthouse" pitchFamily="50" charset="0"/>
              </a:rPr>
              <a:t>Índice</a:t>
            </a:r>
          </a:p>
        </p:txBody>
      </p:sp>
      <p:sp>
        <p:nvSpPr>
          <p:cNvPr id="13" name="Freeform: Shape 12">
            <a:extLst>
              <a:ext uri="{FF2B5EF4-FFF2-40B4-BE49-F238E27FC236}">
                <a16:creationId xmlns:a16="http://schemas.microsoft.com/office/drawing/2014/main" id="{844D0124-F03F-434F-9C9B-43216851E7C3}"/>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15" name="Espaço Reservado para Texto 6">
            <a:extLst>
              <a:ext uri="{FF2B5EF4-FFF2-40B4-BE49-F238E27FC236}">
                <a16:creationId xmlns:a16="http://schemas.microsoft.com/office/drawing/2014/main" id="{94944841-FAE5-4D44-AF6D-E519CC043F13}"/>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6" name="Espaço Reservado para Texto 6">
            <a:extLst>
              <a:ext uri="{FF2B5EF4-FFF2-40B4-BE49-F238E27FC236}">
                <a16:creationId xmlns:a16="http://schemas.microsoft.com/office/drawing/2014/main" id="{AAD0C9E5-6039-4713-97C1-16EAFD52DD08}"/>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7" name="Espaço Reservado para Texto 6">
            <a:extLst>
              <a:ext uri="{FF2B5EF4-FFF2-40B4-BE49-F238E27FC236}">
                <a16:creationId xmlns:a16="http://schemas.microsoft.com/office/drawing/2014/main" id="{3D14A41D-89A7-4BCD-8F56-FF9BA67DCD7D}"/>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8" name="Espaço Reservado para Texto 6">
            <a:extLst>
              <a:ext uri="{FF2B5EF4-FFF2-40B4-BE49-F238E27FC236}">
                <a16:creationId xmlns:a16="http://schemas.microsoft.com/office/drawing/2014/main" id="{38A9FFE0-16AC-4B0C-B473-3834B353B4DE}"/>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9" name="Espaço Reservado para Texto 6">
            <a:extLst>
              <a:ext uri="{FF2B5EF4-FFF2-40B4-BE49-F238E27FC236}">
                <a16:creationId xmlns:a16="http://schemas.microsoft.com/office/drawing/2014/main" id="{624FD55C-43EF-4DA5-BA21-2E91B3AEC2A8}"/>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0" name="Espaço Reservado para Texto 6">
            <a:extLst>
              <a:ext uri="{FF2B5EF4-FFF2-40B4-BE49-F238E27FC236}">
                <a16:creationId xmlns:a16="http://schemas.microsoft.com/office/drawing/2014/main" id="{16D9034A-51D4-4121-84CA-92FBFBB745C5}"/>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2" name="Espaço Reservado para Texto 6">
            <a:extLst>
              <a:ext uri="{FF2B5EF4-FFF2-40B4-BE49-F238E27FC236}">
                <a16:creationId xmlns:a16="http://schemas.microsoft.com/office/drawing/2014/main" id="{E7310526-1BB3-43DD-8A2A-879A97DFE31F}"/>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3" name="Espaço Reservado para Texto 6">
            <a:extLst>
              <a:ext uri="{FF2B5EF4-FFF2-40B4-BE49-F238E27FC236}">
                <a16:creationId xmlns:a16="http://schemas.microsoft.com/office/drawing/2014/main" id="{8678D1D3-A61B-44D4-986B-F937FBDE293A}"/>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4" name="Espaço Reservado para Texto 6">
            <a:extLst>
              <a:ext uri="{FF2B5EF4-FFF2-40B4-BE49-F238E27FC236}">
                <a16:creationId xmlns:a16="http://schemas.microsoft.com/office/drawing/2014/main" id="{47ED3601-9B62-4C46-9F5D-835223B43950}"/>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47C46C3F-1640-4BCD-B79B-CE85A97A6629}"/>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694303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233663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997319"/>
            <a:ext cx="3685087" cy="2016449"/>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661518"/>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3997319"/>
            <a:ext cx="3685087" cy="201749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366256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3991783"/>
            <a:ext cx="3685087" cy="2019217"/>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65875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419097"/>
            <a:ext cx="5620183" cy="259467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040732"/>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426233"/>
            <a:ext cx="5620183" cy="258476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657078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767313"/>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148738859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7675487" cy="4955776"/>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8169814" y="1526295"/>
            <a:ext cx="3685087" cy="21571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8169814" y="1233481"/>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69813" y="4014516"/>
            <a:ext cx="3685087" cy="217265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72586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215411623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351985"/>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349217"/>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007176"/>
            <a:ext cx="562018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5" y="3007176"/>
            <a:ext cx="563024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9264319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11518900" cy="256720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4219758"/>
            <a:ext cx="11518899" cy="198695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888021"/>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02685193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770867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407232"/>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461394" y="4714613"/>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4711845"/>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46139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2703130"/>
            <a:ext cx="11518900" cy="1611200"/>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10677073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360110" y="4609835"/>
            <a:ext cx="5494789" cy="162513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5999" y="813373"/>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324164" y="43204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2056730"/>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ACB8FC63-8E9B-46EC-9C1E-23865728060B}"/>
              </a:ext>
            </a:extLst>
          </p:cNvPr>
          <p:cNvSpPr>
            <a:spLocks noGrp="1"/>
          </p:cNvSpPr>
          <p:nvPr>
            <p:ph sz="quarter" idx="30" hasCustomPrompt="1"/>
          </p:nvPr>
        </p:nvSpPr>
        <p:spPr>
          <a:xfrm>
            <a:off x="6348275" y="4320460"/>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90882685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1729559"/>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287489FE-2426-4E3A-8277-E0317AD4AAED}"/>
              </a:ext>
            </a:extLst>
          </p:cNvPr>
          <p:cNvSpPr>
            <a:spLocks noGrp="1"/>
          </p:cNvSpPr>
          <p:nvPr>
            <p:ph sz="quarter" idx="20"/>
          </p:nvPr>
        </p:nvSpPr>
        <p:spPr>
          <a:xfrm>
            <a:off x="335999" y="1243689"/>
            <a:ext cx="11518900" cy="43126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43953111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579427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814141"/>
            <a:ext cx="11518900" cy="2536334"/>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1251833"/>
            <a:ext cx="11518900" cy="499191"/>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4" name="Espaço Reservado para Conteúdo 14">
            <a:extLst>
              <a:ext uri="{FF2B5EF4-FFF2-40B4-BE49-F238E27FC236}">
                <a16:creationId xmlns:a16="http://schemas.microsoft.com/office/drawing/2014/main" id="{C5F4F10D-AEEB-4BA9-B1DF-A2BD4A0C492A}"/>
              </a:ext>
            </a:extLst>
          </p:cNvPr>
          <p:cNvSpPr>
            <a:spLocks noGrp="1"/>
          </p:cNvSpPr>
          <p:nvPr>
            <p:ph sz="quarter" idx="30"/>
          </p:nvPr>
        </p:nvSpPr>
        <p:spPr>
          <a:xfrm>
            <a:off x="335999" y="4413592"/>
            <a:ext cx="11518900" cy="804361"/>
          </a:xfrm>
          <a:prstGeom prst="rect">
            <a:avLst/>
          </a:prstGeom>
          <a:solidFill>
            <a:schemeClr val="accent3">
              <a:lumMod val="20000"/>
              <a:lumOff val="80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17214038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78CA0DD-0E52-42AB-830E-E80120F9F5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0BEFAF7E-5F4E-42A9-9992-51D70001595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39" name="Freeform: Shape 38">
            <a:extLst>
              <a:ext uri="{FF2B5EF4-FFF2-40B4-BE49-F238E27FC236}">
                <a16:creationId xmlns:a16="http://schemas.microsoft.com/office/drawing/2014/main" id="{FE23C6CE-B8D0-426A-AA37-BAC01D3E84D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918350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4" name="Text Placeholder 21">
            <a:extLst>
              <a:ext uri="{FF2B5EF4-FFF2-40B4-BE49-F238E27FC236}">
                <a16:creationId xmlns:a16="http://schemas.microsoft.com/office/drawing/2014/main" id="{7869B08B-9B05-4D38-B4CA-C2F1D7979BA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50" name="Date Placeholder 1">
            <a:extLst>
              <a:ext uri="{FF2B5EF4-FFF2-40B4-BE49-F238E27FC236}">
                <a16:creationId xmlns:a16="http://schemas.microsoft.com/office/drawing/2014/main" id="{BDC93EBC-9BE5-4C8E-9414-F42BAD4A922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43" name="Freeform: Shape 42">
            <a:extLst>
              <a:ext uri="{FF2B5EF4-FFF2-40B4-BE49-F238E27FC236}">
                <a16:creationId xmlns:a16="http://schemas.microsoft.com/office/drawing/2014/main" id="{969C1A72-26FC-45FB-93EF-511CAA77CA27}"/>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79554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5F3E463-B817-4B2E-93BD-2A1152C6F7E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82577943-F62A-4C91-832C-4ED1B4C0498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39" name="Freeform: Shape 38">
            <a:extLst>
              <a:ext uri="{FF2B5EF4-FFF2-40B4-BE49-F238E27FC236}">
                <a16:creationId xmlns:a16="http://schemas.microsoft.com/office/drawing/2014/main" id="{B8D3B3BB-8B99-46A8-BF9C-2025B42E4C8F}"/>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55487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50D9BA1D-B6BB-4DBB-81B7-1B0E548BA3D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D3706B77-8E0E-4CB3-9E64-46F131F4F69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07023540-B693-4180-8404-3191DA6A28A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3124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B4946D23-AB3A-411B-8B2F-43A2479B969C}"/>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4D1961CB-AE6D-47CE-8F6B-C8BA879B211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C5D1D84B-3FC3-499D-9713-4B883236AB6B}"/>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17258192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E546736A-F3E9-4525-A2B9-3429C623DAE3}" type="datetime4">
              <a:rPr lang="pt-BR" smtClean="0"/>
              <a:pPr/>
              <a:t>2 de julho de 2026</a:t>
            </a:fld>
            <a:endParaRPr lang="en-US" dirty="0"/>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7919C1BB-AAC0-4B5F-9616-70B2766A3DB9}" type="datetime4">
              <a:rPr lang="pt-BR" smtClean="0"/>
              <a:pPr/>
              <a:t>2 de julho de 2026</a:t>
            </a:fld>
            <a:endParaRPr lang="en-US" dirty="0"/>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B709002E-9D42-4A32-B9EE-0434FA9D032B}" type="datetime4">
              <a:rPr lang="pt-BR" smtClean="0"/>
              <a:pPr/>
              <a:t>2 de julho de 2026</a:t>
            </a:fld>
            <a:endParaRPr lang="en-US" dirty="0"/>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C5584092-D3E3-4F4F-9A2F-E189F9574485}" type="datetime4">
              <a:rPr lang="pt-BR" smtClean="0"/>
              <a:pPr/>
              <a:t>2 de julho de 2026</a:t>
            </a:fld>
            <a:endParaRPr lang="en-US" dirty="0"/>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July 2,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21">
            <a:extLst>
              <a:ext uri="{FF2B5EF4-FFF2-40B4-BE49-F238E27FC236}">
                <a16:creationId xmlns:a16="http://schemas.microsoft.com/office/drawing/2014/main" id="{352B89BB-543D-44EA-B737-A6CDE774FA54}"/>
              </a:ext>
            </a:extLst>
          </p:cNvPr>
          <p:cNvSpPr>
            <a:spLocks noGrp="1"/>
          </p:cNvSpPr>
          <p:nvPr>
            <p:ph type="body" sz="quarter" idx="18" hasCustomPrompt="1"/>
          </p:nvPr>
        </p:nvSpPr>
        <p:spPr>
          <a:xfrm>
            <a:off x="788194" y="6309245"/>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2834251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876188"/>
            <a:ext cx="11519449" cy="501675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800"/>
              </a:lnSpc>
              <a:buNone/>
            </a:pPr>
            <a:r>
              <a:rPr lang="pt-BR" sz="800" dirty="0">
                <a:solidFill>
                  <a:schemeClr val="accent6"/>
                </a:solidFill>
              </a:rPr>
              <a:t>1) Este relatório de análise foi elaborado pela XP Investimentos CCTVM S.A. (“XP Investimentos ou XP”) de acordo com todas as exigências previstas na Resolução CVM nº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a:t>
            </a:r>
          </a:p>
          <a:p>
            <a:pPr marL="0" lvl="0" indent="0" algn="just">
              <a:lnSpc>
                <a:spcPts val="800"/>
              </a:lnSpc>
              <a:buNone/>
            </a:pPr>
            <a:endParaRPr lang="pt-BR" sz="1000" dirty="0">
              <a:solidFill>
                <a:schemeClr val="accent6"/>
              </a:solidFill>
            </a:endParaRPr>
          </a:p>
          <a:p>
            <a:pPr marL="0" lvl="0" indent="0" algn="just">
              <a:lnSpc>
                <a:spcPts val="800"/>
              </a:lnSpc>
              <a:buNone/>
            </a:pPr>
            <a:r>
              <a:rPr lang="pt-BR" sz="8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3) 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7) Os produtos apresentados neste relatório podem não ser adequados para todos os tipos de cliente. Antes de qualquer decisão, os clientes deverão realizar o processo de </a:t>
            </a:r>
            <a:r>
              <a:rPr lang="pt-BR" sz="800" dirty="0" err="1">
                <a:solidFill>
                  <a:schemeClr val="accent6"/>
                </a:solidFill>
              </a:rPr>
              <a:t>suitability</a:t>
            </a:r>
            <a:r>
              <a:rPr lang="pt-BR" sz="800" dirty="0">
                <a:solidFill>
                  <a:schemeClr val="accent6"/>
                </a:solidFill>
              </a:rPr>
              <a:t> e confirmar se os produtos apresentados são indicados para o seu perfil de investidor. Este material não sugere qualquer alteração de carteira, mas somente orientação sobre produtos adequados a determinado perfil de investidor.</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10) SAC. 0800 772 0202. A Ouvidoria da XP Investimentos tem a missão de servir de canal de contato sempre que os clientes que não se sentirem satisfeitos com as soluções dadas pela empresa aos seus problemas. O contato pode ser realizado por meio do telefone: 0800-722-3730.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11) O custo da operação e a política de cobrança estão definidos nas tabelas de custos operacionais disponibilizadas no site da XP Investimentos: www.xpi.com.br.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12) A XP Investimentos se exime de qualquer responsabilidade por quaisquer prejuízos, diretos ou indiretos, que venham a decorrer da utilização deste relatório ou seu conteúdo.</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13) A Avaliação Técnica e a Avaliação de Fundamentos seguem diferentes metodologias de análise. A Análise Técnica é executada seguindo conceitos como tendência, suporte, resistência, </a:t>
            </a:r>
            <a:r>
              <a:rPr lang="pt-BR" sz="800" dirty="0" err="1">
                <a:solidFill>
                  <a:schemeClr val="accent6"/>
                </a:solidFill>
              </a:rPr>
              <a:t>candles</a:t>
            </a:r>
            <a:r>
              <a:rPr lang="pt-BR" sz="8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800" dirty="0" err="1">
                <a:solidFill>
                  <a:schemeClr val="accent6"/>
                </a:solidFill>
              </a:rPr>
              <a:t>stops</a:t>
            </a:r>
            <a:r>
              <a:rPr lang="pt-BR" sz="800" dirty="0">
                <a:solidFill>
                  <a:schemeClr val="accent6"/>
                </a:solidFill>
              </a:rPr>
              <a:t>” para limitar as possíveis perdas.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14)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800" dirty="0" err="1">
                <a:solidFill>
                  <a:schemeClr val="accent6"/>
                </a:solidFill>
              </a:rPr>
              <a:t>Suitability</a:t>
            </a:r>
            <a:r>
              <a:rPr lang="pt-BR" sz="8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15) ESTA INSTITUIÇÃO É ADERENTE À RESOLUÇÃO CVM Nº 16/2021.</a:t>
            </a:r>
          </a:p>
        </p:txBody>
      </p:sp>
    </p:spTree>
    <p:extLst>
      <p:ext uri="{BB962C8B-B14F-4D97-AF65-F5344CB8AC3E}">
        <p14:creationId xmlns:p14="http://schemas.microsoft.com/office/powerpoint/2010/main" val="36817606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34056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700" dirty="0">
                <a:solidFill>
                  <a:schemeClr val="accent6"/>
                </a:solidFill>
              </a:rPr>
              <a:t>1) 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0" lvl="0" indent="0" algn="just">
              <a:lnSpc>
                <a:spcPts val="1000"/>
              </a:lnSpc>
              <a:buNone/>
            </a:pPr>
            <a:r>
              <a:rPr lang="pt-BR" sz="7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1000"/>
              </a:lnSpc>
              <a:buNone/>
            </a:pPr>
            <a:r>
              <a:rPr lang="pt-BR" sz="700" dirty="0">
                <a:solidFill>
                  <a:schemeClr val="accent6"/>
                </a:solidFill>
              </a:rPr>
              <a:t>3) O(</a:t>
            </a:r>
            <a:r>
              <a:rPr lang="pt-BR" sz="700" dirty="0" err="1">
                <a:solidFill>
                  <a:schemeClr val="accent6"/>
                </a:solidFill>
              </a:rPr>
              <a:t>s</a:t>
            </a:r>
            <a:r>
              <a:rPr lang="pt-BR" sz="700" dirty="0">
                <a:solidFill>
                  <a:schemeClr val="accent6"/>
                </a:solidFill>
              </a:rPr>
              <a:t>) signatário(</a:t>
            </a:r>
            <a:r>
              <a:rPr lang="pt-BR" sz="700" dirty="0" err="1">
                <a:solidFill>
                  <a:schemeClr val="accent6"/>
                </a:solidFill>
              </a:rPr>
              <a:t>s</a:t>
            </a:r>
            <a:r>
              <a:rPr lang="pt-BR" sz="700" dirty="0">
                <a:solidFill>
                  <a:schemeClr val="accent6"/>
                </a:solidFill>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dirty="0" err="1">
                <a:solidFill>
                  <a:schemeClr val="accent6"/>
                </a:solidFill>
              </a:rPr>
              <a:t>s</a:t>
            </a:r>
            <a:r>
              <a:rPr lang="pt-BR" sz="700" dirty="0">
                <a:solidFill>
                  <a:schemeClr val="accent6"/>
                </a:solidFill>
              </a:rPr>
              <a:t>) remuneração(es) é(são) indiretamente influenciada por receitas provenientes dos negócios e operações financeiras realizadas pela XP Investimentos. </a:t>
            </a:r>
          </a:p>
          <a:p>
            <a:pPr marL="0" lvl="0" indent="0" algn="just">
              <a:lnSpc>
                <a:spcPts val="1000"/>
              </a:lnSpc>
              <a:buNone/>
            </a:pPr>
            <a:r>
              <a:rPr lang="pt-BR" sz="7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1000"/>
              </a:lnSpc>
              <a:buNone/>
            </a:pPr>
            <a:r>
              <a:rPr lang="pt-BR" sz="7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1000"/>
              </a:lnSpc>
              <a:buNone/>
            </a:pPr>
            <a:r>
              <a:rPr lang="pt-BR" sz="7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1000"/>
              </a:lnSpc>
              <a:buNone/>
            </a:pPr>
            <a:r>
              <a:rPr lang="pt-BR" sz="7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accent6"/>
                </a:solidFill>
              </a:rPr>
              <a:t>Suitability</a:t>
            </a:r>
            <a:r>
              <a:rPr lang="pt-BR" sz="7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7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1000"/>
              </a:lnSpc>
              <a:buNone/>
            </a:pPr>
            <a:r>
              <a:rPr lang="pt-BR" sz="7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marL="0" lvl="0" indent="0" algn="just">
              <a:lnSpc>
                <a:spcPts val="1000"/>
              </a:lnSpc>
              <a:buNone/>
            </a:pPr>
            <a:r>
              <a:rPr lang="pt-BR" sz="700" dirty="0">
                <a:solidFill>
                  <a:schemeClr val="accent6"/>
                </a:solidFill>
              </a:rPr>
              <a:t>10)SAC.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0" lvl="0" indent="0" algn="just">
              <a:lnSpc>
                <a:spcPts val="1000"/>
              </a:lnSpc>
              <a:buNone/>
            </a:pPr>
            <a:r>
              <a:rPr lang="pt-BR" sz="700" dirty="0">
                <a:solidFill>
                  <a:schemeClr val="accent6"/>
                </a:solidFill>
              </a:rPr>
              <a:t>11)O custo da operação e a política de cobrança estão definidos nas tabelas de custos operacionais disponibilizadas no site da XP Investimentos: </a:t>
            </a:r>
            <a:r>
              <a:rPr lang="pt-BR" sz="700" dirty="0" err="1">
                <a:solidFill>
                  <a:schemeClr val="accent6"/>
                </a:solidFill>
              </a:rPr>
              <a:t>www.xpi.com.br</a:t>
            </a:r>
            <a:r>
              <a:rPr lang="pt-BR" sz="700" dirty="0">
                <a:solidFill>
                  <a:schemeClr val="accent6"/>
                </a:solidFill>
              </a:rPr>
              <a:t>. </a:t>
            </a:r>
          </a:p>
          <a:p>
            <a:pPr marL="0" lvl="0" indent="0" algn="just">
              <a:lnSpc>
                <a:spcPts val="1000"/>
              </a:lnSpc>
              <a:buNone/>
            </a:pPr>
            <a:r>
              <a:rPr lang="pt-BR" sz="700" dirty="0">
                <a:solidFill>
                  <a:schemeClr val="accent6"/>
                </a:solidFill>
              </a:rPr>
              <a:t>12)A XP Investimentos se exime de qualquer responsabilidade por quaisquer prejuízos, diretos ou indiretos, que venham a decorrer da utilização deste relatório ou seu conteúdo. </a:t>
            </a:r>
          </a:p>
          <a:p>
            <a:pPr marL="0" lvl="0" indent="0" algn="just">
              <a:lnSpc>
                <a:spcPts val="1000"/>
              </a:lnSpc>
              <a:buNone/>
            </a:pPr>
            <a:r>
              <a:rPr lang="pt-BR" sz="700" dirty="0">
                <a:solidFill>
                  <a:schemeClr val="accent6"/>
                </a:solidFill>
              </a:rPr>
              <a:t>13) A Avaliação Técnica e a Avaliação de Fundamentos seguem diferentes metodologias de análise. A Análise Técnica é executada seguindo conceitos como tendência, suporte, resistência, </a:t>
            </a:r>
            <a:r>
              <a:rPr lang="pt-BR" sz="700" dirty="0" err="1">
                <a:solidFill>
                  <a:schemeClr val="accent6"/>
                </a:solidFill>
              </a:rPr>
              <a:t>candles</a:t>
            </a:r>
            <a:r>
              <a:rPr lang="pt-BR" sz="7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accent6"/>
                </a:solidFill>
              </a:rPr>
              <a:t>stops</a:t>
            </a:r>
            <a:r>
              <a:rPr lang="pt-BR" sz="700" dirty="0">
                <a:solidFill>
                  <a:schemeClr val="accent6"/>
                </a:solidFill>
              </a:rPr>
              <a:t>” para limitar as possíveis perdas.  </a:t>
            </a:r>
          </a:p>
          <a:p>
            <a:pPr marL="0" lvl="0" indent="0" algn="just">
              <a:lnSpc>
                <a:spcPts val="1000"/>
              </a:lnSpc>
              <a:buNone/>
            </a:pPr>
            <a:r>
              <a:rPr lang="pt-BR" sz="7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 </a:t>
            </a:r>
          </a:p>
          <a:p>
            <a:pPr marL="0" lvl="0" indent="0" algn="just">
              <a:lnSpc>
                <a:spcPts val="1000"/>
              </a:lnSpc>
              <a:buNone/>
            </a:pPr>
            <a:r>
              <a:rPr lang="pt-BR" sz="700" dirty="0">
                <a:solidFill>
                  <a:schemeClr val="accent6"/>
                </a:solidFill>
              </a:rPr>
              <a:t>15)O investimento em opções é preferencialmente indicado para investidores de perfil agressivo, de acordo com a política de </a:t>
            </a:r>
            <a:r>
              <a:rPr lang="pt-BR" sz="700" dirty="0" err="1">
                <a:solidFill>
                  <a:schemeClr val="accent6"/>
                </a:solidFill>
              </a:rPr>
              <a:t>suitability</a:t>
            </a:r>
            <a:r>
              <a:rPr lang="pt-BR" sz="7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0" lvl="0" indent="0" algn="just">
              <a:lnSpc>
                <a:spcPts val="1000"/>
              </a:lnSpc>
              <a:buNone/>
            </a:pPr>
            <a:r>
              <a:rPr lang="pt-BR" sz="7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0" lvl="0" indent="0" algn="just">
              <a:lnSpc>
                <a:spcPts val="1000"/>
              </a:lnSpc>
              <a:buNone/>
            </a:pPr>
            <a:r>
              <a:rPr lang="pt-BR" sz="7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1000"/>
              </a:lnSpc>
              <a:buNone/>
            </a:pPr>
            <a:r>
              <a:rPr lang="pt-BR" sz="700" dirty="0">
                <a:solidFill>
                  <a:schemeClr val="accent6"/>
                </a:solidFill>
              </a:rPr>
              <a:t>18)ESTA INSTITUIÇÃO É ADERENTE AO CÓDIGO ANBIMA DE REGULAÇÃO E MELHORES PRÁTICAS PARA ATIVIDADE DE DISTRIBUIÇÃO DE PRODUTOS DE INVESTIMENTO NO VAREJO. </a:t>
            </a:r>
          </a:p>
        </p:txBody>
      </p:sp>
    </p:spTree>
    <p:extLst>
      <p:ext uri="{BB962C8B-B14F-4D97-AF65-F5344CB8AC3E}">
        <p14:creationId xmlns:p14="http://schemas.microsoft.com/office/powerpoint/2010/main" val="42714625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0" name="Freeform: Shape 29">
            <a:extLst>
              <a:ext uri="{FF2B5EF4-FFF2-40B4-BE49-F238E27FC236}">
                <a16:creationId xmlns:a16="http://schemas.microsoft.com/office/drawing/2014/main" id="{4632403F-4B9F-429E-9B25-0ECDFD42CF19}"/>
              </a:ext>
            </a:extLst>
          </p:cNvPr>
          <p:cNvSpPr/>
          <p:nvPr userDrawn="1"/>
        </p:nvSpPr>
        <p:spPr>
          <a:xfrm>
            <a:off x="5762123" y="3127829"/>
            <a:ext cx="667754" cy="602342"/>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17" name="Graphic 16">
            <a:extLst>
              <a:ext uri="{FF2B5EF4-FFF2-40B4-BE49-F238E27FC236}">
                <a16:creationId xmlns:a16="http://schemas.microsoft.com/office/drawing/2014/main" id="{120D6684-9CB4-432C-84B7-4ABC08AE7CC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0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03353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09026" y="345645"/>
            <a:ext cx="3146424" cy="210546"/>
          </a:xfrm>
          <a:prstGeom prst="rect">
            <a:avLst/>
          </a:prstGeom>
        </p:spPr>
        <p:txBody>
          <a:bodyPr vert="horz" lIns="91440" tIns="45720" rIns="91440" bIns="45720" rtlCol="0" anchor="ctr"/>
          <a:lstStyle>
            <a:lvl1pPr algn="r">
              <a:defRPr sz="1100">
                <a:solidFill>
                  <a:schemeClr val="tx2"/>
                </a:solidFill>
                <a:latin typeface="+mn-lt"/>
                <a:ea typeface="Roboto Slab" pitchFamily="2" charset="0"/>
                <a:cs typeface="Roboto" panose="02000000000000000000" pitchFamily="2" charset="0"/>
              </a:defRPr>
            </a:lvl1pPr>
          </a:lstStyle>
          <a:p>
            <a:fld id="{5A4CF137-961F-40CC-9272-458A69979960}" type="datetime4">
              <a:rPr lang="pt-BR" smtClean="0"/>
              <a:pPr/>
              <a:t>2 de julho de 2026</a:t>
            </a:fld>
            <a:endParaRPr lang="en-US" dirty="0"/>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1100" dirty="0" err="1"/>
              <a:t>Estratégia</a:t>
            </a:r>
            <a:r>
              <a:rPr lang="en-US" sz="1100" dirty="0"/>
              <a:t> | </a:t>
            </a:r>
            <a:r>
              <a:rPr lang="en-US" sz="1100" dirty="0" err="1"/>
              <a:t>Carteira</a:t>
            </a:r>
            <a:r>
              <a:rPr lang="en-US" sz="1100" dirty="0"/>
              <a:t> XP</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 id="2147483918" r:id="rId2"/>
    <p:sldLayoutId id="2147483920" r:id="rId3"/>
    <p:sldLayoutId id="2147483941"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47" r:id="rId16"/>
    <p:sldLayoutId id="2147483948" r:id="rId17"/>
    <p:sldLayoutId id="2147483949" r:id="rId18"/>
    <p:sldLayoutId id="2147483950" r:id="rId19"/>
    <p:sldLayoutId id="2147483951" r:id="rId20"/>
    <p:sldLayoutId id="2147483944" r:id="rId21"/>
    <p:sldLayoutId id="2147483942" r:id="rId22"/>
    <p:sldLayoutId id="2147483943" r:id="rId23"/>
    <p:sldLayoutId id="2147483893" r:id="rId24"/>
    <p:sldLayoutId id="2147483952" r:id="rId25"/>
    <p:sldLayoutId id="2147483946" r:id="rId26"/>
    <p:sldLayoutId id="2147483965" r:id="rId27"/>
    <p:sldLayoutId id="2147483916" r:id="rId28"/>
    <p:sldLayoutId id="2147483964" r:id="rId29"/>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nteudos.xpi.com.br/acoes/BMOB3" TargetMode="External"/><Relationship Id="rId3" Type="http://schemas.openxmlformats.org/officeDocument/2006/relationships/hyperlink" Target="https://conteudos.xpi.com.br/acoes/ALUP11" TargetMode="External"/><Relationship Id="rId4" Type="http://schemas.openxmlformats.org/officeDocument/2006/relationships/hyperlink" Target="https://conteudos.xpi.com.br/acoes/CEAB3" TargetMode="External"/><Relationship Id="rId5" Type="http://schemas.openxmlformats.org/officeDocument/2006/relationships/hyperlink" Target="https://conteudos.xpi.com.br/acoes/TUPY3" TargetMode="External"/><Relationship Id="rId6" Type="http://schemas.openxmlformats.org/officeDocument/2006/relationships/hyperlink" Target="https://conteudos.xpi.com.br/acoes/PRNR3" TargetMode="External"/><Relationship Id="rId7" Type="http://schemas.openxmlformats.org/officeDocument/2006/relationships/hyperlink" Target="https://conteudos.xpi.com.br/acoes/ECOR3" TargetMode="External"/><Relationship Id="rId8" Type="http://schemas.openxmlformats.org/officeDocument/2006/relationships/hyperlink" Target="https://conteudos.xpi.com.br/acoes/LWSA3" TargetMode="External"/><Relationship Id="rId9" Type="http://schemas.openxmlformats.org/officeDocument/2006/relationships/hyperlink" Target="https://conteudos.xpi.com.br/acoes/CURY3" TargetMode="External"/><Relationship Id="rId10" Type="http://schemas.openxmlformats.org/officeDocument/2006/relationships/hyperlink" Target="https://conteudos.xpi.com.br/acoes/DIRR3" TargetMode="External"/><Relationship Id="rId11" Type="http://schemas.openxmlformats.org/officeDocument/2006/relationships/hyperlink" Target="https://conteudos.xpi.com.br/acoes/TTEN3" TargetMode="External"/><Relationship Id="rId12" Type="http://schemas.openxmlformats.org/officeDocument/2006/relationships/hyperlink" Target="https://conteudos.xpi.com.br/acoes/SLCE3" TargetMode="External"/><Relationship Id="rId13" Type="http://schemas.openxmlformats.org/officeDocument/2006/relationships/hyperlink" Target="https://conteudos.xpi.com.br/acoes/ORVR3" TargetMode="External"/><Relationship Id="rId14" Type="http://schemas.openxmlformats.org/officeDocument/2006/relationships/hyperlink" Target="https://conteudos.xpi.com.br/acoes/VIVA3" TargetMode="External"/><Relationship Id="rId15" Type="http://schemas.openxmlformats.org/officeDocument/2006/relationships/hyperlink" Target="https://conteudos.xpi.com.br/acoes/BRBI1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B8F3800-DC2C-41BC-BE62-931306F18A56}"/>
              </a:ext>
            </a:extLst>
          </p:cNvPr>
          <p:cNvSpPr>
            <a:spLocks noGrp="1"/>
          </p:cNvSpPr>
          <p:nvPr>
            <p:ph type="body" sz="quarter" idx="16"/>
          </p:nvPr>
        </p:nvSpPr>
        <p:spPr/>
        <p:txBody>
          <a:bodyPr/>
          <a:lstStyle/>
          <a:p>
            <a:r>
              <a:rPr lang="en-US" sz="2400" b="1" dirty="0" err="1">
                <a:solidFill>
                  <a:srgbClr val="FFC709"/>
                </a:solidFill>
                <a:latin typeface="Roboto Light" panose="02000000000000000000" pitchFamily="2" charset="0"/>
                <a:ea typeface="Roboto Light" panose="02000000000000000000" pitchFamily="2" charset="0"/>
                <a:cs typeface="Roboto Light" panose="02000000000000000000" pitchFamily="2" charset="0"/>
              </a:rPr>
              <a:t>Carteira</a:t>
            </a:r>
            <a:r>
              <a:rPr lang="en-US" sz="2400" b="1" dirty="0">
                <a:solidFill>
                  <a:srgbClr val="FFC709"/>
                </a:solidFill>
                <a:latin typeface="Roboto Light" panose="02000000000000000000" pitchFamily="2" charset="0"/>
                <a:ea typeface="Roboto Light" panose="02000000000000000000" pitchFamily="2" charset="0"/>
                <a:cs typeface="Roboto Light" panose="02000000000000000000" pitchFamily="2" charset="0"/>
              </a:rPr>
              <a:t> Top Small Caps XP</a:t>
            </a:r>
          </a:p>
        </p:txBody>
      </p:sp>
      <p:sp>
        <p:nvSpPr>
          <p:cNvPr id="4" name="Espaço Reservado para Conteúdo 3">
            <a:extLst>
              <a:ext uri="{FF2B5EF4-FFF2-40B4-BE49-F238E27FC236}">
                <a16:creationId xmlns:a16="http://schemas.microsoft.com/office/drawing/2014/main" id="{FB13B94D-26FF-4F8C-ADFA-72C7DAAF4D95}"/>
              </a:ext>
            </a:extLst>
          </p:cNvPr>
          <p:cNvSpPr>
            <a:spLocks noGrp="1"/>
          </p:cNvSpPr>
          <p:nvPr>
            <p:ph sz="quarter" idx="20"/>
          </p:nvPr>
        </p:nvSpPr>
        <p:spPr>
          <a:xfrm>
            <a:off x="335998" y="1594470"/>
            <a:ext cx="9468000" cy="1246553"/>
          </a:xfrm>
        </p:spPr>
        <p:txBody>
          <a:bodyPr anchor="ctr"/>
          <a:lstStyle/>
          <a:p>
            <a:pPr defTabSz="914400">
              <a:lnSpc>
                <a:spcPct val="114000"/>
              </a:lnSpc>
              <a:defRPr/>
            </a:pPr>
            <a:r>
              <a:rPr lang="pt-BR" b="1" dirty="0"/>
              <a:t xml:space="preserve">Estamos adicionando DIRR3 com 5% de peso, </a:t>
            </a:r>
            <a:r>
              <a:rPr lang="pt-BR" dirty="0"/>
              <a:t xml:space="preserve">apoiados sobretudo pelo múltiplo atrativo e pela exposição à melhora das perspectivas do MCMV. A companhia negocia a 4,8x P/L em 2027E, mantendo execução sólida e elevada rentabilidade. </a:t>
            </a:r>
            <a:r>
              <a:rPr lang="pt-BR" b="1" dirty="0"/>
              <a:t xml:space="preserve">Estamos aumentando SLCE3 de 5% para 7,5%, </a:t>
            </a:r>
            <a:r>
              <a:rPr lang="pt-BR" dirty="0"/>
              <a:t xml:space="preserve">refletindo uma visão mais construtiva para as commodities agrícolas, especialmente algodão, soja e milho, o que resulta em um balanço de risco e retorno mais favorável. </a:t>
            </a:r>
            <a:r>
              <a:rPr lang="pt-BR" b="1" dirty="0"/>
              <a:t>Estamos reduzindo nossa posição em CEAB3 de 10% para 5%</a:t>
            </a:r>
            <a:r>
              <a:rPr lang="pt-BR" dirty="0"/>
              <a:t xml:space="preserve">, em função da decisão de diminuir a exposição ao setor de consumo em um cenário macroeconômico ainda desafiador e de um 3T de vestuário pressionado pelo inverno mais quente e pelo menor fluxo durante a Copa do Mundo. </a:t>
            </a:r>
            <a:r>
              <a:rPr lang="pt-BR" b="1" dirty="0"/>
              <a:t>Estamos reduzindo CURY3 de 12,5% para 10%</a:t>
            </a:r>
            <a:r>
              <a:rPr lang="pt-BR" dirty="0"/>
              <a:t xml:space="preserve"> apenas para abrir espaço para a Direcional e manter exposição equilibrada ao setor, sem alteração em nossa visão positiva para a Cury.</a:t>
            </a:r>
            <a:endParaRPr lang="pt-BR" b="1" dirty="0"/>
          </a:p>
        </p:txBody>
      </p:sp>
      <p:sp>
        <p:nvSpPr>
          <p:cNvPr id="5" name="Espaço Reservado para Data 4">
            <a:extLst>
              <a:ext uri="{FF2B5EF4-FFF2-40B4-BE49-F238E27FC236}">
                <a16:creationId xmlns:a16="http://schemas.microsoft.com/office/drawing/2014/main" id="{A351857F-E6D9-4751-A8F0-9CAA7E1C3ED9}"/>
              </a:ext>
            </a:extLst>
          </p:cNvPr>
          <p:cNvSpPr>
            <a:spLocks noGrp="1"/>
          </p:cNvSpPr>
          <p:nvPr>
            <p:ph type="dt" sz="half" idx="2"/>
          </p:nvPr>
        </p:nvSpPr>
        <p:spPr/>
        <p:txBody>
          <a:bodyPr/>
          <a:lstStyle/>
          <a:p>
            <a:fld id="{DEF07EAB-FF36-413A-9F9A-0AF5F3187EB1}" type="datetime4">
              <a:rPr lang="pt-BR" smtClean="0"/>
              <a:t>1 de setembro de 2026</a:t>
            </a:fld>
            <a:endParaRPr lang="en-US" dirty="0"/>
          </a:p>
        </p:txBody>
      </p:sp>
      <p:sp>
        <p:nvSpPr>
          <p:cNvPr id="6" name="Espaço Reservado para Texto 5">
            <a:extLst>
              <a:ext uri="{FF2B5EF4-FFF2-40B4-BE49-F238E27FC236}">
                <a16:creationId xmlns:a16="http://schemas.microsoft.com/office/drawing/2014/main" id="{538E29F0-599A-46C7-B1CE-B3B94B246029}"/>
              </a:ext>
            </a:extLst>
          </p:cNvPr>
          <p:cNvSpPr>
            <a:spLocks noGrp="1"/>
          </p:cNvSpPr>
          <p:nvPr>
            <p:ph type="body" sz="quarter" idx="24"/>
          </p:nvPr>
        </p:nvSpPr>
        <p:spPr>
          <a:xfrm>
            <a:off x="335997" y="1112256"/>
            <a:ext cx="11518900" cy="886987"/>
          </a:xfrm>
        </p:spPr>
        <p:txBody>
          <a:bodyPr/>
          <a:lstStyle/>
          <a:p>
            <a:r>
              <a:rPr lang="pt-BR" dirty="0"/>
              <a:t>Setembro 2026</a:t>
            </a:r>
          </a:p>
        </p:txBody>
      </p:sp>
      <p:sp>
        <p:nvSpPr>
          <p:cNvPr id="16" name="Espaço Reservado para Texto 15">
            <a:extLst>
              <a:ext uri="{FF2B5EF4-FFF2-40B4-BE49-F238E27FC236}">
                <a16:creationId xmlns:a16="http://schemas.microsoft.com/office/drawing/2014/main" id="{07E0A3AD-562A-481D-87E7-55826769C801}"/>
              </a:ext>
            </a:extLst>
          </p:cNvPr>
          <p:cNvSpPr>
            <a:spLocks noGrp="1"/>
          </p:cNvSpPr>
          <p:nvPr>
            <p:ph type="body" sz="quarter" idx="19"/>
          </p:nvPr>
        </p:nvSpPr>
        <p:spPr/>
        <p:txBody>
          <a:bodyPr/>
          <a:lstStyle/>
          <a:p>
            <a:r>
              <a:rPr lang="en-US" sz="1100" dirty="0" err="1">
                <a:solidFill>
                  <a:schemeClr val="bg1"/>
                </a:solidFill>
                <a:latin typeface="Roboto Light" panose="02000000000000000000" pitchFamily="2" charset="0"/>
                <a:ea typeface="Roboto Light" panose="02000000000000000000" pitchFamily="2" charset="0"/>
                <a:cs typeface="Roboto" panose="02000000000000000000" pitchFamily="2" charset="0"/>
              </a:rPr>
              <a:t>Carteira</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Top </a:t>
            </a:r>
            <a:r>
              <a:rPr lang="en-US" dirty="0">
                <a:cs typeface="Roboto" panose="02000000000000000000" pitchFamily="2" charset="0"/>
              </a:rPr>
              <a:t>Small Caps</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XP</a:t>
            </a:r>
            <a:endParaRPr lang="pt-BR" dirty="0"/>
          </a:p>
        </p:txBody>
      </p:sp>
      <p:sp>
        <p:nvSpPr>
          <p:cNvPr id="17" name="Espaço Reservado para Texto 16">
            <a:extLst>
              <a:ext uri="{FF2B5EF4-FFF2-40B4-BE49-F238E27FC236}">
                <a16:creationId xmlns:a16="http://schemas.microsoft.com/office/drawing/2014/main" id="{49730D53-63A4-4B5A-8DC4-10E3ECEA54FF}"/>
              </a:ext>
            </a:extLst>
          </p:cNvPr>
          <p:cNvSpPr>
            <a:spLocks noGrp="1"/>
          </p:cNvSpPr>
          <p:nvPr>
            <p:ph type="body" sz="quarter" idx="18"/>
          </p:nvPr>
        </p:nvSpPr>
        <p:spPr/>
        <p:txBody>
          <a:bodyPr/>
          <a:lstStyle/>
          <a:p>
            <a:r>
              <a:rPr lang="pt-BR" dirty="0"/>
              <a:t>Fonte: </a:t>
            </a:r>
            <a:r>
              <a:rPr lang="pt-BR" dirty="0" err="1"/>
              <a:t>Economatica</a:t>
            </a:r>
            <a:r>
              <a:rPr lang="pt-BR" dirty="0"/>
              <a:t> e XP </a:t>
            </a:r>
            <a:r>
              <a:rPr lang="pt-BR" dirty="0" err="1"/>
              <a:t>Research</a:t>
            </a:r>
            <a:r>
              <a:rPr lang="pt-BR" dirty="0"/>
              <a:t>. Retornos da carteira incluem dividendos. Dados até 31/08/2026. Sempre consulte seu assessor de investimentos</a:t>
            </a:r>
          </a:p>
        </p:txBody>
      </p:sp>
      <p:sp>
        <p:nvSpPr>
          <p:cNvPr id="18" name="Espaço Reservado para Conteúdo 17">
            <a:extLst>
              <a:ext uri="{FF2B5EF4-FFF2-40B4-BE49-F238E27FC236}">
                <a16:creationId xmlns:a16="http://schemas.microsoft.com/office/drawing/2014/main" id="{9181D4BA-DC19-4262-A9DC-127EB1BABEEB}"/>
              </a:ext>
            </a:extLst>
          </p:cNvPr>
          <p:cNvSpPr>
            <a:spLocks noGrp="1"/>
          </p:cNvSpPr>
          <p:nvPr>
            <p:ph sz="quarter" idx="42"/>
          </p:nvPr>
        </p:nvSpPr>
        <p:spPr>
          <a:xfrm>
            <a:off x="335998" y="2880045"/>
            <a:ext cx="9540000" cy="1136933"/>
          </a:xfrm>
        </p:spPr>
        <p:txBody>
          <a:bodyPr/>
          <a:lstStyle/>
          <a:p>
            <a:pPr algn="just">
              <a:lnSpc>
                <a:spcPct val="120000"/>
              </a:lnSpc>
              <a:spcBef>
                <a:spcPts val="600"/>
              </a:spcBef>
            </a:pPr>
            <a:r>
              <a:rPr lang="en-US" sz="900" b="1" dirty="0" err="1">
                <a:latin typeface="Roboto Light" panose="02000000000000000000" pitchFamily="2" charset="0"/>
                <a:ea typeface="Roboto Light" panose="02000000000000000000" pitchFamily="2" charset="0"/>
              </a:rPr>
              <a:t>Empresas</a:t>
            </a:r>
            <a:r>
              <a:rPr lang="en-US" sz="900" b="1" dirty="0">
                <a:latin typeface="Roboto Light" panose="02000000000000000000" pitchFamily="2" charset="0"/>
                <a:ea typeface="Roboto Light" panose="02000000000000000000" pitchFamily="2" charset="0"/>
              </a:rPr>
              <a:t> com </a:t>
            </a:r>
            <a:r>
              <a:rPr lang="en-US" sz="900" b="1" dirty="0" err="1">
                <a:latin typeface="Roboto Light" panose="02000000000000000000" pitchFamily="2" charset="0"/>
                <a:ea typeface="Roboto Light" panose="02000000000000000000" pitchFamily="2" charset="0"/>
              </a:rPr>
              <a:t>menor</a:t>
            </a:r>
            <a:r>
              <a:rPr lang="en-US" sz="900" b="1" dirty="0">
                <a:latin typeface="Roboto Light" panose="02000000000000000000" pitchFamily="2" charset="0"/>
                <a:ea typeface="Roboto Light" panose="02000000000000000000" pitchFamily="2" charset="0"/>
              </a:rPr>
              <a:t> valor de </a:t>
            </a:r>
            <a:r>
              <a:rPr lang="en-US" sz="900" b="1" dirty="0" err="1">
                <a:latin typeface="Roboto Light" panose="02000000000000000000" pitchFamily="2" charset="0"/>
                <a:ea typeface="Roboto Light" panose="02000000000000000000" pitchFamily="2" charset="0"/>
              </a:rPr>
              <a:t>capitalização</a:t>
            </a:r>
            <a:r>
              <a:rPr lang="en-US" sz="900" b="1" dirty="0">
                <a:latin typeface="Roboto Light" panose="02000000000000000000" pitchFamily="2" charset="0"/>
                <a:ea typeface="Roboto Light" panose="02000000000000000000" pitchFamily="2" charset="0"/>
              </a:rPr>
              <a:t>. </a:t>
            </a:r>
            <a:r>
              <a:rPr lang="pt-BR" sz="900" dirty="0">
                <a:latin typeface="Roboto Light" panose="02000000000000000000" pitchFamily="2" charset="0"/>
                <a:ea typeface="Roboto Light" panose="02000000000000000000" pitchFamily="2" charset="0"/>
              </a:rPr>
              <a:t>A Carteira Top </a:t>
            </a:r>
            <a:r>
              <a:rPr lang="pt-BR" sz="900" dirty="0" err="1">
                <a:latin typeface="Roboto Light" panose="02000000000000000000" pitchFamily="2" charset="0"/>
                <a:ea typeface="Roboto Light" panose="02000000000000000000" pitchFamily="2" charset="0"/>
              </a:rPr>
              <a:t>Small</a:t>
            </a:r>
            <a:r>
              <a:rPr lang="pt-BR" sz="900" dirty="0">
                <a:latin typeface="Roboto Light" panose="02000000000000000000" pitchFamily="2" charset="0"/>
                <a:ea typeface="Roboto Light" panose="02000000000000000000" pitchFamily="2" charset="0"/>
              </a:rPr>
              <a:t> Caps XP possui as melhores ações </a:t>
            </a:r>
            <a:r>
              <a:rPr lang="pt-BR" sz="900" i="1" dirty="0" err="1">
                <a:latin typeface="Roboto Light" panose="02000000000000000000" pitchFamily="2" charset="0"/>
                <a:ea typeface="Roboto Light" panose="02000000000000000000" pitchFamily="2" charset="0"/>
              </a:rPr>
              <a:t>small</a:t>
            </a:r>
            <a:r>
              <a:rPr lang="pt-BR" sz="900" i="1" dirty="0">
                <a:latin typeface="Roboto Light" panose="02000000000000000000" pitchFamily="2" charset="0"/>
                <a:ea typeface="Roboto Light" panose="02000000000000000000" pitchFamily="2" charset="0"/>
              </a:rPr>
              <a:t> caps </a:t>
            </a:r>
            <a:r>
              <a:rPr lang="pt-BR" sz="900" dirty="0">
                <a:latin typeface="Roboto Light" panose="02000000000000000000" pitchFamily="2" charset="0"/>
                <a:ea typeface="Roboto Light" panose="02000000000000000000" pitchFamily="2" charset="0"/>
              </a:rPr>
              <a:t>sob nossa cobertura e que possam apresentar um desempenho acima do Ibovespa no horizonte de longo prazo. A composição da carteira é analisada mensalmente, e ela pode ou não sofrer alterações a cada mês.</a:t>
            </a:r>
          </a:p>
          <a:p>
            <a:pPr algn="just">
              <a:lnSpc>
                <a:spcPct val="120000"/>
              </a:lnSpc>
              <a:spcBef>
                <a:spcPts val="600"/>
              </a:spcBef>
            </a:pPr>
            <a:r>
              <a:rPr lang="pt-BR" sz="900" b="1" dirty="0">
                <a:latin typeface="Roboto Light" panose="02000000000000000000" pitchFamily="2" charset="0"/>
                <a:ea typeface="Roboto Light" panose="02000000000000000000" pitchFamily="2" charset="0"/>
              </a:rPr>
              <a:t>Que tipos de empresas de buscamos? </a:t>
            </a:r>
            <a:r>
              <a:rPr lang="pt-BR" sz="900" dirty="0">
                <a:latin typeface="Roboto Light" panose="02000000000000000000" pitchFamily="2" charset="0"/>
                <a:ea typeface="Roboto Light" panose="02000000000000000000" pitchFamily="2" charset="0"/>
              </a:rPr>
              <a:t>As principais características que buscamos nos papéis que compõem a carteira são: (i) empresas que possuem capitalização de mercado inferior a R$ 10 bilhões; (</a:t>
            </a:r>
            <a:r>
              <a:rPr lang="pt-BR" sz="900" dirty="0" err="1">
                <a:latin typeface="Roboto Light" panose="02000000000000000000" pitchFamily="2" charset="0"/>
                <a:ea typeface="Roboto Light" panose="02000000000000000000" pitchFamily="2" charset="0"/>
              </a:rPr>
              <a:t>ii</a:t>
            </a:r>
            <a:r>
              <a:rPr lang="pt-BR" sz="900" dirty="0">
                <a:latin typeface="Roboto Light" panose="02000000000000000000" pitchFamily="2" charset="0"/>
                <a:ea typeface="Roboto Light" panose="02000000000000000000" pitchFamily="2" charset="0"/>
              </a:rPr>
              <a:t>) visão de longo prazo; (</a:t>
            </a:r>
            <a:r>
              <a:rPr lang="pt-BR" sz="900" dirty="0" err="1">
                <a:latin typeface="Roboto Light" panose="02000000000000000000" pitchFamily="2" charset="0"/>
                <a:ea typeface="Roboto Light" panose="02000000000000000000" pitchFamily="2" charset="0"/>
              </a:rPr>
              <a:t>iii</a:t>
            </a:r>
            <a:r>
              <a:rPr lang="pt-BR" sz="900" dirty="0">
                <a:latin typeface="Roboto Light" panose="02000000000000000000" pitchFamily="2" charset="0"/>
                <a:ea typeface="Roboto Light" panose="02000000000000000000" pitchFamily="2" charset="0"/>
              </a:rPr>
              <a:t>) nomes de empresas com boas perspectivas de crescimento; (</a:t>
            </a:r>
            <a:r>
              <a:rPr lang="pt-BR" sz="900" dirty="0" err="1">
                <a:latin typeface="Roboto Light" panose="02000000000000000000" pitchFamily="2" charset="0"/>
                <a:ea typeface="Roboto Light" panose="02000000000000000000" pitchFamily="2" charset="0"/>
              </a:rPr>
              <a:t>iv</a:t>
            </a:r>
            <a:r>
              <a:rPr lang="pt-BR" sz="900" dirty="0">
                <a:latin typeface="Roboto Light" panose="02000000000000000000" pitchFamily="2" charset="0"/>
                <a:ea typeface="Roboto Light" panose="02000000000000000000" pitchFamily="2" charset="0"/>
              </a:rPr>
              <a:t>) ações com </a:t>
            </a:r>
            <a:r>
              <a:rPr lang="pt-BR" sz="900" dirty="0" err="1">
                <a:latin typeface="Roboto Light" panose="02000000000000000000" pitchFamily="2" charset="0"/>
                <a:ea typeface="Roboto Light" panose="02000000000000000000" pitchFamily="2" charset="0"/>
              </a:rPr>
              <a:t>valuation</a:t>
            </a:r>
            <a:r>
              <a:rPr lang="pt-BR" sz="900" dirty="0">
                <a:latin typeface="Roboto Light" panose="02000000000000000000" pitchFamily="2" charset="0"/>
                <a:ea typeface="Roboto Light" panose="02000000000000000000" pitchFamily="2" charset="0"/>
              </a:rPr>
              <a:t> atraentes.</a:t>
            </a:r>
          </a:p>
          <a:p>
            <a:pPr algn="just">
              <a:lnSpc>
                <a:spcPct val="120000"/>
              </a:lnSpc>
              <a:spcBef>
                <a:spcPts val="600"/>
              </a:spcBef>
            </a:pPr>
            <a:r>
              <a:rPr lang="en-US" sz="900" b="1" dirty="0" err="1">
                <a:latin typeface="Roboto Light" panose="02000000000000000000" pitchFamily="2" charset="0"/>
                <a:ea typeface="Roboto Light" panose="02000000000000000000" pitchFamily="2" charset="0"/>
              </a:rPr>
              <a:t xml:space="preserve">Desempenho. </a:t>
            </a:r>
            <a:r>
              <a:rPr lang="pt-BR" sz="900" dirty="0">
                <a:latin typeface="Roboto Light" panose="02000000000000000000" pitchFamily="2" charset="0"/>
                <a:ea typeface="Roboto Light" panose="02000000000000000000" pitchFamily="2" charset="0"/>
              </a:rPr>
              <a:t>Em agosto, nossa carteira teve um desempenho de 1,2%, vs. -0,3% do Ibovespa. Desde o início, em maio de 2021, ela subiu 69,5%, vs. 49,2% do índice.</a:t>
            </a:r>
          </a:p>
        </p:txBody>
      </p:sp>
      <p:cxnSp>
        <p:nvCxnSpPr>
          <p:cNvPr id="25" name="Straight Connector 24">
            <a:extLst>
              <a:ext uri="{FF2B5EF4-FFF2-40B4-BE49-F238E27FC236}">
                <a16:creationId xmlns:a16="http://schemas.microsoft.com/office/drawing/2014/main" id="{A998183D-86CA-4665-9E6C-99F562E3167F}"/>
              </a:ext>
            </a:extLst>
          </p:cNvPr>
          <p:cNvCxnSpPr>
            <a:cxnSpLocks/>
          </p:cNvCxnSpPr>
          <p:nvPr/>
        </p:nvCxnSpPr>
        <p:spPr>
          <a:xfrm>
            <a:off x="9897108" y="1512325"/>
            <a:ext cx="0" cy="478829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Content Placeholder 1">
            <a:extLst>
              <a:ext uri="{FF2B5EF4-FFF2-40B4-BE49-F238E27FC236}">
                <a16:creationId xmlns:a16="http://schemas.microsoft.com/office/drawing/2014/main" id="{5E30EA56-FE1A-43A3-8879-92E308006E1E}"/>
              </a:ext>
            </a:extLst>
          </p:cNvPr>
          <p:cNvSpPr>
            <a:spLocks noGrp="1"/>
          </p:cNvSpPr>
          <p:nvPr>
            <p:ph sz="quarter" idx="22"/>
          </p:nvPr>
        </p:nvSpPr>
        <p:spPr>
          <a:xfrm>
            <a:off x="10013464" y="1595644"/>
            <a:ext cx="1914195" cy="184666"/>
          </a:xfrm>
        </p:spPr>
        <p:txBody>
          <a:bodyPr/>
          <a:lstStyle/>
          <a:p>
            <a:r>
              <a:rPr lang="en-US" sz="1200" b="1" dirty="0">
                <a:solidFill>
                  <a:schemeClr val="bg2">
                    <a:lumMod val="25000"/>
                  </a:schemeClr>
                </a:solidFill>
                <a:latin typeface="Roboto Light" panose="02000000000000000000" pitchFamily="2" charset="0"/>
                <a:ea typeface="Roboto Light" panose="02000000000000000000" pitchFamily="2" charset="0"/>
                <a:cs typeface="Roboto Medium" panose="02000000000000000000" pitchFamily="2" charset="0"/>
              </a:rPr>
              <a:t>Fernando Ferreira</a:t>
            </a:r>
          </a:p>
        </p:txBody>
      </p:sp>
      <p:sp>
        <p:nvSpPr>
          <p:cNvPr id="36" name="Content Placeholder 7">
            <a:extLst>
              <a:ext uri="{FF2B5EF4-FFF2-40B4-BE49-F238E27FC236}">
                <a16:creationId xmlns:a16="http://schemas.microsoft.com/office/drawing/2014/main" id="{B46D56BD-F3F6-4361-BD93-444409D2FF7E}"/>
              </a:ext>
            </a:extLst>
          </p:cNvPr>
          <p:cNvSpPr>
            <a:spLocks noGrp="1"/>
          </p:cNvSpPr>
          <p:nvPr>
            <p:ph sz="quarter" idx="25"/>
          </p:nvPr>
        </p:nvSpPr>
        <p:spPr>
          <a:xfrm>
            <a:off x="10013464" y="1810412"/>
            <a:ext cx="2083056" cy="307777"/>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Estrategista-Chefe</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e Head do Research</a:t>
            </a:r>
          </a:p>
        </p:txBody>
      </p:sp>
      <p:sp>
        <p:nvSpPr>
          <p:cNvPr id="38" name="Content Placeholder 9">
            <a:extLst>
              <a:ext uri="{FF2B5EF4-FFF2-40B4-BE49-F238E27FC236}">
                <a16:creationId xmlns:a16="http://schemas.microsoft.com/office/drawing/2014/main" id="{B0FF2A93-54E6-4AD5-A01E-BE06D4F6D65B}"/>
              </a:ext>
            </a:extLst>
          </p:cNvPr>
          <p:cNvSpPr>
            <a:spLocks noGrp="1"/>
          </p:cNvSpPr>
          <p:nvPr>
            <p:ph sz="quarter" idx="27"/>
          </p:nvPr>
        </p:nvSpPr>
        <p:spPr>
          <a:xfrm>
            <a:off x="10013464" y="2189507"/>
            <a:ext cx="1914195" cy="369332"/>
          </a:xfrm>
        </p:spPr>
        <p:txBody>
          <a:bodyPr/>
          <a:lstStyle/>
          <a:p>
            <a:r>
              <a:rPr lang="en-US" dirty="0">
                <a:solidFill>
                  <a:schemeClr val="bg2">
                    <a:lumMod val="25000"/>
                  </a:schemeClr>
                </a:solidFill>
                <a:cs typeface="Roboto Medium" panose="02000000000000000000" pitchFamily="2" charset="0"/>
              </a:rPr>
              <a:t>Raphael Figueredo</a:t>
            </a:r>
            <a:endParaRPr lang="en-US" dirty="0"/>
          </a:p>
          <a:p>
            <a:endParaRPr lang="en-US" dirty="0"/>
          </a:p>
        </p:txBody>
      </p:sp>
      <p:sp>
        <p:nvSpPr>
          <p:cNvPr id="39" name="Content Placeholder 10">
            <a:extLst>
              <a:ext uri="{FF2B5EF4-FFF2-40B4-BE49-F238E27FC236}">
                <a16:creationId xmlns:a16="http://schemas.microsoft.com/office/drawing/2014/main" id="{B55145B5-0428-400E-B896-5AB220409E8D}"/>
              </a:ext>
            </a:extLst>
          </p:cNvPr>
          <p:cNvSpPr>
            <a:spLocks noGrp="1"/>
          </p:cNvSpPr>
          <p:nvPr>
            <p:ph sz="quarter" idx="28"/>
          </p:nvPr>
        </p:nvSpPr>
        <p:spPr>
          <a:xfrm>
            <a:off x="10013464" y="2427455"/>
            <a:ext cx="1914195" cy="307777"/>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de </a:t>
            </a:r>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Ações</a:t>
            </a:r>
            <a:endPar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endParaRPr>
          </a:p>
          <a:p>
            <a:endParaRPr lang="en-US" dirty="0"/>
          </a:p>
        </p:txBody>
      </p:sp>
      <p:sp>
        <p:nvSpPr>
          <p:cNvPr id="7" name="Content Placeholder 9">
            <a:extLst>
              <a:ext uri="{FF2B5EF4-FFF2-40B4-BE49-F238E27FC236}">
                <a16:creationId xmlns:a16="http://schemas.microsoft.com/office/drawing/2014/main" id="{67E0C399-C84B-253E-74F9-034A576C7118}"/>
              </a:ext>
            </a:extLst>
          </p:cNvPr>
          <p:cNvSpPr txBox="1">
            <a:spLocks/>
          </p:cNvSpPr>
          <p:nvPr/>
        </p:nvSpPr>
        <p:spPr>
          <a:xfrm>
            <a:off x="10013463" y="3263845"/>
            <a:ext cx="1914195" cy="184666"/>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1200" b="1" dirty="0">
                <a:solidFill>
                  <a:schemeClr val="bg2">
                    <a:lumMod val="25000"/>
                  </a:schemeClr>
                </a:solidFill>
                <a:latin typeface="Roboto Light" panose="02000000000000000000" pitchFamily="2" charset="0"/>
                <a:ea typeface="Roboto Light" panose="02000000000000000000" pitchFamily="2" charset="0"/>
                <a:cs typeface="Roboto Medium" panose="02000000000000000000" pitchFamily="2" charset="0"/>
              </a:rPr>
              <a:t>Research XP</a:t>
            </a:r>
          </a:p>
        </p:txBody>
      </p:sp>
      <p:sp>
        <p:nvSpPr>
          <p:cNvPr id="9" name="Text Placeholder 8">
            <a:extLst>
              <a:ext uri="{FF2B5EF4-FFF2-40B4-BE49-F238E27FC236}">
                <a16:creationId xmlns:a16="http://schemas.microsoft.com/office/drawing/2014/main" id="{0A1458FC-A0CE-2699-B63C-4924EAF774AD}"/>
              </a:ext>
            </a:extLst>
          </p:cNvPr>
          <p:cNvSpPr>
            <a:spLocks noGrp="1"/>
          </p:cNvSpPr>
          <p:nvPr>
            <p:ph type="body" sz="quarter" idx="17"/>
          </p:nvPr>
        </p:nvSpPr>
        <p:spPr>
          <a:xfrm>
            <a:off x="336001" y="775521"/>
            <a:ext cx="10537211" cy="299659"/>
          </a:xfrm>
        </p:spPr>
        <p:txBody>
          <a:bodyPr/>
          <a:lstStyle/>
          <a:p>
            <a:r>
              <a:rPr lang="en-US" sz="1400" dirty="0" err="1"/>
              <a:t>Adicionando DIRR3; aumentando SLCE3; reduzindo CEAB3 e CURY3</a:t>
            </a:r>
          </a:p>
        </p:txBody>
      </p:sp>
      <p:sp>
        <p:nvSpPr>
          <p:cNvPr id="8" name="Content Placeholder 9">
            <a:extLst>
              <a:ext uri="{FF2B5EF4-FFF2-40B4-BE49-F238E27FC236}">
                <a16:creationId xmlns:a16="http://schemas.microsoft.com/office/drawing/2014/main" id="{975047CA-BB64-C988-D4A8-24A721280E7E}"/>
              </a:ext>
            </a:extLst>
          </p:cNvPr>
          <p:cNvSpPr txBox="1">
            <a:spLocks/>
          </p:cNvSpPr>
          <p:nvPr/>
        </p:nvSpPr>
        <p:spPr>
          <a:xfrm>
            <a:off x="10013464" y="2691428"/>
            <a:ext cx="1914195" cy="184666"/>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solidFill>
                  <a:schemeClr val="bg2">
                    <a:lumMod val="25000"/>
                  </a:schemeClr>
                </a:solidFill>
                <a:cs typeface="Roboto Medium" panose="02000000000000000000" pitchFamily="2" charset="0"/>
              </a:rPr>
              <a:t>Caio Souza</a:t>
            </a:r>
          </a:p>
        </p:txBody>
      </p:sp>
      <p:sp>
        <p:nvSpPr>
          <p:cNvPr id="11" name="Content Placeholder 10">
            <a:extLst>
              <a:ext uri="{FF2B5EF4-FFF2-40B4-BE49-F238E27FC236}">
                <a16:creationId xmlns:a16="http://schemas.microsoft.com/office/drawing/2014/main" id="{5594A946-87BE-EC78-6E03-65A1D3C371BD}"/>
              </a:ext>
            </a:extLst>
          </p:cNvPr>
          <p:cNvSpPr txBox="1">
            <a:spLocks/>
          </p:cNvSpPr>
          <p:nvPr/>
        </p:nvSpPr>
        <p:spPr>
          <a:xfrm>
            <a:off x="10013464" y="2897744"/>
            <a:ext cx="1914195" cy="307777"/>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a:cs typeface="Roboto Medium" panose="02000000000000000000" pitchFamily="2" charset="0"/>
              </a:rPr>
              <a:t>Estrategista de Ações</a:t>
            </a:r>
          </a:p>
          <a:p>
            <a:endParaRPr lang="en-US" dirty="0"/>
          </a:p>
        </p:txBody>
      </p:sp>
      <p:graphicFrame>
        <p:nvGraphicFramePr>
          <p:cNvPr id="10" name="Table 9">
            <a:extLst>
              <a:ext uri="{FF2B5EF4-FFF2-40B4-BE49-F238E27FC236}">
                <a16:creationId xmlns:a16="http://schemas.microsoft.com/office/drawing/2014/main" id="{5B41159A-0BE2-6F35-C62B-C74E518D12EF}"/>
              </a:ext>
            </a:extLst>
          </p:cNvPr>
          <p:cNvGraphicFramePr>
            <a:graphicFrameLocks noGrp="1"/>
          </p:cNvGraphicFramePr>
          <p:nvPr>
            <p:extLst>
              <p:ext uri="{D42A27DB-BD31-4B8C-83A1-F6EECF244321}">
                <p14:modId xmlns:p14="http://schemas.microsoft.com/office/powerpoint/2010/main" val="405457747"/>
              </p:ext>
            </p:extLst>
          </p:nvPr>
        </p:nvGraphicFramePr>
        <p:xfrm>
          <a:off x="335996" y="3931920"/>
          <a:ext cx="9444749" cy="2320031"/>
        </p:xfrm>
        <a:graphic>
          <a:graphicData uri="http://schemas.openxmlformats.org/drawingml/2006/table">
            <a:tbl>
              <a:tblPr/>
              <a:tblGrid>
                <a:gridCol w="1121513">
                  <a:extLst>
                    <a:ext uri="{9D8B030D-6E8A-4147-A177-3AD203B41FA5}">
                      <a16:colId xmlns:a16="http://schemas.microsoft.com/office/drawing/2014/main" val="2902574305"/>
                    </a:ext>
                  </a:extLst>
                </a:gridCol>
                <a:gridCol w="1325258">
                  <a:extLst>
                    <a:ext uri="{9D8B030D-6E8A-4147-A177-3AD203B41FA5}">
                      <a16:colId xmlns:a16="http://schemas.microsoft.com/office/drawing/2014/main" val="2617455995"/>
                    </a:ext>
                  </a:extLst>
                </a:gridCol>
                <a:gridCol w="1153753">
                  <a:extLst>
                    <a:ext uri="{9D8B030D-6E8A-4147-A177-3AD203B41FA5}">
                      <a16:colId xmlns:a16="http://schemas.microsoft.com/office/drawing/2014/main" val="2584425909"/>
                    </a:ext>
                  </a:extLst>
                </a:gridCol>
                <a:gridCol w="1409298">
                  <a:extLst>
                    <a:ext uri="{9D8B030D-6E8A-4147-A177-3AD203B41FA5}">
                      <a16:colId xmlns:a16="http://schemas.microsoft.com/office/drawing/2014/main" val="400655490"/>
                    </a:ext>
                  </a:extLst>
                </a:gridCol>
                <a:gridCol w="1287993">
                  <a:extLst>
                    <a:ext uri="{9D8B030D-6E8A-4147-A177-3AD203B41FA5}">
                      <a16:colId xmlns:a16="http://schemas.microsoft.com/office/drawing/2014/main" val="3887173882"/>
                    </a:ext>
                  </a:extLst>
                </a:gridCol>
                <a:gridCol w="810746">
                  <a:extLst>
                    <a:ext uri="{9D8B030D-6E8A-4147-A177-3AD203B41FA5}">
                      <a16:colId xmlns:a16="http://schemas.microsoft.com/office/drawing/2014/main" val="1724019473"/>
                    </a:ext>
                  </a:extLst>
                </a:gridCol>
                <a:gridCol w="608060">
                  <a:extLst>
                    <a:ext uri="{9D8B030D-6E8A-4147-A177-3AD203B41FA5}">
                      <a16:colId xmlns:a16="http://schemas.microsoft.com/office/drawing/2014/main" val="335410067"/>
                    </a:ext>
                  </a:extLst>
                </a:gridCol>
                <a:gridCol w="777787">
                  <a:extLst>
                    <a:ext uri="{9D8B030D-6E8A-4147-A177-3AD203B41FA5}">
                      <a16:colId xmlns:a16="http://schemas.microsoft.com/office/drawing/2014/main" val="3799630845"/>
                    </a:ext>
                  </a:extLst>
                </a:gridCol>
                <a:gridCol w="950341">
                  <a:extLst>
                    <a:ext uri="{9D8B030D-6E8A-4147-A177-3AD203B41FA5}">
                      <a16:colId xmlns:a16="http://schemas.microsoft.com/office/drawing/2014/main" val="1134972601"/>
                    </a:ext>
                  </a:extLst>
                </a:gridCol>
              </a:tblGrid>
              <a:tr h="431795">
                <a:tc>
                  <a:txBody>
                    <a:bodyPr/>
                    <a:lstStyle/>
                    <a:p>
                      <a:pPr algn="ctr" fontAlgn="ctr">
                        <a:buNone/>
                      </a:pPr>
                      <a:r>
                        <a:rPr lang="pt-BR" sz="800" b="1" i="0" u="none" strike="noStrike" dirty="0">
                          <a:solidFill>
                            <a:srgbClr val="000000"/>
                          </a:solidFill>
                          <a:effectLst/>
                          <a:latin typeface="Roboto Light" panose="02000000000000000000" pitchFamily="2" charset="0"/>
                        </a:rPr>
                        <a:t>Segmento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dirty="0">
                          <a:solidFill>
                            <a:srgbClr val="000000"/>
                          </a:solidFill>
                          <a:effectLst/>
                          <a:latin typeface="Roboto Light" panose="02000000000000000000" pitchFamily="2" charset="0"/>
                        </a:rPr>
                        <a:t>Setor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dirty="0">
                          <a:solidFill>
                            <a:srgbClr val="000000"/>
                          </a:solidFill>
                          <a:effectLst/>
                          <a:latin typeface="Roboto Light" panose="02000000000000000000" pitchFamily="2" charset="0"/>
                        </a:rPr>
                        <a:t>Peso do setor (Ibovespa)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Peso do setor (Carteira)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Companhia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Ticker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Peso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Rating</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Preço-Alvo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extLst>
                  <a:ext uri="{0D108BD9-81ED-4DB2-BD59-A6C34878D82A}">
                    <a16:rowId xmlns:a16="http://schemas.microsoft.com/office/drawing/2014/main" val="3464683842"/>
                  </a:ext>
                </a:extLst>
              </a:tr>
              <a:tr h="134874">
                <a:tc rowSpan="9">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Comunicações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Bemobi</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BMOB3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R$ 31,00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084339141"/>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Cons. Disc.</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1,4%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Vivara</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VIVA3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R$ 35,00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305300192"/>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Cons. Disc.</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C&amp;A Modas</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CEAB3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R$ 17,00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768778183"/>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8,8%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Tupy</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TUPY3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R$ 20,00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86482816"/>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8,8%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Priner</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PRNR3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R$ 31,00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970498052"/>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8,8%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Ecorodovias</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ECOR3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R$ 13,90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23423601"/>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Tec. Info.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0,8%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LWSA</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LWSA3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406697580"/>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1,8%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Cury</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CURY3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R$ 45,00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768254586"/>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Direcional</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DIRR3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R$ 20,00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81015443"/>
                  </a:ext>
                </a:extLst>
              </a:tr>
              <a:tr h="134874">
                <a:tc rowSpan="4">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Cons. Básico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5,3%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3tentos</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TTEN3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R$ 21,60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373171053"/>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Cons. Básico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5,3%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SLC Agrícola</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SLCE3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Neutro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R$ 17,00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846219402"/>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17,6%</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dirty="0">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Orizon</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ORVR3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R$ 97,48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895527899"/>
                  </a:ext>
                </a:extLst>
              </a:tr>
              <a:tr h="134874">
                <a:tc vMerge="1">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17,6%</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Alupar</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ALUP11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R$ 43,49</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305300192"/>
                  </a:ext>
                </a:extLst>
              </a:tr>
              <a:tr h="134874">
                <a:tc>
                  <a:txBody>
                    <a:bodyPr/>
                    <a:lstStyle/>
                    <a:p>
                      <a:pPr algn="ctr" fontAlgn="ctr">
                        <a:buNone/>
                      </a:pPr>
                      <a:r>
                        <a:rPr lang="pt-BR" sz="8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26,7%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BR Partners</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BRBI11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R$ 26,00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305300192"/>
                  </a:ext>
                </a:extLst>
              </a:tr>
            </a:tbl>
          </a:graphicData>
        </a:graphic>
      </p:graphicFrame>
    </p:spTree>
    <p:extLst>
      <p:ext uri="{BB962C8B-B14F-4D97-AF65-F5344CB8AC3E}">
        <p14:creationId xmlns:p14="http://schemas.microsoft.com/office/powerpoint/2010/main" val="3305201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1F2E3B-5CB4-4876-9A9D-2E97C1D73457}"/>
              </a:ext>
            </a:extLst>
          </p:cNvPr>
          <p:cNvSpPr>
            <a:spLocks noGrp="1"/>
          </p:cNvSpPr>
          <p:nvPr>
            <p:ph type="body" sz="quarter" idx="18"/>
          </p:nvPr>
        </p:nvSpPr>
        <p:spPr/>
        <p:txBody>
          <a:bodyPr/>
          <a:lstStyle/>
          <a:p>
            <a:r>
              <a:rPr lang="pt-BR" dirty="0"/>
              <a:t>Fonte: XP </a:t>
            </a:r>
            <a:r>
              <a:rPr lang="pt-BR" dirty="0" err="1"/>
              <a:t>Research</a:t>
            </a:r>
            <a:r>
              <a:rPr lang="pt-BR" dirty="0"/>
              <a:t>. /  Sempre consulte seu assessor de investimentos</a:t>
            </a:r>
            <a:endParaRPr lang="en-US" dirty="0"/>
          </a:p>
        </p:txBody>
      </p:sp>
      <p:sp>
        <p:nvSpPr>
          <p:cNvPr id="4" name="Text Placeholder 3">
            <a:extLst>
              <a:ext uri="{FF2B5EF4-FFF2-40B4-BE49-F238E27FC236}">
                <a16:creationId xmlns:a16="http://schemas.microsoft.com/office/drawing/2014/main" id="{0E873E02-4DFC-4684-A7B1-0ACA827741DD}"/>
              </a:ext>
            </a:extLst>
          </p:cNvPr>
          <p:cNvSpPr>
            <a:spLocks noGrp="1"/>
          </p:cNvSpPr>
          <p:nvPr>
            <p:ph type="body" sz="quarter" idx="24"/>
          </p:nvPr>
        </p:nvSpPr>
        <p:spPr>
          <a:xfrm>
            <a:off x="358035" y="1167790"/>
            <a:ext cx="11518900" cy="1539196"/>
          </a:xfrm>
        </p:spPr>
        <p:txBody>
          <a:bodyPr anchor="t"/>
          <a:lstStyle/>
          <a:p>
            <a:pPr defTabSz="914400">
              <a:lnSpc>
                <a:spcPct val="114000"/>
              </a:lnSpc>
              <a:defRPr/>
            </a:pPr>
            <a:r>
              <a:rPr lang="pt-BR" b="1" dirty="0"/>
              <a:t xml:space="preserve">Estamos adicionando DIRR3 com 5% de peso, </a:t>
            </a:r>
            <a:r>
              <a:rPr lang="pt-BR" dirty="0"/>
              <a:t xml:space="preserve">apoiados sobretudo pelo múltiplo atrativo e pela exposição à melhora das perspectivas do MCMV. A companhia negocia a 4,8x P/L em 2027E, mantendo execução sólida e elevada rentabilidade. </a:t>
            </a:r>
            <a:r>
              <a:rPr lang="pt-BR" b="1" dirty="0"/>
              <a:t xml:space="preserve">Estamos aumentando SLCE3 de 5% para 7,5%, </a:t>
            </a:r>
            <a:r>
              <a:rPr lang="pt-BR" dirty="0"/>
              <a:t xml:space="preserve">refletindo uma visão mais construtiva para as commodities agrícolas, especialmente algodão, soja e milho, o que resulta em um balanço de risco e retorno mais favorável. </a:t>
            </a:r>
            <a:r>
              <a:rPr lang="pt-BR" b="1" dirty="0"/>
              <a:t>Estamos reduzindo nossa posição em CEAB3 de 10% para 5%</a:t>
            </a:r>
            <a:r>
              <a:rPr lang="pt-BR" dirty="0"/>
              <a:t xml:space="preserve">, em função da decisão de diminuir a exposição ao setor de consumo em um cenário macroeconômico ainda desafiador e de um 3T de vestuário pressionado pelo inverno mais quente e pelo menor fluxo durante a Copa do Mundo. </a:t>
            </a:r>
            <a:r>
              <a:rPr lang="pt-BR" b="1" dirty="0"/>
              <a:t>Estamos reduzindo CURY3 de 12,5% para 10%</a:t>
            </a:r>
            <a:r>
              <a:rPr lang="pt-BR" dirty="0"/>
              <a:t xml:space="preserve"> apenas para abrir espaço para a Direcional e manter exposição equilibrada ao setor, sem alteração em nossa visão positiva para a Cury.</a:t>
            </a:r>
          </a:p>
        </p:txBody>
      </p:sp>
      <p:sp>
        <p:nvSpPr>
          <p:cNvPr id="6" name="Text Placeholder 5">
            <a:extLst>
              <a:ext uri="{FF2B5EF4-FFF2-40B4-BE49-F238E27FC236}">
                <a16:creationId xmlns:a16="http://schemas.microsoft.com/office/drawing/2014/main" id="{49500B37-A2A4-4707-B6A1-04E221FED814}"/>
              </a:ext>
            </a:extLst>
          </p:cNvPr>
          <p:cNvSpPr>
            <a:spLocks noGrp="1"/>
          </p:cNvSpPr>
          <p:nvPr>
            <p:ph type="body" sz="quarter" idx="16"/>
          </p:nvPr>
        </p:nvSpPr>
        <p:spPr/>
        <p:txBody>
          <a:bodyPr/>
          <a:lstStyle/>
          <a:p>
            <a:r>
              <a:rPr lang="pt-BR" dirty="0"/>
              <a:t>Mudanças na carteira</a:t>
            </a:r>
            <a:endParaRPr lang="en-US" dirty="0"/>
          </a:p>
        </p:txBody>
      </p:sp>
      <p:sp>
        <p:nvSpPr>
          <p:cNvPr id="13" name="Date Placeholder 12">
            <a:extLst>
              <a:ext uri="{FF2B5EF4-FFF2-40B4-BE49-F238E27FC236}">
                <a16:creationId xmlns:a16="http://schemas.microsoft.com/office/drawing/2014/main" id="{3A753C05-1A33-464E-BAEE-6D30BF729186}"/>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sp>
        <p:nvSpPr>
          <p:cNvPr id="5" name="Text Placeholder 4">
            <a:extLst>
              <a:ext uri="{FF2B5EF4-FFF2-40B4-BE49-F238E27FC236}">
                <a16:creationId xmlns:a16="http://schemas.microsoft.com/office/drawing/2014/main" id="{617DFA69-18EB-2381-A226-E2196039F56D}"/>
              </a:ext>
            </a:extLst>
          </p:cNvPr>
          <p:cNvSpPr>
            <a:spLocks noGrp="1"/>
          </p:cNvSpPr>
          <p:nvPr>
            <p:ph type="body" sz="quarter" idx="17"/>
          </p:nvPr>
        </p:nvSpPr>
        <p:spPr/>
        <p:txBody>
          <a:bodyPr/>
          <a:lstStyle/>
          <a:p>
            <a:r>
              <a:rPr lang="pt-BR" sz="1600" dirty="0"/>
              <a:t>Adicionando DIRR3; aumentando SLCE3; reduzindo CEAB3 e CURY3</a:t>
            </a:r>
          </a:p>
        </p:txBody>
      </p:sp>
    </p:spTree>
    <p:extLst>
      <p:ext uri="{BB962C8B-B14F-4D97-AF65-F5344CB8AC3E}">
        <p14:creationId xmlns:p14="http://schemas.microsoft.com/office/powerpoint/2010/main" val="2578583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1A18613B-2C2C-4173-974E-3FECE8E23155}"/>
              </a:ext>
            </a:extLst>
          </p:cNvPr>
          <p:cNvSpPr>
            <a:spLocks noGrp="1"/>
          </p:cNvSpPr>
          <p:nvPr>
            <p:ph type="body" sz="quarter" idx="18"/>
          </p:nvPr>
        </p:nvSpPr>
        <p:spPr/>
        <p:txBody>
          <a:bodyPr/>
          <a:lstStyle/>
          <a:p>
            <a:r>
              <a:rPr lang="pt-BR" dirty="0"/>
              <a:t>Fonte: Economatica e XP Research. Retornos da carteira incluem dividendos. Dados até 31/08/2026. /  Sempre consulte seu assessor de investimentos</a:t>
            </a:r>
          </a:p>
        </p:txBody>
      </p:sp>
      <p:sp>
        <p:nvSpPr>
          <p:cNvPr id="4" name="Espaço Reservado para Texto 3">
            <a:extLst>
              <a:ext uri="{FF2B5EF4-FFF2-40B4-BE49-F238E27FC236}">
                <a16:creationId xmlns:a16="http://schemas.microsoft.com/office/drawing/2014/main" id="{D947090A-2FFE-4228-A491-829644B90809}"/>
              </a:ext>
            </a:extLst>
          </p:cNvPr>
          <p:cNvSpPr>
            <a:spLocks noGrp="1"/>
          </p:cNvSpPr>
          <p:nvPr>
            <p:ph type="body" sz="quarter" idx="16"/>
          </p:nvPr>
        </p:nvSpPr>
        <p:spPr/>
        <p:txBody>
          <a:bodyPr/>
          <a:lstStyle/>
          <a:p>
            <a:r>
              <a:rPr lang="pt-BR" dirty="0"/>
              <a:t>Desempenho</a:t>
            </a:r>
          </a:p>
        </p:txBody>
      </p:sp>
      <p:sp>
        <p:nvSpPr>
          <p:cNvPr id="6" name="Espaço Reservado para Data 5">
            <a:extLst>
              <a:ext uri="{FF2B5EF4-FFF2-40B4-BE49-F238E27FC236}">
                <a16:creationId xmlns:a16="http://schemas.microsoft.com/office/drawing/2014/main" id="{609C8695-3CC8-4A82-B06E-C9E5C28A3DB0}"/>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sp>
        <p:nvSpPr>
          <p:cNvPr id="7" name="Espaço Reservado para Conteúdo 6">
            <a:extLst>
              <a:ext uri="{FF2B5EF4-FFF2-40B4-BE49-F238E27FC236}">
                <a16:creationId xmlns:a16="http://schemas.microsoft.com/office/drawing/2014/main" id="{35A76045-AB6A-417F-BED6-F82F4BB06084}"/>
              </a:ext>
            </a:extLst>
          </p:cNvPr>
          <p:cNvSpPr>
            <a:spLocks noGrp="1"/>
          </p:cNvSpPr>
          <p:nvPr>
            <p:ph sz="quarter" idx="25"/>
          </p:nvPr>
        </p:nvSpPr>
        <p:spPr>
          <a:xfrm>
            <a:off x="335998" y="2373594"/>
            <a:ext cx="6753571" cy="230832"/>
          </a:xfrm>
        </p:spPr>
        <p:txBody>
          <a:bodyPr/>
          <a:lstStyle/>
          <a:p>
            <a:r>
              <a:rPr lang="pt-BR" dirty="0"/>
              <a:t>Figura 2: Desempenho de cada ativo</a:t>
            </a:r>
          </a:p>
        </p:txBody>
      </p:sp>
      <p:sp>
        <p:nvSpPr>
          <p:cNvPr id="8" name="Espaço Reservado para Conteúdo 7">
            <a:extLst>
              <a:ext uri="{FF2B5EF4-FFF2-40B4-BE49-F238E27FC236}">
                <a16:creationId xmlns:a16="http://schemas.microsoft.com/office/drawing/2014/main" id="{27F47CAC-B7F3-42FF-A00F-AC71B95BF89D}"/>
              </a:ext>
            </a:extLst>
          </p:cNvPr>
          <p:cNvSpPr>
            <a:spLocks noGrp="1"/>
          </p:cNvSpPr>
          <p:nvPr>
            <p:ph sz="quarter" idx="27"/>
          </p:nvPr>
        </p:nvSpPr>
        <p:spPr>
          <a:xfrm>
            <a:off x="324164" y="5072870"/>
            <a:ext cx="6765405" cy="230832"/>
          </a:xfrm>
        </p:spPr>
        <p:txBody>
          <a:bodyPr/>
          <a:lstStyle/>
          <a:p>
            <a:r>
              <a:rPr lang="pt-BR" dirty="0"/>
              <a:t>Figura 4: Indicadores de desempenho desde o início da carteira</a:t>
            </a:r>
          </a:p>
        </p:txBody>
      </p:sp>
      <p:sp>
        <p:nvSpPr>
          <p:cNvPr id="10" name="Espaço Reservado para Conteúdo 9">
            <a:extLst>
              <a:ext uri="{FF2B5EF4-FFF2-40B4-BE49-F238E27FC236}">
                <a16:creationId xmlns:a16="http://schemas.microsoft.com/office/drawing/2014/main" id="{28F585CC-611F-4FFD-8551-6EAE2E9211DD}"/>
              </a:ext>
            </a:extLst>
          </p:cNvPr>
          <p:cNvSpPr>
            <a:spLocks noGrp="1"/>
          </p:cNvSpPr>
          <p:nvPr>
            <p:ph sz="quarter" idx="30"/>
          </p:nvPr>
        </p:nvSpPr>
        <p:spPr>
          <a:xfrm>
            <a:off x="7209279" y="2346715"/>
            <a:ext cx="4658557" cy="230832"/>
          </a:xfrm>
        </p:spPr>
        <p:txBody>
          <a:bodyPr/>
          <a:lstStyle/>
          <a:p>
            <a:r>
              <a:rPr lang="pt-BR" dirty="0"/>
              <a:t>Figura 3: Desempenho da Carteira Top </a:t>
            </a:r>
            <a:r>
              <a:rPr lang="pt-BR" dirty="0" err="1"/>
              <a:t>Small</a:t>
            </a:r>
            <a:r>
              <a:rPr lang="pt-BR" dirty="0"/>
              <a:t> Caps vs. IBOV (100 = 30 abr. 2021)</a:t>
            </a:r>
          </a:p>
        </p:txBody>
      </p:sp>
      <p:sp>
        <p:nvSpPr>
          <p:cNvPr id="9" name="Espaço Reservado para Conteúdo 2">
            <a:extLst>
              <a:ext uri="{FF2B5EF4-FFF2-40B4-BE49-F238E27FC236}">
                <a16:creationId xmlns:a16="http://schemas.microsoft.com/office/drawing/2014/main" id="{8D3C9616-31D1-A446-60FE-CD2A4E9DE0F6}"/>
              </a:ext>
            </a:extLst>
          </p:cNvPr>
          <p:cNvSpPr txBox="1">
            <a:spLocks/>
          </p:cNvSpPr>
          <p:nvPr/>
        </p:nvSpPr>
        <p:spPr>
          <a:xfrm>
            <a:off x="336000" y="782702"/>
            <a:ext cx="11518899"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1: Desempenho da Carteira Top </a:t>
            </a:r>
            <a:r>
              <a:rPr lang="pt-BR" dirty="0" err="1"/>
              <a:t>Small</a:t>
            </a:r>
            <a:r>
              <a:rPr lang="pt-BR" dirty="0"/>
              <a:t> Caps XP vs. Ibovespa</a:t>
            </a:r>
          </a:p>
        </p:txBody>
      </p:sp>
      <p:graphicFrame>
        <p:nvGraphicFramePr>
          <p:cNvPr id="12" name="Table 11">
            <a:extLst>
              <a:ext uri="{FF2B5EF4-FFF2-40B4-BE49-F238E27FC236}">
                <a16:creationId xmlns:a16="http://schemas.microsoft.com/office/drawing/2014/main" id="{ADB7CBBA-B300-4813-A9E3-36BF099E4984}"/>
              </a:ext>
            </a:extLst>
          </p:cNvPr>
          <p:cNvGraphicFramePr>
            <a:graphicFrameLocks noGrp="1"/>
          </p:cNvGraphicFramePr>
          <p:nvPr>
            <p:extLst>
              <p:ext uri="{D42A27DB-BD31-4B8C-83A1-F6EECF244321}">
                <p14:modId xmlns:p14="http://schemas.microsoft.com/office/powerpoint/2010/main" val="3206943923"/>
              </p:ext>
            </p:extLst>
          </p:nvPr>
        </p:nvGraphicFramePr>
        <p:xfrm>
          <a:off x="335997" y="5397262"/>
          <a:ext cx="6753572" cy="736600"/>
        </p:xfrm>
        <a:graphic>
          <a:graphicData uri="http://schemas.openxmlformats.org/drawingml/2006/table">
            <a:tbl>
              <a:tblPr/>
              <a:tblGrid>
                <a:gridCol w="2026072">
                  <a:extLst>
                    <a:ext uri="{9D8B030D-6E8A-4147-A177-3AD203B41FA5}">
                      <a16:colId xmlns:a16="http://schemas.microsoft.com/office/drawing/2014/main" val="1128083225"/>
                    </a:ext>
                  </a:extLst>
                </a:gridCol>
                <a:gridCol w="1679734">
                  <a:extLst>
                    <a:ext uri="{9D8B030D-6E8A-4147-A177-3AD203B41FA5}">
                      <a16:colId xmlns:a16="http://schemas.microsoft.com/office/drawing/2014/main" val="3742547822"/>
                    </a:ext>
                  </a:extLst>
                </a:gridCol>
                <a:gridCol w="1523883">
                  <a:extLst>
                    <a:ext uri="{9D8B030D-6E8A-4147-A177-3AD203B41FA5}">
                      <a16:colId xmlns:a16="http://schemas.microsoft.com/office/drawing/2014/main" val="2446225206"/>
                    </a:ext>
                  </a:extLst>
                </a:gridCol>
                <a:gridCol w="1523883">
                  <a:extLst>
                    <a:ext uri="{9D8B030D-6E8A-4147-A177-3AD203B41FA5}">
                      <a16:colId xmlns:a16="http://schemas.microsoft.com/office/drawing/2014/main" val="1893648851"/>
                    </a:ext>
                  </a:extLst>
                </a:gridCol>
              </a:tblGrid>
              <a:tr h="184150">
                <a:tc>
                  <a:txBody>
                    <a:bodyPr/>
                    <a:lstStyle/>
                    <a:p>
                      <a:pPr algn="ctr" rtl="0" fontAlgn="ctr"/>
                      <a:r>
                        <a:rPr lang="en-US" sz="1000" b="1" i="0" u="none" strike="noStrike">
                          <a:solidFill>
                            <a:srgbClr val="000000"/>
                          </a:solidFill>
                          <a:effectLst/>
                          <a:latin typeface="+mj-lt"/>
                        </a:rPr>
                        <a:t>Indicador </a:t>
                      </a:r>
                    </a:p>
                  </a:txBody>
                  <a:tcPr marL="6350" marR="6350" marT="6350" marB="0" anchor="ctr">
                    <a:lnL>
                      <a:noFill/>
                    </a:lnL>
                    <a:lnR>
                      <a:noFill/>
                    </a:lnR>
                    <a:lnT>
                      <a:noFill/>
                    </a:lnT>
                    <a:lnB>
                      <a:noFill/>
                    </a:lnB>
                    <a:solidFill>
                      <a:srgbClr val="FFC000"/>
                    </a:solidFill>
                  </a:tcPr>
                </a:tc>
                <a:tc>
                  <a:txBody>
                    <a:bodyPr/>
                    <a:lstStyle/>
                    <a:p>
                      <a:pPr algn="ctr" rtl="0" fontAlgn="ctr"/>
                      <a:r>
                        <a:rPr lang="en-US" sz="1000" b="1" i="0" u="none" strike="noStrike" dirty="0">
                          <a:solidFill>
                            <a:srgbClr val="000000"/>
                          </a:solidFill>
                          <a:effectLst/>
                          <a:latin typeface="+mj-lt"/>
                        </a:rPr>
                        <a:t>Top Small Caps</a:t>
                      </a:r>
                    </a:p>
                  </a:txBody>
                  <a:tcPr marL="6350" marR="6350" marT="6350" marB="0" anchor="ctr">
                    <a:lnL>
                      <a:noFill/>
                    </a:lnL>
                    <a:lnR>
                      <a:noFill/>
                    </a:lnR>
                    <a:lnT>
                      <a:noFill/>
                    </a:lnT>
                    <a:lnB>
                      <a:noFill/>
                    </a:lnB>
                    <a:solidFill>
                      <a:srgbClr val="FFC000"/>
                    </a:solidFill>
                  </a:tcPr>
                </a:tc>
                <a:tc>
                  <a:txBody>
                    <a:bodyPr/>
                    <a:lstStyle/>
                    <a:p>
                      <a:pPr algn="ctr" rtl="0" fontAlgn="ctr"/>
                      <a:r>
                        <a:rPr lang="en-US" sz="1000" b="1" i="0" u="none" strike="noStrike" dirty="0">
                          <a:solidFill>
                            <a:srgbClr val="000000"/>
                          </a:solidFill>
                          <a:effectLst/>
                          <a:latin typeface="+mj-lt"/>
                        </a:rPr>
                        <a:t>Ibovespa </a:t>
                      </a:r>
                    </a:p>
                  </a:txBody>
                  <a:tcPr marL="6350" marR="6350" marT="6350" marB="0" anchor="ctr">
                    <a:lnL>
                      <a:noFill/>
                    </a:lnL>
                    <a:lnR>
                      <a:noFill/>
                    </a:lnR>
                    <a:lnT>
                      <a:noFill/>
                    </a:lnT>
                    <a:lnB>
                      <a:noFill/>
                    </a:lnB>
                    <a:solidFill>
                      <a:srgbClr val="FFC000"/>
                    </a:solidFill>
                  </a:tcPr>
                </a:tc>
                <a:tc>
                  <a:txBody>
                    <a:bodyPr/>
                    <a:lstStyle/>
                    <a:p>
                      <a:pPr algn="ctr" rtl="0" fontAlgn="ctr"/>
                      <a:r>
                        <a:rPr lang="en-US" sz="1000" b="1" i="0" u="none" strike="noStrike" dirty="0">
                          <a:solidFill>
                            <a:srgbClr val="000000"/>
                          </a:solidFill>
                          <a:effectLst/>
                          <a:latin typeface="+mj-lt"/>
                        </a:rPr>
                        <a:t>Small Cap</a:t>
                      </a:r>
                    </a:p>
                  </a:txBody>
                  <a:tcPr marL="6350" marR="6350" marT="6350" marB="0" anchor="ctr">
                    <a:lnL>
                      <a:noFill/>
                    </a:lnL>
                    <a:lnR>
                      <a:noFill/>
                    </a:lnR>
                    <a:lnT>
                      <a:noFill/>
                    </a:lnT>
                    <a:lnB>
                      <a:noFill/>
                    </a:lnB>
                    <a:solidFill>
                      <a:srgbClr val="FFC000"/>
                    </a:solidFill>
                  </a:tcPr>
                </a:tc>
                <a:extLst>
                  <a:ext uri="{0D108BD9-81ED-4DB2-BD59-A6C34878D82A}">
                    <a16:rowId xmlns:a16="http://schemas.microsoft.com/office/drawing/2014/main" val="3684900567"/>
                  </a:ext>
                </a:extLst>
              </a:tr>
              <a:tr h="184150">
                <a:tc>
                  <a:txBody>
                    <a:bodyPr/>
                    <a:lstStyle/>
                    <a:p>
                      <a:pPr algn="l" rtl="0" fontAlgn="b"/>
                      <a:r>
                        <a:rPr lang="en-US" sz="1000" b="0" i="0" u="none" strike="noStrike" dirty="0">
                          <a:solidFill>
                            <a:srgbClr val="000000"/>
                          </a:solidFill>
                          <a:effectLst/>
                          <a:latin typeface="+mj-lt"/>
                        </a:rPr>
                        <a:t>Sharpe </a:t>
                      </a:r>
                    </a:p>
                  </a:txBody>
                  <a:tcPr marL="6350" marR="6350" marT="6350" marB="0" anchor="ctr">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-0.60</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0.58</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-0.67</a:t>
                      </a:r>
                    </a:p>
                  </a:txBody>
                  <a:tcPr marL="7620" marR="7620" marT="7620" marB="0" anchor="b">
                    <a:lnL>
                      <a:noFill/>
                    </a:lnL>
                    <a:lnR>
                      <a:noFill/>
                    </a:lnR>
                    <a:lnT>
                      <a:noFill/>
                    </a:lnT>
                    <a:lnB>
                      <a:noFill/>
                    </a:lnB>
                  </a:tcPr>
                </a:tc>
                <a:extLst>
                  <a:ext uri="{0D108BD9-81ED-4DB2-BD59-A6C34878D82A}">
                    <a16:rowId xmlns:a16="http://schemas.microsoft.com/office/drawing/2014/main" val="769812611"/>
                  </a:ext>
                </a:extLst>
              </a:tr>
              <a:tr h="184150">
                <a:tc>
                  <a:txBody>
                    <a:bodyPr/>
                    <a:lstStyle/>
                    <a:p>
                      <a:pPr algn="l" rtl="0" fontAlgn="b"/>
                      <a:r>
                        <a:rPr lang="en-US" sz="1000" b="0" i="0" u="none" strike="noStrike" dirty="0" err="1">
                          <a:solidFill>
                            <a:srgbClr val="000000"/>
                          </a:solidFill>
                          <a:effectLst/>
                          <a:latin typeface="+mj-lt"/>
                        </a:rPr>
                        <a:t>Volatilidade </a:t>
                      </a:r>
                    </a:p>
                  </a:txBody>
                  <a:tcPr marL="6350" marR="6350" marT="6350" marB="0" anchor="ctr">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24.89%</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17.19%</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22.51%</a:t>
                      </a:r>
                    </a:p>
                  </a:txBody>
                  <a:tcPr marL="7620" marR="7620" marT="7620" marB="0" anchor="b">
                    <a:lnL>
                      <a:noFill/>
                    </a:lnL>
                    <a:lnR>
                      <a:noFill/>
                    </a:lnR>
                    <a:lnT>
                      <a:noFill/>
                    </a:lnT>
                    <a:lnB>
                      <a:noFill/>
                    </a:lnB>
                  </a:tcPr>
                </a:tc>
                <a:extLst>
                  <a:ext uri="{0D108BD9-81ED-4DB2-BD59-A6C34878D82A}">
                    <a16:rowId xmlns:a16="http://schemas.microsoft.com/office/drawing/2014/main" val="2931924115"/>
                  </a:ext>
                </a:extLst>
              </a:tr>
              <a:tr h="184150">
                <a:tc>
                  <a:txBody>
                    <a:bodyPr/>
                    <a:lstStyle/>
                    <a:p>
                      <a:pPr algn="l" rtl="0" fontAlgn="b"/>
                      <a:r>
                        <a:rPr lang="en-US" sz="1000" b="0" i="0" u="none" strike="noStrike" dirty="0">
                          <a:solidFill>
                            <a:srgbClr val="000000"/>
                          </a:solidFill>
                          <a:effectLst/>
                          <a:latin typeface="+mj-lt"/>
                        </a:rPr>
                        <a:t>Beta </a:t>
                      </a:r>
                    </a:p>
                  </a:txBody>
                  <a:tcPr marL="6350" marR="6350" marT="6350" marB="0" anchor="ctr">
                    <a:lnL>
                      <a:noFill/>
                    </a:lnL>
                    <a:lnR>
                      <a:noFill/>
                    </a:lnR>
                    <a:lnT>
                      <a:noFill/>
                    </a:lnT>
                    <a:lnB w="6350" cap="flat" cmpd="sng" algn="ctr">
                      <a:solidFill>
                        <a:srgbClr val="A5A5A5"/>
                      </a:solid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1.21</a:t>
                      </a:r>
                    </a:p>
                  </a:txBody>
                  <a:tcPr marL="7620" marR="7620" marT="7620" marB="0" anchor="b">
                    <a:lnL>
                      <a:noFill/>
                    </a:lnL>
                    <a:lnR>
                      <a:noFill/>
                    </a:lnR>
                    <a:lnT>
                      <a:noFill/>
                    </a:lnT>
                    <a:lnB w="6350" cap="flat" cmpd="sng" algn="ctr">
                      <a:solidFill>
                        <a:srgbClr val="A5A5A5"/>
                      </a:solid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1.00</a:t>
                      </a:r>
                    </a:p>
                  </a:txBody>
                  <a:tcPr marL="7620" marR="7620" marT="7620" marB="0" anchor="b">
                    <a:lnL>
                      <a:noFill/>
                    </a:lnL>
                    <a:lnR>
                      <a:noFill/>
                    </a:lnR>
                    <a:lnT>
                      <a:noFill/>
                    </a:lnT>
                    <a:lnB w="6350" cap="flat" cmpd="sng" algn="ctr">
                      <a:solidFill>
                        <a:srgbClr val="A5A5A5"/>
                      </a:solidFill>
                      <a:prstDash val="solid"/>
                      <a:round/>
                      <a:headEnd type="none" w="med" len="med"/>
                      <a:tailEnd type="none" w="med" len="med"/>
                    </a:lnB>
                  </a:tcPr>
                </a:tc>
                <a:tc>
                  <a:txBody>
                    <a:bodyPr/>
                    <a:lstStyle/>
                    <a:p>
                      <a:pPr algn="ctr" fontAlgn="b">
                        <a:buNone/>
                      </a:pPr>
                      <a:r>
                        <a:rPr lang="pt-BR" sz="1000" b="0" i="0" u="none" strike="noStrike" dirty="0">
                          <a:solidFill>
                            <a:srgbClr val="000000"/>
                          </a:solidFill>
                          <a:effectLst/>
                          <a:latin typeface="Roboto Light" panose="02000000000000000000" pitchFamily="2" charset="0"/>
                        </a:rPr>
                        <a:t>1.20</a:t>
                      </a:r>
                    </a:p>
                  </a:txBody>
                  <a:tcPr marL="7620" marR="7620" marT="7620" marB="0" anchor="b">
                    <a:lnL>
                      <a:noFill/>
                    </a:lnL>
                    <a:lnR>
                      <a:noFill/>
                    </a:lnR>
                    <a:lnT>
                      <a:noFill/>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3718845950"/>
                  </a:ext>
                </a:extLst>
              </a:tr>
            </a:tbl>
          </a:graphicData>
        </a:graphic>
      </p:graphicFrame>
      <p:graphicFrame>
        <p:nvGraphicFramePr>
          <p:cNvPr id="3" name="Table 2">
            <a:extLst>
              <a:ext uri="{FF2B5EF4-FFF2-40B4-BE49-F238E27FC236}">
                <a16:creationId xmlns:a16="http://schemas.microsoft.com/office/drawing/2014/main" id="{0972C07E-9D10-DD53-12EC-F0A800CE6C45}"/>
              </a:ext>
            </a:extLst>
          </p:cNvPr>
          <p:cNvGraphicFramePr>
            <a:graphicFrameLocks noGrp="1"/>
          </p:cNvGraphicFramePr>
          <p:nvPr>
            <p:extLst>
              <p:ext uri="{D42A27DB-BD31-4B8C-83A1-F6EECF244321}">
                <p14:modId xmlns:p14="http://schemas.microsoft.com/office/powerpoint/2010/main" val="1385500865"/>
              </p:ext>
            </p:extLst>
          </p:nvPr>
        </p:nvGraphicFramePr>
        <p:xfrm>
          <a:off x="335997" y="1076680"/>
          <a:ext cx="11483998" cy="1044000"/>
        </p:xfrm>
        <a:graphic>
          <a:graphicData uri="http://schemas.openxmlformats.org/drawingml/2006/table">
            <a:tbl>
              <a:tblPr/>
              <a:tblGrid>
                <a:gridCol w="1319753">
                  <a:extLst>
                    <a:ext uri="{9D8B030D-6E8A-4147-A177-3AD203B41FA5}">
                      <a16:colId xmlns:a16="http://schemas.microsoft.com/office/drawing/2014/main" val="177767304"/>
                    </a:ext>
                  </a:extLst>
                </a:gridCol>
                <a:gridCol w="1383620">
                  <a:extLst>
                    <a:ext uri="{9D8B030D-6E8A-4147-A177-3AD203B41FA5}">
                      <a16:colId xmlns:a16="http://schemas.microsoft.com/office/drawing/2014/main" val="1158677618"/>
                    </a:ext>
                  </a:extLst>
                </a:gridCol>
                <a:gridCol w="553447">
                  <a:extLst>
                    <a:ext uri="{9D8B030D-6E8A-4147-A177-3AD203B41FA5}">
                      <a16:colId xmlns:a16="http://schemas.microsoft.com/office/drawing/2014/main" val="987807891"/>
                    </a:ext>
                  </a:extLst>
                </a:gridCol>
                <a:gridCol w="659876">
                  <a:extLst>
                    <a:ext uri="{9D8B030D-6E8A-4147-A177-3AD203B41FA5}">
                      <a16:colId xmlns:a16="http://schemas.microsoft.com/office/drawing/2014/main" val="140133658"/>
                    </a:ext>
                  </a:extLst>
                </a:gridCol>
                <a:gridCol w="553447">
                  <a:extLst>
                    <a:ext uri="{9D8B030D-6E8A-4147-A177-3AD203B41FA5}">
                      <a16:colId xmlns:a16="http://schemas.microsoft.com/office/drawing/2014/main" val="1283867258"/>
                    </a:ext>
                  </a:extLst>
                </a:gridCol>
                <a:gridCol w="553447">
                  <a:extLst>
                    <a:ext uri="{9D8B030D-6E8A-4147-A177-3AD203B41FA5}">
                      <a16:colId xmlns:a16="http://schemas.microsoft.com/office/drawing/2014/main" val="1891549453"/>
                    </a:ext>
                  </a:extLst>
                </a:gridCol>
                <a:gridCol w="553447">
                  <a:extLst>
                    <a:ext uri="{9D8B030D-6E8A-4147-A177-3AD203B41FA5}">
                      <a16:colId xmlns:a16="http://schemas.microsoft.com/office/drawing/2014/main" val="1783627125"/>
                    </a:ext>
                  </a:extLst>
                </a:gridCol>
                <a:gridCol w="553447">
                  <a:extLst>
                    <a:ext uri="{9D8B030D-6E8A-4147-A177-3AD203B41FA5}">
                      <a16:colId xmlns:a16="http://schemas.microsoft.com/office/drawing/2014/main" val="1973439462"/>
                    </a:ext>
                  </a:extLst>
                </a:gridCol>
                <a:gridCol w="553447">
                  <a:extLst>
                    <a:ext uri="{9D8B030D-6E8A-4147-A177-3AD203B41FA5}">
                      <a16:colId xmlns:a16="http://schemas.microsoft.com/office/drawing/2014/main" val="4000203511"/>
                    </a:ext>
                  </a:extLst>
                </a:gridCol>
                <a:gridCol w="553447">
                  <a:extLst>
                    <a:ext uri="{9D8B030D-6E8A-4147-A177-3AD203B41FA5}">
                      <a16:colId xmlns:a16="http://schemas.microsoft.com/office/drawing/2014/main" val="646433848"/>
                    </a:ext>
                  </a:extLst>
                </a:gridCol>
                <a:gridCol w="510873">
                  <a:extLst>
                    <a:ext uri="{9D8B030D-6E8A-4147-A177-3AD203B41FA5}">
                      <a16:colId xmlns:a16="http://schemas.microsoft.com/office/drawing/2014/main" val="3400361574"/>
                    </a:ext>
                  </a:extLst>
                </a:gridCol>
                <a:gridCol w="510873">
                  <a:extLst>
                    <a:ext uri="{9D8B030D-6E8A-4147-A177-3AD203B41FA5}">
                      <a16:colId xmlns:a16="http://schemas.microsoft.com/office/drawing/2014/main" val="3875325279"/>
                    </a:ext>
                  </a:extLst>
                </a:gridCol>
                <a:gridCol w="510873">
                  <a:extLst>
                    <a:ext uri="{9D8B030D-6E8A-4147-A177-3AD203B41FA5}">
                      <a16:colId xmlns:a16="http://schemas.microsoft.com/office/drawing/2014/main" val="312607577"/>
                    </a:ext>
                  </a:extLst>
                </a:gridCol>
                <a:gridCol w="510873">
                  <a:extLst>
                    <a:ext uri="{9D8B030D-6E8A-4147-A177-3AD203B41FA5}">
                      <a16:colId xmlns:a16="http://schemas.microsoft.com/office/drawing/2014/main" val="2461546690"/>
                    </a:ext>
                  </a:extLst>
                </a:gridCol>
                <a:gridCol w="510873">
                  <a:extLst>
                    <a:ext uri="{9D8B030D-6E8A-4147-A177-3AD203B41FA5}">
                      <a16:colId xmlns:a16="http://schemas.microsoft.com/office/drawing/2014/main" val="2018762604"/>
                    </a:ext>
                  </a:extLst>
                </a:gridCol>
                <a:gridCol w="510873">
                  <a:extLst>
                    <a:ext uri="{9D8B030D-6E8A-4147-A177-3AD203B41FA5}">
                      <a16:colId xmlns:a16="http://schemas.microsoft.com/office/drawing/2014/main" val="32365661"/>
                    </a:ext>
                  </a:extLst>
                </a:gridCol>
                <a:gridCol w="159636">
                  <a:extLst>
                    <a:ext uri="{9D8B030D-6E8A-4147-A177-3AD203B41FA5}">
                      <a16:colId xmlns:a16="http://schemas.microsoft.com/office/drawing/2014/main" val="3498673980"/>
                    </a:ext>
                  </a:extLst>
                </a:gridCol>
                <a:gridCol w="510873">
                  <a:extLst>
                    <a:ext uri="{9D8B030D-6E8A-4147-A177-3AD203B41FA5}">
                      <a16:colId xmlns:a16="http://schemas.microsoft.com/office/drawing/2014/main" val="3774773481"/>
                    </a:ext>
                  </a:extLst>
                </a:gridCol>
                <a:gridCol w="510873">
                  <a:extLst>
                    <a:ext uri="{9D8B030D-6E8A-4147-A177-3AD203B41FA5}">
                      <a16:colId xmlns:a16="http://schemas.microsoft.com/office/drawing/2014/main" val="3863052109"/>
                    </a:ext>
                  </a:extLst>
                </a:gridCol>
              </a:tblGrid>
              <a:tr h="261000">
                <a:tc>
                  <a:txBody>
                    <a:bodyPr/>
                    <a:lstStyle/>
                    <a:p>
                      <a:pPr algn="ctr" fontAlgn="b">
                        <a:buNone/>
                      </a:pPr>
                      <a:r>
                        <a:rPr lang="pt-BR" sz="1000" b="1" i="0" u="none" strike="noStrike" dirty="0">
                          <a:solidFill>
                            <a:srgbClr val="000000"/>
                          </a:solidFill>
                          <a:effectLst/>
                          <a:latin typeface="Roboto Light" panose="02000000000000000000" pitchFamily="2" charset="0"/>
                        </a:rPr>
                        <a:t> </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Desde o início</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Últ. 12M</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ago-26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jul-26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jun-26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mai-26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abr-26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mar-26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fev-26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jan-26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dez-25</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nov-25</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out-25</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set-25</a:t>
                      </a:r>
                    </a:p>
                  </a:txBody>
                  <a:tcPr marL="5847" marR="5847" marT="5847" marB="0" anchor="ctr">
                    <a:lnL>
                      <a:noFill/>
                    </a:lnL>
                    <a:lnR>
                      <a:noFill/>
                    </a:lnR>
                    <a:lnT>
                      <a:noFill/>
                    </a:lnT>
                    <a:lnB>
                      <a:noFill/>
                    </a:lnB>
                    <a:solidFill>
                      <a:srgbClr val="FFC000"/>
                    </a:solid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5847" marR="5847" marT="5847" marB="0" anchor="ctr">
                    <a:lnL>
                      <a:noFill/>
                    </a:lnL>
                    <a:lnR>
                      <a:noFill/>
                    </a:lnR>
                    <a:lnT>
                      <a:noFill/>
                    </a:lnT>
                    <a:lnB>
                      <a:noFill/>
                    </a:lnB>
                    <a:noFill/>
                  </a:tcPr>
                </a:tc>
                <a:tc>
                  <a:txBody>
                    <a:bodyPr/>
                    <a:lstStyle/>
                    <a:p>
                      <a:pPr algn="ctr" fontAlgn="b">
                        <a:buNone/>
                      </a:pPr>
                      <a:r>
                        <a:rPr lang="pt-BR" sz="1000" b="1" i="0" u="none" strike="noStrike">
                          <a:solidFill>
                            <a:srgbClr val="000000"/>
                          </a:solidFill>
                          <a:effectLst/>
                          <a:latin typeface="Roboto Light" panose="02000000000000000000" pitchFamily="2" charset="0"/>
                        </a:rPr>
                        <a:t>2025</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2024</a:t>
                      </a:r>
                    </a:p>
                  </a:txBody>
                  <a:tcPr marL="5847" marR="5847" marT="5847" marB="0" anchor="ctr">
                    <a:lnL>
                      <a:noFill/>
                    </a:lnL>
                    <a:lnR>
                      <a:noFill/>
                    </a:lnR>
                    <a:lnT>
                      <a:noFill/>
                    </a:lnT>
                    <a:lnB>
                      <a:noFill/>
                    </a:lnB>
                    <a:solidFill>
                      <a:srgbClr val="FFC000"/>
                    </a:solidFill>
                  </a:tcPr>
                </a:tc>
                <a:extLst>
                  <a:ext uri="{0D108BD9-81ED-4DB2-BD59-A6C34878D82A}">
                    <a16:rowId xmlns:a16="http://schemas.microsoft.com/office/drawing/2014/main" val="389577484"/>
                  </a:ext>
                </a:extLst>
              </a:tr>
              <a:tr h="261000">
                <a:tc>
                  <a:txBody>
                    <a:bodyPr/>
                    <a:lstStyle/>
                    <a:p>
                      <a:pPr algn="ctr" fontAlgn="b">
                        <a:buNone/>
                      </a:pPr>
                      <a:r>
                        <a:rPr lang="pt-BR" sz="1000" b="0" i="0" u="none" strike="noStrike">
                          <a:solidFill>
                            <a:srgbClr val="000000"/>
                          </a:solidFill>
                          <a:effectLst/>
                          <a:latin typeface="Roboto Light" panose="02000000000000000000" pitchFamily="2" charset="0"/>
                        </a:rPr>
                        <a:t>Top Small Caps XP </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69.5%</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-11.2%</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-3.2%</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1.2%</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-7.9%</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-1.4%</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-5.1%</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-1.7%</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-6.2%</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4.7%</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5.5%</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0.3%</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4.2%</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1.9%</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2.4%</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5847" marR="5847" marT="5847"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64.6%</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-23.2%</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2291996489"/>
                  </a:ext>
                </a:extLst>
              </a:tr>
              <a:tr h="261000">
                <a:tc>
                  <a:txBody>
                    <a:bodyPr/>
                    <a:lstStyle/>
                    <a:p>
                      <a:pPr algn="ctr" fontAlgn="b">
                        <a:buNone/>
                      </a:pPr>
                      <a:r>
                        <a:rPr lang="pt-BR" sz="1000" b="0" i="0" u="none" strike="noStrike">
                          <a:solidFill>
                            <a:srgbClr val="000000"/>
                          </a:solidFill>
                          <a:effectLst/>
                          <a:latin typeface="Roboto Light" panose="02000000000000000000" pitchFamily="2" charset="0"/>
                        </a:rPr>
                        <a:t>Ibovespa </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49.2%</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10.1%</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25.5%</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-0.3%</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3.5%</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-7.2%</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-0.1%</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-0.7%</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4.1%</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12.6%</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1.3%</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6.4%</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2.3%</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3.4%</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5847" marR="5847" marT="5847"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34.0%</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-10.4%</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1683327778"/>
                  </a:ext>
                </a:extLst>
              </a:tr>
              <a:tr h="261000">
                <a:tc>
                  <a:txBody>
                    <a:bodyPr/>
                    <a:lstStyle/>
                    <a:p>
                      <a:pPr algn="ctr" fontAlgn="b">
                        <a:buNone/>
                      </a:pPr>
                      <a:r>
                        <a:rPr lang="pt-BR" sz="1000" b="0" i="0" u="none" strike="noStrike">
                          <a:solidFill>
                            <a:srgbClr val="000000"/>
                          </a:solidFill>
                          <a:effectLst/>
                          <a:latin typeface="Roboto Light" panose="02000000000000000000" pitchFamily="2" charset="0"/>
                        </a:rPr>
                        <a:t>SMLL</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-26.2%</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-6.5%</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-2.5%</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-1.3%</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-0.8%</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-3.3%</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-3.7%</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-3.2%</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-5.8%</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1.9%</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10.1%</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-3.6%</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6.0%</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0.4%</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1.6%</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l" fontAlgn="b">
                        <a:buNone/>
                      </a:pPr>
                      <a:endParaRPr lang="pt-BR" sz="1000" b="0" i="0" u="none" strike="noStrike" dirty="0">
                        <a:solidFill>
                          <a:srgbClr val="000000"/>
                        </a:solidFill>
                        <a:effectLst/>
                        <a:latin typeface="Roboto Light" panose="02000000000000000000" pitchFamily="2" charset="0"/>
                      </a:endParaRPr>
                    </a:p>
                  </a:txBody>
                  <a:tcPr marL="5847" marR="5847" marT="5847" marB="0" anchor="ctr">
                    <a:lnL>
                      <a:noFill/>
                    </a:lnL>
                    <a:lnR>
                      <a:noFill/>
                    </a:lnR>
                    <a:lnT>
                      <a:noFill/>
                    </a:lnT>
                    <a:lnB>
                      <a:noFill/>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30.7%</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-25.0%</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2589818844"/>
                  </a:ext>
                </a:extLst>
              </a:tr>
            </a:tbl>
          </a:graphicData>
        </a:graphic>
      </p:graphicFrame>
      <p:graphicFrame>
        <p:nvGraphicFramePr>
          <p:cNvPr id="13" name="Table 12">
            <a:extLst>
              <a:ext uri="{FF2B5EF4-FFF2-40B4-BE49-F238E27FC236}">
                <a16:creationId xmlns:a16="http://schemas.microsoft.com/office/drawing/2014/main" id="{5908E6B3-D4D6-57F1-A15D-E743B240A675}"/>
              </a:ext>
            </a:extLst>
          </p:cNvPr>
          <p:cNvGraphicFramePr>
            <a:graphicFrameLocks noGrp="1"/>
          </p:cNvGraphicFramePr>
          <p:nvPr>
            <p:extLst>
              <p:ext uri="{D42A27DB-BD31-4B8C-83A1-F6EECF244321}">
                <p14:modId xmlns:p14="http://schemas.microsoft.com/office/powerpoint/2010/main" val="325032630"/>
              </p:ext>
            </p:extLst>
          </p:nvPr>
        </p:nvGraphicFramePr>
        <p:xfrm>
          <a:off x="335997" y="2640693"/>
          <a:ext cx="6753570" cy="2286000"/>
        </p:xfrm>
        <a:graphic>
          <a:graphicData uri="http://schemas.openxmlformats.org/drawingml/2006/table">
            <a:tbl>
              <a:tblPr/>
              <a:tblGrid>
                <a:gridCol w="824646">
                  <a:extLst>
                    <a:ext uri="{9D8B030D-6E8A-4147-A177-3AD203B41FA5}">
                      <a16:colId xmlns:a16="http://schemas.microsoft.com/office/drawing/2014/main" val="1643363968"/>
                    </a:ext>
                  </a:extLst>
                </a:gridCol>
                <a:gridCol w="924173">
                  <a:extLst>
                    <a:ext uri="{9D8B030D-6E8A-4147-A177-3AD203B41FA5}">
                      <a16:colId xmlns:a16="http://schemas.microsoft.com/office/drawing/2014/main" val="3012565868"/>
                    </a:ext>
                  </a:extLst>
                </a:gridCol>
                <a:gridCol w="924173">
                  <a:extLst>
                    <a:ext uri="{9D8B030D-6E8A-4147-A177-3AD203B41FA5}">
                      <a16:colId xmlns:a16="http://schemas.microsoft.com/office/drawing/2014/main" val="3063732700"/>
                    </a:ext>
                  </a:extLst>
                </a:gridCol>
                <a:gridCol w="924173">
                  <a:extLst>
                    <a:ext uri="{9D8B030D-6E8A-4147-A177-3AD203B41FA5}">
                      <a16:colId xmlns:a16="http://schemas.microsoft.com/office/drawing/2014/main" val="3145838215"/>
                    </a:ext>
                  </a:extLst>
                </a:gridCol>
                <a:gridCol w="1123225">
                  <a:extLst>
                    <a:ext uri="{9D8B030D-6E8A-4147-A177-3AD203B41FA5}">
                      <a16:colId xmlns:a16="http://schemas.microsoft.com/office/drawing/2014/main" val="2541686582"/>
                    </a:ext>
                  </a:extLst>
                </a:gridCol>
                <a:gridCol w="924173">
                  <a:extLst>
                    <a:ext uri="{9D8B030D-6E8A-4147-A177-3AD203B41FA5}">
                      <a16:colId xmlns:a16="http://schemas.microsoft.com/office/drawing/2014/main" val="2095209702"/>
                    </a:ext>
                  </a:extLst>
                </a:gridCol>
                <a:gridCol w="1109007">
                  <a:extLst>
                    <a:ext uri="{9D8B030D-6E8A-4147-A177-3AD203B41FA5}">
                      <a16:colId xmlns:a16="http://schemas.microsoft.com/office/drawing/2014/main" val="1811196710"/>
                    </a:ext>
                  </a:extLst>
                </a:gridCol>
              </a:tblGrid>
              <a:tr h="304800">
                <a:tc>
                  <a:txBody>
                    <a:bodyPr/>
                    <a:lstStyle/>
                    <a:p>
                      <a:pPr algn="ctr" fontAlgn="ctr">
                        <a:buNone/>
                      </a:pPr>
                      <a:r>
                        <a:rPr lang="pt-BR" sz="900" b="1" i="0" u="none" strike="noStrike" dirty="0">
                          <a:solidFill>
                            <a:srgbClr val="000000"/>
                          </a:solidFill>
                          <a:effectLst/>
                          <a:latin typeface="Roboto Light" panose="02000000000000000000" pitchFamily="2" charset="0"/>
                        </a:rPr>
                        <a:t>Companhia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Ticker</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Peso</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Data 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desde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no mês</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YTD</a:t>
                      </a:r>
                    </a:p>
                  </a:txBody>
                  <a:tcPr marL="7620" marR="7620" marT="7620" marB="0" anchor="ctr">
                    <a:lnL>
                      <a:noFill/>
                    </a:lnL>
                    <a:lnR>
                      <a:noFill/>
                    </a:lnR>
                    <a:lnT>
                      <a:noFill/>
                    </a:lnT>
                    <a:lnB>
                      <a:noFill/>
                    </a:lnB>
                    <a:solidFill>
                      <a:srgbClr val="FFC000"/>
                    </a:solidFill>
                  </a:tcPr>
                </a:tc>
                <a:extLst>
                  <a:ext uri="{0D108BD9-81ED-4DB2-BD59-A6C34878D82A}">
                    <a16:rowId xmlns:a16="http://schemas.microsoft.com/office/drawing/2014/main" val="1208493883"/>
                  </a:ext>
                </a:extLst>
              </a:tr>
              <a:tr h="152400">
                <a:tc>
                  <a:txBody>
                    <a:bodyPr/>
                    <a:lstStyle/>
                    <a:p>
                      <a:pPr algn="l" fontAlgn="b">
                        <a:buNone/>
                      </a:pPr>
                      <a:r>
                        <a:rPr lang="pt-BR" sz="900" b="0" i="0" u="none" strike="noStrike" dirty="0" err="1">
                          <a:solidFill>
                            <a:srgbClr val="000000"/>
                          </a:solidFill>
                          <a:effectLst/>
                          <a:latin typeface="Roboto Light" panose="02000000000000000000" pitchFamily="2" charset="0"/>
                        </a:rPr>
                        <a:t>Alupar</a:t>
                      </a:r>
                      <a:endParaRPr lang="pt-BR" sz="900" b="0" i="0" u="none" strike="noStrike" dirty="0">
                        <a:solidFill>
                          <a:srgbClr val="000000"/>
                        </a:solidFill>
                        <a:effectLst/>
                        <a:latin typeface="Roboto Light" panose="02000000000000000000" pitchFamily="2" charset="0"/>
                      </a:endParaRP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ALUP11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-3.8%</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4.6%</a:t>
                      </a:r>
                    </a:p>
                  </a:txBody>
                  <a:tcPr marL="7620" marR="7620" marT="7620" marB="0" anchor="b">
                    <a:lnL>
                      <a:noFill/>
                    </a:lnL>
                    <a:lnR>
                      <a:noFill/>
                    </a:lnR>
                    <a:lnT>
                      <a:noFill/>
                    </a:lnT>
                    <a:lnB>
                      <a:noFill/>
                    </a:lnB>
                    <a:noFill/>
                  </a:tcPr>
                </a:tc>
                <a:extLst>
                  <a:ext uri="{0D108BD9-81ED-4DB2-BD59-A6C34878D82A}">
                    <a16:rowId xmlns:a16="http://schemas.microsoft.com/office/drawing/2014/main" val="4003429569"/>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Bemobi</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BMOB3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13.9%</a:t>
                      </a:r>
                    </a:p>
                  </a:txBody>
                  <a:tcPr marL="7620" marR="7620" marT="7620" marB="0" anchor="b">
                    <a:lnL>
                      <a:noFill/>
                    </a:lnL>
                    <a:lnR>
                      <a:noFill/>
                    </a:lnR>
                    <a:lnT>
                      <a:noFill/>
                    </a:lnT>
                    <a:lnB>
                      <a:noFill/>
                    </a:lnB>
                    <a:noFill/>
                  </a:tcPr>
                </a:tc>
                <a:extLst>
                  <a:ext uri="{0D108BD9-81ED-4DB2-BD59-A6C34878D82A}">
                    <a16:rowId xmlns:a16="http://schemas.microsoft.com/office/drawing/2014/main" val="357197754"/>
                  </a:ext>
                </a:extLst>
              </a:tr>
              <a:tr h="152400">
                <a:tc>
                  <a:txBody>
                    <a:bodyPr/>
                    <a:lstStyle/>
                    <a:p>
                      <a:pPr algn="l" fontAlgn="b">
                        <a:buNone/>
                      </a:pPr>
                      <a:r>
                        <a:rPr lang="pt-BR" sz="900" b="0" i="0" u="none" strike="noStrike" dirty="0" err="1">
                          <a:solidFill>
                            <a:srgbClr val="000000"/>
                          </a:solidFill>
                          <a:effectLst/>
                          <a:latin typeface="Roboto Light" panose="02000000000000000000" pitchFamily="2" charset="0"/>
                        </a:rPr>
                        <a:t>BR Partners</a:t>
                      </a:r>
                      <a:endParaRPr lang="pt-BR" sz="900" b="0" i="0" u="none" strike="noStrike" dirty="0">
                        <a:solidFill>
                          <a:srgbClr val="000000"/>
                        </a:solidFill>
                        <a:effectLst/>
                        <a:latin typeface="Roboto Light" panose="02000000000000000000" pitchFamily="2" charset="0"/>
                      </a:endParaRP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BRBI11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-25.5%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-31.2%</a:t>
                      </a:r>
                    </a:p>
                  </a:txBody>
                  <a:tcPr marL="7620" marR="7620" marT="7620" marB="0" anchor="b">
                    <a:lnL>
                      <a:noFill/>
                    </a:lnL>
                    <a:lnR>
                      <a:noFill/>
                    </a:lnR>
                    <a:lnT>
                      <a:noFill/>
                    </a:lnT>
                    <a:lnB>
                      <a:noFill/>
                    </a:lnB>
                    <a:noFill/>
                  </a:tcPr>
                </a:tc>
                <a:extLst>
                  <a:ext uri="{0D108BD9-81ED-4DB2-BD59-A6C34878D82A}">
                    <a16:rowId xmlns:a16="http://schemas.microsoft.com/office/drawing/2014/main" val="2070287893"/>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C&amp;A Modas</a:t>
                      </a:r>
                      <a:endParaRPr lang="pt-BR" sz="900" b="0" i="0" u="none" strike="noStrike" dirty="0">
                        <a:solidFill>
                          <a:srgbClr val="000000"/>
                        </a:solidFill>
                        <a:effectLst/>
                        <a:latin typeface="Roboto Light" panose="02000000000000000000" pitchFamily="2" charset="0"/>
                      </a:endParaRP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CEAB3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-28.2%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-11.9%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-34.8%</a:t>
                      </a:r>
                    </a:p>
                  </a:txBody>
                  <a:tcPr marL="7620" marR="7620" marT="7620" marB="0" anchor="b">
                    <a:lnL>
                      <a:noFill/>
                    </a:lnL>
                    <a:lnR>
                      <a:noFill/>
                    </a:lnR>
                    <a:lnT>
                      <a:noFill/>
                    </a:lnT>
                    <a:lnB>
                      <a:noFill/>
                    </a:lnB>
                    <a:noFill/>
                  </a:tcPr>
                </a:tc>
                <a:extLst>
                  <a:ext uri="{0D108BD9-81ED-4DB2-BD59-A6C34878D82A}">
                    <a16:rowId xmlns:a16="http://schemas.microsoft.com/office/drawing/2014/main" val="1003039454"/>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Cury</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CURY3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nov-22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271.1%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6.3%</a:t>
                      </a:r>
                    </a:p>
                  </a:txBody>
                  <a:tcPr marL="7620" marR="7620" marT="7620" marB="0" anchor="b">
                    <a:lnL>
                      <a:noFill/>
                    </a:lnL>
                    <a:lnR>
                      <a:noFill/>
                    </a:lnR>
                    <a:lnT>
                      <a:noFill/>
                    </a:lnT>
                    <a:lnB>
                      <a:noFill/>
                    </a:lnB>
                    <a:noFill/>
                  </a:tcPr>
                </a:tc>
                <a:extLst>
                  <a:ext uri="{0D108BD9-81ED-4DB2-BD59-A6C34878D82A}">
                    <a16:rowId xmlns:a16="http://schemas.microsoft.com/office/drawing/2014/main" val="1812857867"/>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Ecorodovias</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ECOR3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-28.6%</a:t>
                      </a:r>
                    </a:p>
                  </a:txBody>
                  <a:tcPr marL="7620" marR="7620" marT="7620" marB="0" anchor="b">
                    <a:lnL>
                      <a:noFill/>
                    </a:lnL>
                    <a:lnR>
                      <a:noFill/>
                    </a:lnR>
                    <a:lnT>
                      <a:noFill/>
                    </a:lnT>
                    <a:lnB>
                      <a:noFill/>
                    </a:lnB>
                    <a:noFill/>
                  </a:tcPr>
                </a:tc>
                <a:extLst>
                  <a:ext uri="{0D108BD9-81ED-4DB2-BD59-A6C34878D82A}">
                    <a16:rowId xmlns:a16="http://schemas.microsoft.com/office/drawing/2014/main" val="4077904200"/>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LWSA</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LWSA3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16.9%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8.1%</a:t>
                      </a:r>
                    </a:p>
                  </a:txBody>
                  <a:tcPr marL="7620" marR="7620" marT="7620" marB="0" anchor="b">
                    <a:lnL>
                      <a:noFill/>
                    </a:lnL>
                    <a:lnR>
                      <a:noFill/>
                    </a:lnR>
                    <a:lnT>
                      <a:noFill/>
                    </a:lnT>
                    <a:lnB>
                      <a:noFill/>
                    </a:lnB>
                    <a:noFill/>
                  </a:tcPr>
                </a:tc>
                <a:extLst>
                  <a:ext uri="{0D108BD9-81ED-4DB2-BD59-A6C34878D82A}">
                    <a16:rowId xmlns:a16="http://schemas.microsoft.com/office/drawing/2014/main" val="3979185431"/>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Orizon</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ORVR3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71.6%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-5.3%</a:t>
                      </a:r>
                    </a:p>
                  </a:txBody>
                  <a:tcPr marL="7620" marR="7620" marT="7620" marB="0" anchor="b">
                    <a:lnL>
                      <a:noFill/>
                    </a:lnL>
                    <a:lnR>
                      <a:noFill/>
                    </a:lnR>
                    <a:lnT>
                      <a:noFill/>
                    </a:lnT>
                    <a:lnB>
                      <a:noFill/>
                    </a:lnB>
                    <a:noFill/>
                  </a:tcPr>
                </a:tc>
                <a:extLst>
                  <a:ext uri="{0D108BD9-81ED-4DB2-BD59-A6C34878D82A}">
                    <a16:rowId xmlns:a16="http://schemas.microsoft.com/office/drawing/2014/main" val="3167966021"/>
                  </a:ext>
                </a:extLst>
              </a:tr>
              <a:tr h="152400">
                <a:tc>
                  <a:txBody>
                    <a:bodyPr/>
                    <a:lstStyle/>
                    <a:p>
                      <a:pPr algn="l" fontAlgn="b">
                        <a:buNone/>
                      </a:pPr>
                      <a:r>
                        <a:rPr lang="pt-BR" sz="900" b="0" i="0" u="none" strike="noStrike" dirty="0" err="1">
                          <a:solidFill>
                            <a:srgbClr val="000000"/>
                          </a:solidFill>
                          <a:effectLst/>
                          <a:latin typeface="Roboto Light" panose="02000000000000000000" pitchFamily="2" charset="0"/>
                        </a:rPr>
                        <a:t>Priner</a:t>
                      </a:r>
                      <a:endParaRPr lang="pt-BR" sz="900" b="0" i="0" u="none" strike="noStrike" dirty="0">
                        <a:solidFill>
                          <a:srgbClr val="000000"/>
                        </a:solidFill>
                        <a:effectLst/>
                        <a:latin typeface="Roboto Light" panose="02000000000000000000" pitchFamily="2" charset="0"/>
                      </a:endParaRP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PRNR3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fev-26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-19.0%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-10.8%</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10.6%</a:t>
                      </a:r>
                    </a:p>
                  </a:txBody>
                  <a:tcPr marL="7620" marR="7620" marT="7620" marB="0" anchor="b">
                    <a:lnL>
                      <a:noFill/>
                    </a:lnL>
                    <a:lnR>
                      <a:noFill/>
                    </a:lnR>
                    <a:lnT>
                      <a:noFill/>
                    </a:lnT>
                    <a:lnB>
                      <a:noFill/>
                    </a:lnB>
                    <a:noFill/>
                  </a:tcPr>
                </a:tc>
                <a:extLst>
                  <a:ext uri="{0D108BD9-81ED-4DB2-BD59-A6C34878D82A}">
                    <a16:rowId xmlns:a16="http://schemas.microsoft.com/office/drawing/2014/main" val="2424509201"/>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SLC Agrícola</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SLCE3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ago-26</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20.1%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20.1%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12.6%</a:t>
                      </a:r>
                    </a:p>
                  </a:txBody>
                  <a:tcPr marL="7620" marR="7620" marT="7620" marB="0" anchor="b">
                    <a:lnL>
                      <a:noFill/>
                    </a:lnL>
                    <a:lnR>
                      <a:noFill/>
                    </a:lnR>
                    <a:lnT>
                      <a:noFill/>
                    </a:lnT>
                    <a:lnB>
                      <a:noFill/>
                    </a:lnB>
                    <a:noFill/>
                  </a:tcPr>
                </a:tc>
                <a:extLst>
                  <a:ext uri="{0D108BD9-81ED-4DB2-BD59-A6C34878D82A}">
                    <a16:rowId xmlns:a16="http://schemas.microsoft.com/office/drawing/2014/main" val="2818699519"/>
                  </a:ext>
                </a:extLst>
              </a:tr>
              <a:tr h="152400">
                <a:tc>
                  <a:txBody>
                    <a:bodyPr/>
                    <a:lstStyle/>
                    <a:p>
                      <a:pPr algn="l" fontAlgn="b">
                        <a:buNone/>
                      </a:pPr>
                      <a:r>
                        <a:rPr lang="pt-BR" sz="900" b="0" i="0" u="none" strike="noStrike" dirty="0" err="1">
                          <a:solidFill>
                            <a:srgbClr val="000000"/>
                          </a:solidFill>
                          <a:effectLst/>
                          <a:latin typeface="Roboto Light" panose="02000000000000000000" pitchFamily="2" charset="0"/>
                        </a:rPr>
                        <a:t>3tentos</a:t>
                      </a:r>
                      <a:endParaRPr lang="pt-BR" sz="900" b="0" i="0" u="none" strike="noStrike" dirty="0">
                        <a:solidFill>
                          <a:srgbClr val="000000"/>
                        </a:solidFill>
                        <a:effectLst/>
                        <a:latin typeface="Roboto Light" panose="02000000000000000000" pitchFamily="2" charset="0"/>
                      </a:endParaRP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TTEN3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jan-26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-30.8%</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-29.5%</a:t>
                      </a:r>
                    </a:p>
                  </a:txBody>
                  <a:tcPr marL="7620" marR="7620" marT="7620" marB="0" anchor="b">
                    <a:lnL>
                      <a:noFill/>
                    </a:lnL>
                    <a:lnR>
                      <a:noFill/>
                    </a:lnR>
                    <a:lnT>
                      <a:noFill/>
                    </a:lnT>
                    <a:lnB>
                      <a:noFill/>
                    </a:lnB>
                    <a:noFill/>
                  </a:tcPr>
                </a:tc>
                <a:extLst>
                  <a:ext uri="{0D108BD9-81ED-4DB2-BD59-A6C34878D82A}">
                    <a16:rowId xmlns:a16="http://schemas.microsoft.com/office/drawing/2014/main" val="3147099183"/>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Tupy</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TUPY3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ago-26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-3.1%</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-3.1%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24.0%</a:t>
                      </a:r>
                    </a:p>
                  </a:txBody>
                  <a:tcPr marL="7620" marR="7620" marT="7620" marB="0" anchor="b">
                    <a:lnL>
                      <a:noFill/>
                    </a:lnL>
                    <a:lnR>
                      <a:noFill/>
                    </a:lnR>
                    <a:lnT>
                      <a:noFill/>
                    </a:lnT>
                    <a:lnB>
                      <a:noFill/>
                    </a:lnB>
                    <a:noFill/>
                  </a:tcPr>
                </a:tc>
                <a:extLst>
                  <a:ext uri="{0D108BD9-81ED-4DB2-BD59-A6C34878D82A}">
                    <a16:rowId xmlns:a16="http://schemas.microsoft.com/office/drawing/2014/main" val="2977632977"/>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Vivara</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VIVA3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abr-26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-14.0%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-33.0%</a:t>
                      </a:r>
                    </a:p>
                  </a:txBody>
                  <a:tcPr marL="7620" marR="7620" marT="7620" marB="0" anchor="b">
                    <a:lnL>
                      <a:noFill/>
                    </a:lnL>
                    <a:lnR>
                      <a:noFill/>
                    </a:lnR>
                    <a:lnT>
                      <a:noFill/>
                    </a:lnT>
                    <a:lnB>
                      <a:noFill/>
                    </a:lnB>
                    <a:noFill/>
                  </a:tcPr>
                </a:tc>
                <a:extLst>
                  <a:ext uri="{0D108BD9-81ED-4DB2-BD59-A6C34878D82A}">
                    <a16:rowId xmlns:a16="http://schemas.microsoft.com/office/drawing/2014/main" val="357197754"/>
                  </a:ext>
                </a:extLst>
              </a:tr>
            </a:tbl>
          </a:graphicData>
        </a:graphic>
      </p:graphicFrame>
      <p:graphicFrame>
        <p:nvGraphicFramePr>
          <p:cNvPr id="16" name="Chart 15">
            <a:extLst>
              <a:ext uri="{FF2B5EF4-FFF2-40B4-BE49-F238E27FC236}">
                <a16:creationId xmlns:a16="http://schemas.microsoft.com/office/drawing/2014/main" id="{45C877DF-8A77-A7F0-EF66-2CF156E43869}"/>
              </a:ext>
            </a:extLst>
          </p:cNvPr>
          <p:cNvGraphicFramePr>
            <a:graphicFrameLocks/>
          </p:cNvGraphicFramePr>
          <p:nvPr>
            <p:extLst>
              <p:ext uri="{D42A27DB-BD31-4B8C-83A1-F6EECF244321}">
                <p14:modId xmlns:p14="http://schemas.microsoft.com/office/powerpoint/2010/main" val="475286583"/>
              </p:ext>
            </p:extLst>
          </p:nvPr>
        </p:nvGraphicFramePr>
        <p:xfrm>
          <a:off x="7282090" y="2604426"/>
          <a:ext cx="4537905" cy="301619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05468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6B6A69F3-4F31-2FE0-FF29-4A4C3ED4B080}"/>
              </a:ext>
            </a:extLst>
          </p:cNvPr>
          <p:cNvSpPr>
            <a:spLocks noGrp="1"/>
          </p:cNvSpPr>
          <p:nvPr>
            <p:ph type="body" sz="quarter" idx="18"/>
          </p:nvPr>
        </p:nvSpPr>
        <p:spPr/>
        <p:txBody>
          <a:bodyPr/>
          <a:lstStyle/>
          <a:p>
            <a:r>
              <a:rPr lang="pt-BR" dirty="0"/>
              <a:t>Fonte: XP Research. </a:t>
            </a:r>
          </a:p>
        </p:txBody>
      </p:sp>
      <p:sp>
        <p:nvSpPr>
          <p:cNvPr id="14" name="Text Placeholder 13">
            <a:extLst>
              <a:ext uri="{FF2B5EF4-FFF2-40B4-BE49-F238E27FC236}">
                <a16:creationId xmlns:a16="http://schemas.microsoft.com/office/drawing/2014/main" id="{76A76577-6B19-F7BA-763D-3C0D6E8156A2}"/>
              </a:ext>
            </a:extLst>
          </p:cNvPr>
          <p:cNvSpPr>
            <a:spLocks noGrp="1"/>
          </p:cNvSpPr>
          <p:nvPr>
            <p:ph type="body" sz="quarter" idx="16"/>
          </p:nvPr>
        </p:nvSpPr>
        <p:spPr/>
        <p:txBody>
          <a:bodyPr/>
          <a:lstStyle/>
          <a:p>
            <a:r>
              <a:rPr lang="pt-BR" dirty="0"/>
              <a:t>Carteira Top </a:t>
            </a:r>
            <a:r>
              <a:rPr lang="pt-BR" dirty="0" err="1"/>
              <a:t>Small</a:t>
            </a:r>
            <a:r>
              <a:rPr lang="pt-BR" dirty="0"/>
              <a:t> Caps XP</a:t>
            </a:r>
          </a:p>
        </p:txBody>
      </p:sp>
      <p:sp>
        <p:nvSpPr>
          <p:cNvPr id="5" name="Date Placeholder 4">
            <a:extLst>
              <a:ext uri="{FF2B5EF4-FFF2-40B4-BE49-F238E27FC236}">
                <a16:creationId xmlns:a16="http://schemas.microsoft.com/office/drawing/2014/main" id="{C9087023-A00A-90B8-533C-7139E6588090}"/>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graphicFrame>
        <p:nvGraphicFramePr>
          <p:cNvPr id="10" name="Table 21">
            <a:extLst>
              <a:ext uri="{FF2B5EF4-FFF2-40B4-BE49-F238E27FC236}">
                <a16:creationId xmlns:a16="http://schemas.microsoft.com/office/drawing/2014/main" id="{6BA208A2-75BE-7A71-9B71-7B211FDB9360}"/>
              </a:ext>
            </a:extLst>
          </p:cNvPr>
          <p:cNvGraphicFramePr>
            <a:graphicFrameLocks/>
          </p:cNvGraphicFramePr>
          <p:nvPr>
            <p:extLst>
              <p:ext uri="{D42A27DB-BD31-4B8C-83A1-F6EECF244321}">
                <p14:modId xmlns:p14="http://schemas.microsoft.com/office/powerpoint/2010/main" val="4131998039"/>
              </p:ext>
            </p:extLst>
          </p:nvPr>
        </p:nvGraphicFramePr>
        <p:xfrm>
          <a:off x="336549" y="777240"/>
          <a:ext cx="11518899" cy="4996574"/>
        </p:xfrm>
        <a:graphic>
          <a:graphicData uri="http://schemas.openxmlformats.org/drawingml/2006/table">
            <a:tbl>
              <a:tblPr firstRow="1" bandRow="1">
                <a:tableStyleId>{F2DE63D5-997A-4646-A377-4702673A728D}</a:tableStyleId>
              </a:tblPr>
              <a:tblGrid>
                <a:gridCol w="991339">
                  <a:extLst>
                    <a:ext uri="{9D8B030D-6E8A-4147-A177-3AD203B41FA5}">
                      <a16:colId xmlns:a16="http://schemas.microsoft.com/office/drawing/2014/main" val="4145286018"/>
                    </a:ext>
                  </a:extLst>
                </a:gridCol>
                <a:gridCol w="530726">
                  <a:extLst>
                    <a:ext uri="{9D8B030D-6E8A-4147-A177-3AD203B41FA5}">
                      <a16:colId xmlns:a16="http://schemas.microsoft.com/office/drawing/2014/main" val="173187423"/>
                    </a:ext>
                  </a:extLst>
                </a:gridCol>
                <a:gridCol w="463245">
                  <a:extLst>
                    <a:ext uri="{9D8B030D-6E8A-4147-A177-3AD203B41FA5}">
                      <a16:colId xmlns:a16="http://schemas.microsoft.com/office/drawing/2014/main" val="4270396654"/>
                    </a:ext>
                  </a:extLst>
                </a:gridCol>
                <a:gridCol w="896470">
                  <a:extLst>
                    <a:ext uri="{9D8B030D-6E8A-4147-A177-3AD203B41FA5}">
                      <a16:colId xmlns:a16="http://schemas.microsoft.com/office/drawing/2014/main" val="235090091"/>
                    </a:ext>
                  </a:extLst>
                </a:gridCol>
                <a:gridCol w="839009">
                  <a:extLst>
                    <a:ext uri="{9D8B030D-6E8A-4147-A177-3AD203B41FA5}">
                      <a16:colId xmlns:a16="http://schemas.microsoft.com/office/drawing/2014/main" val="542523139"/>
                    </a:ext>
                  </a:extLst>
                </a:gridCol>
                <a:gridCol w="6798352">
                  <a:extLst>
                    <a:ext uri="{9D8B030D-6E8A-4147-A177-3AD203B41FA5}">
                      <a16:colId xmlns:a16="http://schemas.microsoft.com/office/drawing/2014/main" val="1650878578"/>
                    </a:ext>
                  </a:extLst>
                </a:gridCol>
                <a:gridCol w="999758">
                  <a:extLst>
                    <a:ext uri="{9D8B030D-6E8A-4147-A177-3AD203B41FA5}">
                      <a16:colId xmlns:a16="http://schemas.microsoft.com/office/drawing/2014/main" val="2243829412"/>
                    </a:ext>
                  </a:extLst>
                </a:gridCol>
              </a:tblGrid>
              <a:tr h="278270">
                <a:tc>
                  <a:txBody>
                    <a:bodyPr/>
                    <a:lstStyle/>
                    <a:p>
                      <a:pPr algn="ctr" fontAlgn="b">
                        <a:buNone/>
                      </a:pPr>
                      <a:r>
                        <a:rPr lang="pt-BR" sz="900" b="1" i="0" u="none" strike="noStrike" dirty="0">
                          <a:solidFill>
                            <a:srgbClr val="000000"/>
                          </a:solidFill>
                          <a:effectLst/>
                          <a:latin typeface="+mj-lt"/>
                        </a:rPr>
                        <a:t>Companhia</a:t>
                      </a:r>
                    </a:p>
                  </a:txBody>
                  <a:tcPr marL="9525" marR="9525" marT="9525" marB="0" anchor="ctr"/>
                </a:tc>
                <a:tc>
                  <a:txBody>
                    <a:bodyPr/>
                    <a:lstStyle/>
                    <a:p>
                      <a:pPr algn="ctr" fontAlgn="b">
                        <a:buNone/>
                      </a:pPr>
                      <a:r>
                        <a:rPr lang="pt-BR" sz="900" b="1" i="0" u="none" strike="noStrike" dirty="0" err="1">
                          <a:solidFill>
                            <a:srgbClr val="000000"/>
                          </a:solidFill>
                          <a:effectLst/>
                          <a:latin typeface="+mj-lt"/>
                        </a:rPr>
                        <a:t>Ticker</a:t>
                      </a:r>
                      <a:endParaRPr lang="pt-BR" sz="900" b="1" i="0" u="none" strike="noStrike" dirty="0">
                        <a:solidFill>
                          <a:srgbClr val="000000"/>
                        </a:solidFill>
                        <a:effectLst/>
                        <a:latin typeface="+mj-lt"/>
                      </a:endParaRPr>
                    </a:p>
                  </a:txBody>
                  <a:tcPr marL="9525" marR="9525" marT="9525" marB="0" anchor="ctr"/>
                </a:tc>
                <a:tc>
                  <a:txBody>
                    <a:bodyPr/>
                    <a:lstStyle/>
                    <a:p>
                      <a:pPr algn="ctr" fontAlgn="b">
                        <a:buNone/>
                      </a:pPr>
                      <a:r>
                        <a:rPr lang="pt-BR" sz="900" b="1" i="0" u="none" strike="noStrike" dirty="0">
                          <a:solidFill>
                            <a:srgbClr val="000000"/>
                          </a:solidFill>
                          <a:effectLst/>
                          <a:latin typeface="+mj-lt"/>
                        </a:rPr>
                        <a:t>Peso</a:t>
                      </a:r>
                    </a:p>
                  </a:txBody>
                  <a:tcPr marL="9525" marR="9525" marT="9525" marB="0" anchor="ctr"/>
                </a:tc>
                <a:tc>
                  <a:txBody>
                    <a:bodyPr/>
                    <a:lstStyle/>
                    <a:p>
                      <a:pPr algn="ctr" fontAlgn="b">
                        <a:buNone/>
                      </a:pPr>
                      <a:r>
                        <a:rPr lang="pt-BR" sz="900" b="1" i="0" u="none" strike="noStrike" dirty="0">
                          <a:solidFill>
                            <a:srgbClr val="000000"/>
                          </a:solidFill>
                          <a:effectLst/>
                          <a:latin typeface="+mj-lt"/>
                        </a:rPr>
                        <a:t>Recomendação</a:t>
                      </a:r>
                    </a:p>
                  </a:txBody>
                  <a:tcPr marL="9525" marR="9525" marT="9525" marB="0" anchor="ctr"/>
                </a:tc>
                <a:tc>
                  <a:txBody>
                    <a:bodyPr/>
                    <a:lstStyle/>
                    <a:p>
                      <a:pPr algn="ctr" fontAlgn="b">
                        <a:buNone/>
                      </a:pPr>
                      <a:r>
                        <a:rPr lang="pt-BR" sz="900" b="1" i="0" u="none" strike="noStrike" dirty="0">
                          <a:solidFill>
                            <a:srgbClr val="000000"/>
                          </a:solidFill>
                          <a:effectLst/>
                          <a:latin typeface="+mj-lt"/>
                        </a:rPr>
                        <a:t>Preço Alvo</a:t>
                      </a:r>
                    </a:p>
                  </a:txBody>
                  <a:tcPr marL="9525" marR="9525" marT="9525" marB="0" anchor="ctr"/>
                </a:tc>
                <a:tc>
                  <a:txBody>
                    <a:bodyPr/>
                    <a:lstStyle/>
                    <a:p>
                      <a:pPr algn="ctr" rtl="0" fontAlgn="ctr"/>
                      <a:r>
                        <a:rPr lang="pt-BR" sz="900" b="1" i="0" u="none" strike="noStrike" dirty="0">
                          <a:solidFill>
                            <a:schemeClr val="tx1"/>
                          </a:solidFill>
                          <a:effectLst/>
                          <a:latin typeface="+mj-lt"/>
                        </a:rPr>
                        <a:t>Comentários</a:t>
                      </a:r>
                    </a:p>
                  </a:txBody>
                  <a:tcPr marL="2739" marR="2739" marT="2739" marB="0" anchor="ctr"/>
                </a:tc>
                <a:tc>
                  <a:txBody>
                    <a:bodyPr/>
                    <a:lstStyle/>
                    <a:p>
                      <a:pPr algn="ctr" rtl="0" fontAlgn="ctr"/>
                      <a:r>
                        <a:rPr lang="pt-BR" sz="900" b="1" i="0" u="none" strike="noStrike" dirty="0">
                          <a:solidFill>
                            <a:schemeClr val="tx1"/>
                          </a:solidFill>
                          <a:effectLst/>
                          <a:latin typeface="+mj-lt"/>
                        </a:rPr>
                        <a:t>Link para </a:t>
                      </a:r>
                    </a:p>
                    <a:p>
                      <a:pPr algn="ctr" rtl="0" fontAlgn="ctr"/>
                      <a:r>
                        <a:rPr lang="pt-BR" sz="900" b="1" i="0" u="none" strike="noStrike" dirty="0">
                          <a:solidFill>
                            <a:schemeClr val="tx1"/>
                          </a:solidFill>
                          <a:effectLst/>
                          <a:latin typeface="+mj-lt"/>
                        </a:rPr>
                        <a:t>Tese</a:t>
                      </a:r>
                    </a:p>
                  </a:txBody>
                  <a:tcPr marL="2739" marR="2739" marT="2739" marB="0" anchor="ctr"/>
                </a:tc>
                <a:extLst>
                  <a:ext uri="{0D108BD9-81ED-4DB2-BD59-A6C34878D82A}">
                    <a16:rowId xmlns:a16="http://schemas.microsoft.com/office/drawing/2014/main" val="3107392619"/>
                  </a:ext>
                </a:extLst>
              </a:tr>
              <a:tr h="374904">
                <a:tc>
                  <a:txBody>
                    <a:bodyPr/>
                    <a:lstStyle/>
                    <a:p>
                      <a:pPr algn="ctr" fontAlgn="ctr">
                        <a:buNone/>
                      </a:pPr>
                      <a:r>
                        <a:rPr lang="pt-BR" sz="800" b="0" i="0" u="none" strike="noStrike" dirty="0" err="1">
                          <a:solidFill>
                            <a:srgbClr val="000000"/>
                          </a:solidFill>
                          <a:effectLst/>
                          <a:latin typeface="Roboto Light" panose="02000000000000000000" pitchFamily="2" charset="0"/>
                        </a:rPr>
                        <a:t>Bemobi</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BMOB3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R$ 31,00</a:t>
                      </a:r>
                    </a:p>
                  </a:txBody>
                  <a:tcPr marL="4409" marR="4409" marT="4409" marB="0" anchor="ctr"/>
                </a:tc>
                <a:tc>
                  <a:txBody>
                    <a:bodyPr/>
                    <a:lstStyle/>
                    <a:p>
                      <a:pPr marL="0" marR="0" lvl="0" indent="0" algn="just" defTabSz="685808" rtl="0" eaLnBrk="1" fontAlgn="ctr" latinLnBrk="0" hangingPunct="1">
                        <a:lnSpc>
                          <a:spcPct val="100000"/>
                        </a:lnSpc>
                        <a:spcBef>
                          <a:spcPts val="0"/>
                        </a:spcBef>
                        <a:spcAft>
                          <a:spcPts val="0"/>
                        </a:spcAft>
                        <a:buClrTx/>
                        <a:buSzTx/>
                        <a:buFontTx/>
                        <a:buNone/>
                        <a:tabLst/>
                        <a:defRPr/>
                      </a:pPr>
                      <a:r>
                        <a:rPr lang="pt-BR" sz="800" dirty="0">
                          <a:solidFill>
                            <a:schemeClr val="tx1"/>
                          </a:solidFill>
                          <a:latin typeface="+mj-lt"/>
                        </a:rPr>
                        <a:t>Alta em agosto, acima do Ibovespa, em um mês de forte oscilação. O mercado reagiu positivamente ao conjunto sólido de resultados do 2T26, com o papel avançando no pregão seguinte à divulgação, ainda que parte do movimento tenha sido devolvida nos dias posteriores, à medida que os investidores reavaliaram os números.</a:t>
                      </a:r>
                    </a:p>
                  </a:txBody>
                  <a:tcPr marL="7620" marR="7620" marT="7620" marB="0" anchor="ctr"/>
                </a:tc>
                <a:tc>
                  <a:txBody>
                    <a:bodyPr/>
                    <a:lstStyle/>
                    <a:p>
                      <a:pPr algn="ctr" rtl="0" fontAlgn="ctr"/>
                      <a:r>
                        <a:rPr lang="pt-BR" sz="800" b="1" i="0" u="sng" strike="noStrike" dirty="0">
                          <a:solidFill>
                            <a:schemeClr val="tx1"/>
                          </a:solidFill>
                          <a:effectLst/>
                          <a:latin typeface="+mj-lt"/>
                          <a:hlinkClick r:id="rId2"/>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2605982814"/>
                  </a:ext>
                </a:extLst>
              </a:tr>
              <a:tr h="374904">
                <a:tc>
                  <a:txBody>
                    <a:bodyPr/>
                    <a:lstStyle/>
                    <a:p>
                      <a:pPr algn="ctr" fontAlgn="ctr">
                        <a:buNone/>
                      </a:pPr>
                      <a:r>
                        <a:rPr lang="pt-BR" sz="800" b="0" i="0" u="none" strike="noStrike" dirty="0">
                          <a:solidFill>
                            <a:srgbClr val="000000"/>
                          </a:solidFill>
                          <a:effectLst/>
                          <a:latin typeface="Roboto Light" panose="02000000000000000000" pitchFamily="2" charset="0"/>
                        </a:rPr>
                        <a:t>Vivara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VIVA3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R$ 35,00</a:t>
                      </a:r>
                    </a:p>
                  </a:txBody>
                  <a:tcPr marL="4409" marR="4409" marT="4409" marB="0" anchor="ctr"/>
                </a:tc>
                <a:tc>
                  <a:txBody>
                    <a:bodyPr/>
                    <a:lstStyle/>
                    <a:p>
                      <a:pPr algn="just" rtl="0" fontAlgn="ctr"/>
                      <a:r>
                        <a:rPr lang="pt-BR" sz="800" b="0" i="0" u="none" strike="noStrike" dirty="0">
                          <a:solidFill>
                            <a:schemeClr val="tx1"/>
                          </a:solidFill>
                          <a:effectLst/>
                          <a:latin typeface="+mj-lt"/>
                        </a:rPr>
                        <a:t>Alta em agosto, acima do Ibovespa, refletindo resultados em linha com as expectativas no 2T26. Apesar do cenário competitivo mais desafiador para a Life, dos impactos da Copa do Mundo e da base de comparação elevada, a marca Vivara apresentou crescimento saudável, e a companhia espera melhora nas vendas mesmas lojas da Life no 2S26.</a:t>
                      </a:r>
                    </a:p>
                  </a:txBody>
                  <a:tcPr marL="7620" marR="7620" marT="7620" marB="0" anchor="ctr"/>
                </a:tc>
                <a:tc>
                  <a:txBody>
                    <a:bodyPr/>
                    <a:lstStyle/>
                    <a:p>
                      <a:pPr algn="ctr" rtl="0" fontAlgn="ctr"/>
                      <a:r>
                        <a:rPr lang="pt-BR" sz="800" b="1" i="0" u="sng" strike="noStrike" dirty="0">
                          <a:solidFill>
                            <a:schemeClr val="tx1"/>
                          </a:solidFill>
                          <a:effectLst/>
                          <a:latin typeface="+mj-lt"/>
                          <a:hlinkClick r:id="rId14"/>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1862565642"/>
                  </a:ext>
                </a:extLst>
              </a:tr>
              <a:tr h="374904">
                <a:tc>
                  <a:txBody>
                    <a:bodyPr/>
                    <a:lstStyle/>
                    <a:p>
                      <a:pPr algn="ctr" fontAlgn="ctr">
                        <a:buNone/>
                      </a:pPr>
                      <a:r>
                        <a:rPr lang="pt-BR" sz="800" b="0" i="0" u="none" strike="noStrike" dirty="0">
                          <a:solidFill>
                            <a:srgbClr val="000000"/>
                          </a:solidFill>
                          <a:effectLst/>
                          <a:latin typeface="Roboto Light" panose="02000000000000000000" pitchFamily="2" charset="0"/>
                        </a:rPr>
                        <a:t>C&amp;A Modas</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CEAB3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R$ 17,00</a:t>
                      </a:r>
                    </a:p>
                  </a:txBody>
                  <a:tcPr marL="4409" marR="4409" marT="4409" marB="0" anchor="ctr"/>
                </a:tc>
                <a:tc>
                  <a:txBody>
                    <a:bodyPr/>
                    <a:lstStyle/>
                    <a:p>
                      <a:pPr algn="just" rtl="0" fontAlgn="ctr"/>
                      <a:r>
                        <a:rPr lang="pt-BR" sz="800" b="0" i="0" u="none" strike="noStrike" dirty="0">
                          <a:solidFill>
                            <a:schemeClr val="tx1"/>
                          </a:solidFill>
                          <a:effectLst/>
                          <a:latin typeface="+mj-lt"/>
                        </a:rPr>
                        <a:t>Queda em agosto, abaixo do Ibovespa. O movimento reflete o ambiente mais negativo para o setor de vestuário após os resultados do 2T26, afetados pelo cenário macroeconômico desafiador e pelo menor fluxo nos shoppings durante a Copa do Mundo. Para o 3T, um inverno mais quente pode pressionar as vendas da coleção e exigir remarcações.</a:t>
                      </a:r>
                    </a:p>
                  </a:txBody>
                  <a:tcPr marL="7620" marR="7620" marT="7620" marB="0" anchor="ctr"/>
                </a:tc>
                <a:tc>
                  <a:txBody>
                    <a:bodyPr/>
                    <a:lstStyle/>
                    <a:p>
                      <a:pPr algn="ctr" rtl="0" fontAlgn="ctr"/>
                      <a:r>
                        <a:rPr lang="pt-BR" sz="800" b="1" i="0" u="sng" strike="noStrike" dirty="0">
                          <a:solidFill>
                            <a:schemeClr val="tx1"/>
                          </a:solidFill>
                          <a:effectLst/>
                          <a:latin typeface="+mj-lt"/>
                          <a:hlinkClick r:id="rId4"/>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2544311061"/>
                  </a:ext>
                </a:extLst>
              </a:tr>
              <a:tr h="374904">
                <a:tc>
                  <a:txBody>
                    <a:bodyPr/>
                    <a:lstStyle/>
                    <a:p>
                      <a:pPr algn="ctr" fontAlgn="ctr">
                        <a:buNone/>
                      </a:pPr>
                      <a:r>
                        <a:rPr lang="pt-BR" sz="800" b="0" i="0" u="none" strike="noStrike" dirty="0">
                          <a:solidFill>
                            <a:srgbClr val="000000"/>
                          </a:solidFill>
                          <a:effectLst/>
                          <a:latin typeface="Roboto Light" panose="02000000000000000000" pitchFamily="2" charset="0"/>
                        </a:rPr>
                        <a:t>Tupy</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TUPY3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R$ 20,00</a:t>
                      </a:r>
                    </a:p>
                  </a:txBody>
                  <a:tcPr marL="4409" marR="4409" marT="4409" marB="0" anchor="ctr"/>
                </a:tc>
                <a:tc>
                  <a:txBody>
                    <a:bodyPr/>
                    <a:lstStyle/>
                    <a:p>
                      <a:pPr algn="just" rtl="0" fontAlgn="ctr"/>
                      <a:r>
                        <a:rPr lang="pt-BR" sz="800" b="0" i="0" u="none" strike="noStrike" dirty="0">
                          <a:solidFill>
                            <a:schemeClr val="tx1"/>
                          </a:solidFill>
                          <a:effectLst/>
                          <a:latin typeface="+mj-lt"/>
                        </a:rPr>
                        <a:t>Queda em agosto, abaixo do Ibovespa, em meio a resultados ainda pressionados no 2T26, com efeitos do câmbio e demanda mais fraca no mercado doméstico. Por outro lado, a melhora sequencial das margens a partir do 3T26, a redução da dívida líquida e o fortalecimento da carteira de pedidos na América do Norte reforçam a expectativa de inflexão.</a:t>
                      </a:r>
                    </a:p>
                  </a:txBody>
                  <a:tcPr marL="7620" marR="7620" marT="7620" marB="0" anchor="ctr"/>
                </a:tc>
                <a:tc>
                  <a:txBody>
                    <a:bodyPr/>
                    <a:lstStyle/>
                    <a:p>
                      <a:pPr algn="ctr" rtl="0" fontAlgn="ctr"/>
                      <a:r>
                        <a:rPr lang="pt-BR" sz="800" b="1" i="0" u="sng" strike="noStrike" dirty="0">
                          <a:solidFill>
                            <a:schemeClr val="tx1"/>
                          </a:solidFill>
                          <a:effectLst/>
                          <a:latin typeface="+mj-lt"/>
                          <a:hlinkClick r:id="rId5"/>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3933063405"/>
                  </a:ext>
                </a:extLst>
              </a:tr>
              <a:tr h="164592">
                <a:tc>
                  <a:txBody>
                    <a:bodyPr/>
                    <a:lstStyle/>
                    <a:p>
                      <a:pPr algn="ctr" fontAlgn="ctr">
                        <a:buNone/>
                      </a:pPr>
                      <a:r>
                        <a:rPr lang="pt-BR" sz="800" b="0" i="0" u="none" strike="noStrike" dirty="0" err="1">
                          <a:solidFill>
                            <a:srgbClr val="000000"/>
                          </a:solidFill>
                          <a:effectLst/>
                          <a:latin typeface="Roboto Light" panose="02000000000000000000" pitchFamily="2" charset="0"/>
                        </a:rPr>
                        <a:t>Priner</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PRNR3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R$ 31,00</a:t>
                      </a:r>
                    </a:p>
                  </a:txBody>
                  <a:tcPr marL="4409" marR="4409" marT="4409" marB="0" anchor="ctr"/>
                </a:tc>
                <a:tc>
                  <a:txBody>
                    <a:bodyPr/>
                    <a:lstStyle/>
                    <a:p>
                      <a:pPr algn="just" rtl="0" fontAlgn="ctr"/>
                      <a:r>
                        <a:rPr lang="pt-BR" sz="800" b="0" i="0" u="none" strike="noStrike" dirty="0">
                          <a:solidFill>
                            <a:schemeClr val="tx1"/>
                          </a:solidFill>
                          <a:effectLst/>
                          <a:latin typeface="+mj-lt"/>
                        </a:rPr>
                        <a:t>Queda em agosto, abaixo do Ibovespa.</a:t>
                      </a:r>
                    </a:p>
                  </a:txBody>
                  <a:tcPr marL="7620" marR="7620" marT="7620" marB="0" anchor="ctr"/>
                </a:tc>
                <a:tc>
                  <a:txBody>
                    <a:bodyPr/>
                    <a:lstStyle/>
                    <a:p>
                      <a:pPr algn="ctr" rtl="0" fontAlgn="ctr"/>
                      <a:r>
                        <a:rPr lang="pt-BR" sz="800" b="1" i="0" u="sng" strike="noStrike" dirty="0">
                          <a:solidFill>
                            <a:schemeClr val="tx1"/>
                          </a:solidFill>
                          <a:effectLst/>
                          <a:latin typeface="+mj-lt"/>
                          <a:hlinkClick r:id="rId6"/>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2262005166"/>
                  </a:ext>
                </a:extLst>
              </a:tr>
              <a:tr h="164592">
                <a:tc>
                  <a:txBody>
                    <a:bodyPr/>
                    <a:lstStyle/>
                    <a:p>
                      <a:pPr algn="ctr" fontAlgn="ctr">
                        <a:buNone/>
                      </a:pPr>
                      <a:r>
                        <a:rPr lang="pt-BR" sz="800" b="0" i="0" u="none" strike="noStrike" dirty="0">
                          <a:solidFill>
                            <a:srgbClr val="000000"/>
                          </a:solidFill>
                          <a:effectLst/>
                          <a:latin typeface="Roboto Light" panose="02000000000000000000" pitchFamily="2" charset="0"/>
                        </a:rPr>
                        <a:t>Ecorodovias</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ECOR3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R$ 13,90</a:t>
                      </a:r>
                    </a:p>
                  </a:txBody>
                  <a:tcPr marL="4409" marR="4409" marT="4409" marB="0" anchor="ctr"/>
                </a:tc>
                <a:tc>
                  <a:txBody>
                    <a:bodyPr/>
                    <a:lstStyle/>
                    <a:p>
                      <a:pPr algn="just" rtl="0" fontAlgn="ctr"/>
                      <a:r>
                        <a:rPr lang="pt-BR" sz="800" b="0" i="0" u="none" strike="noStrike" dirty="0">
                          <a:solidFill>
                            <a:schemeClr val="tx1"/>
                          </a:solidFill>
                          <a:effectLst/>
                          <a:latin typeface="+mj-lt"/>
                        </a:rPr>
                        <a:t>Alta em agosto, acima do Ibovespa.</a:t>
                      </a:r>
                    </a:p>
                  </a:txBody>
                  <a:tcPr marL="7620" marR="7620" marT="7620" marB="0" anchor="ctr"/>
                </a:tc>
                <a:tc>
                  <a:txBody>
                    <a:bodyPr/>
                    <a:lstStyle/>
                    <a:p>
                      <a:pPr algn="ctr" rtl="0" fontAlgn="ctr"/>
                      <a:r>
                        <a:rPr lang="pt-BR" sz="800" b="1" i="0" u="sng" strike="noStrike" dirty="0">
                          <a:solidFill>
                            <a:schemeClr val="tx1"/>
                          </a:solidFill>
                          <a:effectLst/>
                          <a:latin typeface="+mj-lt"/>
                          <a:hlinkClick r:id="rId7"/>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3725131103"/>
                  </a:ext>
                </a:extLst>
              </a:tr>
              <a:tr h="374904">
                <a:tc>
                  <a:txBody>
                    <a:bodyPr/>
                    <a:lstStyle/>
                    <a:p>
                      <a:pPr algn="ctr" fontAlgn="ctr">
                        <a:buNone/>
                      </a:pPr>
                      <a:r>
                        <a:rPr lang="pt-BR" sz="800" b="0" i="0" u="none" strike="noStrike" dirty="0">
                          <a:solidFill>
                            <a:srgbClr val="000000"/>
                          </a:solidFill>
                          <a:effectLst/>
                          <a:latin typeface="Roboto Light" panose="02000000000000000000" pitchFamily="2" charset="0"/>
                        </a:rPr>
                        <a:t>LWSA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LWSA3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R$ 5,00</a:t>
                      </a:r>
                    </a:p>
                  </a:txBody>
                  <a:tcPr marL="4409" marR="4409" marT="4409" marB="0" anchor="ctr"/>
                </a:tc>
                <a:tc>
                  <a:txBody>
                    <a:bodyPr/>
                    <a:lstStyle/>
                    <a:p>
                      <a:pPr algn="just" rtl="0" fontAlgn="ctr"/>
                      <a:r>
                        <a:rPr lang="pt-BR" sz="800" b="0" i="0" u="none" strike="noStrike" kern="1200" dirty="0">
                          <a:solidFill>
                            <a:schemeClr val="tx1"/>
                          </a:solidFill>
                          <a:effectLst/>
                          <a:latin typeface="+mj-lt"/>
                          <a:ea typeface="+mn-ea"/>
                          <a:cs typeface="+mn-cs"/>
                        </a:rPr>
                        <a:t>Alta em agosto, acima do Ibovespa e um dos destaques positivos da carteira no mês. O movimento foi impulsionado pelos resultados do 2T26, que superaram o consenso de mercado e reforçaram a percepção de melhora operacional, com o papel mantendo trajetória favorável ao longo do período.</a:t>
                      </a:r>
                    </a:p>
                  </a:txBody>
                  <a:tcPr marL="7620" marR="7620" marT="7620" marB="0" anchor="ctr"/>
                </a:tc>
                <a:tc>
                  <a:txBody>
                    <a:bodyPr/>
                    <a:lstStyle/>
                    <a:p>
                      <a:pPr marL="0" marR="0" lvl="0" indent="0" algn="ctr" defTabSz="685808" rtl="0" eaLnBrk="1" fontAlgn="ctr" latinLnBrk="0" hangingPunct="1">
                        <a:lnSpc>
                          <a:spcPct val="100000"/>
                        </a:lnSpc>
                        <a:spcBef>
                          <a:spcPts val="0"/>
                        </a:spcBef>
                        <a:spcAft>
                          <a:spcPts val="0"/>
                        </a:spcAft>
                        <a:buClrTx/>
                        <a:buSzTx/>
                        <a:buFontTx/>
                        <a:buNone/>
                        <a:tabLst/>
                        <a:defRPr/>
                      </a:pPr>
                      <a:r>
                        <a:rPr lang="pt-BR" sz="800" b="1" i="0" u="sng" strike="noStrike" kern="1200" dirty="0">
                          <a:solidFill>
                            <a:schemeClr val="tx1"/>
                          </a:solidFill>
                          <a:effectLst/>
                          <a:latin typeface="+mj-lt"/>
                          <a:ea typeface="+mn-ea"/>
                          <a:cs typeface="+mn-cs"/>
                          <a:hlinkClick r:id="rId8"/>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1243717988"/>
                  </a:ext>
                </a:extLst>
              </a:tr>
              <a:tr h="374904">
                <a:tc>
                  <a:txBody>
                    <a:bodyPr/>
                    <a:lstStyle/>
                    <a:p>
                      <a:pPr algn="ctr" fontAlgn="ctr">
                        <a:buNone/>
                      </a:pPr>
                      <a:r>
                        <a:rPr lang="pt-BR" sz="800" b="0" i="0" u="none" strike="noStrike" dirty="0">
                          <a:solidFill>
                            <a:srgbClr val="000000"/>
                          </a:solidFill>
                          <a:effectLst/>
                          <a:latin typeface="Roboto Light" panose="02000000000000000000" pitchFamily="2" charset="0"/>
                        </a:rPr>
                        <a:t>Cury</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CURY3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R$ 45,00</a:t>
                      </a:r>
                    </a:p>
                  </a:txBody>
                  <a:tcPr marL="4409" marR="4409" marT="4409" marB="0" anchor="ctr"/>
                </a:tc>
                <a:tc>
                  <a:txBody>
                    <a:bodyPr/>
                    <a:lstStyle/>
                    <a:p>
                      <a:pPr algn="just" rtl="0" fontAlgn="ctr"/>
                      <a:r>
                        <a:rPr lang="pt-BR" sz="800" b="0" i="0" u="none" strike="noStrike" dirty="0">
                          <a:solidFill>
                            <a:schemeClr val="tx1"/>
                          </a:solidFill>
                          <a:effectLst/>
                          <a:latin typeface="+mj-lt"/>
                        </a:rPr>
                        <a:t>Alta em agosto, acima do Ibovespa. Segue nossa principal escolha entre as construtoras de baixa renda, apoiada por execução consistente, elevada rentabilidade, forte velocidade de vendas e geração de caixa. O resultado do 2T26 reforçou essa leitura, com crescimento sólido de receita e margens preservadas em patamares elevados.</a:t>
                      </a:r>
                    </a:p>
                  </a:txBody>
                  <a:tcPr marL="7620" marR="7620" marT="7620" marB="0" anchor="ctr"/>
                </a:tc>
                <a:tc>
                  <a:txBody>
                    <a:bodyPr/>
                    <a:lstStyle/>
                    <a:p>
                      <a:pPr marL="0" marR="0" lvl="0" indent="0" algn="ctr" defTabSz="685808" rtl="0" eaLnBrk="1" fontAlgn="ctr" latinLnBrk="0" hangingPunct="1">
                        <a:lnSpc>
                          <a:spcPct val="100000"/>
                        </a:lnSpc>
                        <a:spcBef>
                          <a:spcPts val="0"/>
                        </a:spcBef>
                        <a:spcAft>
                          <a:spcPts val="0"/>
                        </a:spcAft>
                        <a:buClrTx/>
                        <a:buSzTx/>
                        <a:buFontTx/>
                        <a:buNone/>
                        <a:tabLst/>
                        <a:defRPr/>
                      </a:pPr>
                      <a:r>
                        <a:rPr lang="pt-BR" sz="800" b="1" i="0" u="sng" strike="noStrike" kern="1200" dirty="0">
                          <a:solidFill>
                            <a:schemeClr val="tx1"/>
                          </a:solidFill>
                          <a:effectLst/>
                          <a:latin typeface="+mj-lt"/>
                          <a:ea typeface="+mn-ea"/>
                          <a:cs typeface="+mn-cs"/>
                          <a:hlinkClick r:id="rId9"/>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2178713624"/>
                  </a:ext>
                </a:extLst>
              </a:tr>
              <a:tr h="265176">
                <a:tc>
                  <a:txBody>
                    <a:bodyPr/>
                    <a:lstStyle/>
                    <a:p>
                      <a:pPr algn="ctr" fontAlgn="ctr">
                        <a:buNone/>
                      </a:pPr>
                      <a:r>
                        <a:rPr lang="pt-BR" sz="800" b="0" i="0" u="none" strike="noStrike" dirty="0">
                          <a:solidFill>
                            <a:srgbClr val="000000"/>
                          </a:solidFill>
                          <a:effectLst/>
                          <a:latin typeface="Roboto Light" panose="02000000000000000000" pitchFamily="2" charset="0"/>
                        </a:rPr>
                        <a:t>Direcional</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DIRR3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R$ 20,00</a:t>
                      </a:r>
                    </a:p>
                  </a:txBody>
                  <a:tcPr marL="4409" marR="4409" marT="4409" marB="0" anchor="ctr"/>
                </a:tc>
                <a:tc>
                  <a:txBody>
                    <a:bodyPr/>
                    <a:lstStyle/>
                    <a:p>
                      <a:pPr algn="just" rtl="0" fontAlgn="ctr"/>
                      <a:r>
                        <a:rPr lang="pt-BR" sz="800" b="0" i="0" u="none" strike="noStrike" dirty="0">
                          <a:solidFill>
                            <a:schemeClr val="tx1"/>
                          </a:solidFill>
                          <a:effectLst/>
                          <a:latin typeface="+mj-lt"/>
                        </a:rPr>
                        <a:t>Incluímos a Direcional na carteira em setembro, apoiados sobretudo pelo múltiplo atrativo e pela exposição à melhora das perspectivas do MCMV. A companhia negocia a 4,8 vezes o lucro projetado para 2027, mantendo execução sólida e elevada rentabilidade.</a:t>
                      </a:r>
                    </a:p>
                  </a:txBody>
                  <a:tcPr marL="7620" marR="7620" marT="7620" marB="0" anchor="ctr"/>
                </a:tc>
                <a:tc>
                  <a:txBody>
                    <a:bodyPr/>
                    <a:lstStyle/>
                    <a:p>
                      <a:pPr marL="0" marR="0" lvl="0" indent="0" algn="ctr" defTabSz="685808" rtl="0" eaLnBrk="1" fontAlgn="ctr" latinLnBrk="0" hangingPunct="1">
                        <a:lnSpc>
                          <a:spcPct val="100000"/>
                        </a:lnSpc>
                        <a:spcBef>
                          <a:spcPts val="0"/>
                        </a:spcBef>
                        <a:spcAft>
                          <a:spcPts val="0"/>
                        </a:spcAft>
                        <a:buClrTx/>
                        <a:buSzTx/>
                        <a:buFontTx/>
                        <a:buNone/>
                        <a:tabLst/>
                        <a:defRPr/>
                      </a:pPr>
                      <a:r>
                        <a:rPr lang="pt-BR" sz="800" b="1" i="0" u="sng" strike="noStrike" kern="1200" dirty="0">
                          <a:solidFill>
                            <a:schemeClr val="tx1"/>
                          </a:solidFill>
                          <a:effectLst/>
                          <a:latin typeface="+mj-lt"/>
                          <a:ea typeface="+mn-ea"/>
                          <a:cs typeface="+mn-cs"/>
                          <a:hlinkClick r:id="rId10"/>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3618231302"/>
                  </a:ext>
                </a:extLst>
              </a:tr>
              <a:tr h="374904">
                <a:tc>
                  <a:txBody>
                    <a:bodyPr/>
                    <a:lstStyle/>
                    <a:p>
                      <a:pPr algn="ctr" fontAlgn="ctr">
                        <a:buNone/>
                      </a:pPr>
                      <a:r>
                        <a:rPr lang="pt-BR" sz="800" b="0" i="0" u="none" strike="noStrike" dirty="0" err="1">
                          <a:solidFill>
                            <a:srgbClr val="000000"/>
                          </a:solidFill>
                          <a:effectLst/>
                          <a:latin typeface="Roboto Light" panose="02000000000000000000" pitchFamily="2" charset="0"/>
                        </a:rPr>
                        <a:t>3tentos</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TTEN3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R$ 21,60</a:t>
                      </a:r>
                    </a:p>
                  </a:txBody>
                  <a:tcPr marL="4409" marR="4409" marT="4409" marB="0" anchor="ctr"/>
                </a:tc>
                <a:tc>
                  <a:txBody>
                    <a:bodyPr/>
                    <a:lstStyle/>
                    <a:p>
                      <a:pPr algn="l" rtl="0" fontAlgn="ctr"/>
                      <a:r>
                        <a:rPr lang="pt-BR" sz="800" b="0" i="0" u="none" strike="noStrike" dirty="0">
                          <a:solidFill>
                            <a:schemeClr val="tx1"/>
                          </a:solidFill>
                          <a:effectLst/>
                          <a:latin typeface="+mj-lt"/>
                        </a:rPr>
                        <a:t>Queda em agosto, abaixo do Ibovespa, refletindo o sentimento ainda pressionado após um trimestre de resultados abaixo do esperado. Persistem riscos de revisões negativas de lucro e ruídos na comunicação com o mercado, mas esperamos melhora estrutural ao longo do 3T e do 4T. Segue nossa principal preferência no segmento.</a:t>
                      </a:r>
                    </a:p>
                  </a:txBody>
                  <a:tcPr marL="7620" marR="7620" marT="7620" marB="0" anchor="ctr"/>
                </a:tc>
                <a:tc>
                  <a:txBody>
                    <a:bodyPr/>
                    <a:lstStyle/>
                    <a:p>
                      <a:pPr marL="0" marR="0" lvl="0" indent="0" algn="ctr" defTabSz="685808" rtl="0" eaLnBrk="1" fontAlgn="ctr" latinLnBrk="0" hangingPunct="1">
                        <a:lnSpc>
                          <a:spcPct val="100000"/>
                        </a:lnSpc>
                        <a:spcBef>
                          <a:spcPts val="0"/>
                        </a:spcBef>
                        <a:spcAft>
                          <a:spcPts val="0"/>
                        </a:spcAft>
                        <a:buClrTx/>
                        <a:buSzTx/>
                        <a:buFontTx/>
                        <a:buNone/>
                        <a:tabLst/>
                        <a:defRPr/>
                      </a:pPr>
                      <a:r>
                        <a:rPr lang="pt-BR" sz="800" b="1" i="0" u="sng" strike="noStrike" kern="1200" dirty="0">
                          <a:solidFill>
                            <a:schemeClr val="tx1"/>
                          </a:solidFill>
                          <a:effectLst/>
                          <a:latin typeface="+mj-lt"/>
                          <a:ea typeface="+mn-ea"/>
                          <a:cs typeface="+mn-cs"/>
                          <a:hlinkClick r:id="rId11"/>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1706573929"/>
                  </a:ext>
                </a:extLst>
              </a:tr>
              <a:tr h="374904">
                <a:tc>
                  <a:txBody>
                    <a:bodyPr/>
                    <a:lstStyle/>
                    <a:p>
                      <a:pPr algn="ctr" fontAlgn="ctr">
                        <a:buNone/>
                      </a:pPr>
                      <a:r>
                        <a:rPr lang="pt-BR" sz="800" b="0" i="0" u="none" strike="noStrike" dirty="0" err="1">
                          <a:solidFill>
                            <a:srgbClr val="000000"/>
                          </a:solidFill>
                          <a:effectLst/>
                          <a:latin typeface="Roboto Light" panose="02000000000000000000" pitchFamily="2" charset="0"/>
                        </a:rPr>
                        <a:t>SLC Agrícola</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SLCE3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Neutro</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R$ 17,00</a:t>
                      </a:r>
                    </a:p>
                  </a:txBody>
                  <a:tcPr marL="4409" marR="4409" marT="4409" marB="0" anchor="ctr"/>
                </a:tc>
                <a:tc>
                  <a:txBody>
                    <a:bodyPr/>
                    <a:lstStyle/>
                    <a:p>
                      <a:pPr algn="l" rtl="0" fontAlgn="ctr"/>
                      <a:r>
                        <a:rPr lang="pt-BR" sz="800" b="0" i="0" u="none" strike="noStrike" dirty="0">
                          <a:solidFill>
                            <a:schemeClr val="tx1"/>
                          </a:solidFill>
                          <a:effectLst/>
                          <a:latin typeface="+mj-lt"/>
                        </a:rPr>
                        <a:t>Alta em agosto, acima do Ibovespa e o principal destaque positivo da carteira, refletindo a alta dos preços das commodities agrícolas. A alavancagem da companhia e os riscos associados ao El Niño ainda limitam uma valorização mais expressiva no curto prazo, mas o cenário mais construtivo para as commodities sustenta a trajetória.</a:t>
                      </a:r>
                    </a:p>
                  </a:txBody>
                  <a:tcPr marL="7620" marR="7620" marT="7620" marB="0" anchor="ctr"/>
                </a:tc>
                <a:tc>
                  <a:txBody>
                    <a:bodyPr/>
                    <a:lstStyle/>
                    <a:p>
                      <a:pPr marL="0" marR="0" lvl="0" indent="0" algn="ctr" defTabSz="685808" rtl="0" eaLnBrk="1" fontAlgn="ctr" latinLnBrk="0" hangingPunct="1">
                        <a:lnSpc>
                          <a:spcPct val="100000"/>
                        </a:lnSpc>
                        <a:spcBef>
                          <a:spcPts val="0"/>
                        </a:spcBef>
                        <a:spcAft>
                          <a:spcPts val="0"/>
                        </a:spcAft>
                        <a:buClrTx/>
                        <a:buSzTx/>
                        <a:buFontTx/>
                        <a:buNone/>
                        <a:tabLst/>
                        <a:defRPr/>
                      </a:pPr>
                      <a:r>
                        <a:rPr lang="pt-BR" sz="800" b="1" i="0" u="sng" strike="noStrike" kern="1200" dirty="0">
                          <a:solidFill>
                            <a:schemeClr val="tx1"/>
                          </a:solidFill>
                          <a:effectLst/>
                          <a:latin typeface="+mj-lt"/>
                          <a:ea typeface="+mn-ea"/>
                          <a:cs typeface="+mn-cs"/>
                          <a:hlinkClick r:id="rId12"/>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300089981"/>
                  </a:ext>
                </a:extLst>
              </a:tr>
              <a:tr h="374904">
                <a:tc>
                  <a:txBody>
                    <a:bodyPr/>
                    <a:lstStyle/>
                    <a:p>
                      <a:pPr algn="ctr" fontAlgn="ctr">
                        <a:buNone/>
                      </a:pPr>
                      <a:r>
                        <a:rPr lang="pt-BR" sz="800" b="0" i="0" u="none" strike="noStrike" dirty="0">
                          <a:solidFill>
                            <a:srgbClr val="000000"/>
                          </a:solidFill>
                          <a:effectLst/>
                          <a:latin typeface="Roboto Light" panose="02000000000000000000" pitchFamily="2" charset="0"/>
                        </a:rPr>
                        <a:t>Orizon</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ORVR3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R$ 97,48</a:t>
                      </a:r>
                    </a:p>
                  </a:txBody>
                  <a:tcPr marL="4409" marR="4409" marT="4409" marB="0" anchor="ctr"/>
                </a:tc>
                <a:tc>
                  <a:txBody>
                    <a:bodyPr/>
                    <a:lstStyle/>
                    <a:p>
                      <a:pPr algn="just" rtl="0" fontAlgn="ctr"/>
                      <a:r>
                        <a:rPr lang="pt-BR" sz="800" b="0" i="0" u="none" strike="noStrike" dirty="0">
                          <a:solidFill>
                            <a:schemeClr val="tx1"/>
                          </a:solidFill>
                          <a:effectLst/>
                          <a:latin typeface="+mj-lt"/>
                        </a:rPr>
                        <a:t>Queda em agosto, abaixo do Ibovespa. O resultado do 2T26 veio, de maneira geral, em linha com as expectativas, impulsionado pelo desempenho sólido dos aterros e pelo avanço da planta de biometano de Jaboatão, mas contrabalançado pela Vital, pressionada por custos da conversão da frota para biometano.</a:t>
                      </a:r>
                    </a:p>
                  </a:txBody>
                  <a:tcPr marL="7620" marR="7620" marT="7620" marB="0" anchor="ctr"/>
                </a:tc>
                <a:tc>
                  <a:txBody>
                    <a:bodyPr/>
                    <a:lstStyle/>
                    <a:p>
                      <a:pPr algn="ctr" rtl="0" fontAlgn="ctr"/>
                      <a:r>
                        <a:rPr lang="pt-BR" sz="800" b="1" i="0" u="sng" strike="noStrike" kern="1200" dirty="0">
                          <a:solidFill>
                            <a:schemeClr val="tx1"/>
                          </a:solidFill>
                          <a:effectLst/>
                          <a:latin typeface="+mj-lt"/>
                          <a:ea typeface="+mn-ea"/>
                          <a:cs typeface="+mn-cs"/>
                          <a:hlinkClick r:id="rId13"/>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705566598"/>
                  </a:ext>
                </a:extLst>
              </a:tr>
              <a:tr h="374904">
                <a:tc>
                  <a:txBody>
                    <a:bodyPr/>
                    <a:lstStyle/>
                    <a:p>
                      <a:pPr algn="ctr" fontAlgn="ctr">
                        <a:buNone/>
                      </a:pPr>
                      <a:r>
                        <a:rPr lang="pt-BR" sz="800" b="0" i="0" u="none" strike="noStrike" dirty="0">
                          <a:solidFill>
                            <a:srgbClr val="000000"/>
                          </a:solidFill>
                          <a:effectLst/>
                          <a:latin typeface="Roboto Light" panose="02000000000000000000" pitchFamily="2" charset="0"/>
                        </a:rPr>
                        <a:t>Alupar</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ALUP11</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R$ 43,49</a:t>
                      </a:r>
                    </a:p>
                  </a:txBody>
                  <a:tcPr marL="4409" marR="4409" marT="4409" marB="0" anchor="ctr"/>
                </a:tc>
                <a:tc>
                  <a:txBody>
                    <a:bodyPr/>
                    <a:lstStyle/>
                    <a:p>
                      <a:pPr algn="just" rtl="0" fontAlgn="ctr"/>
                      <a:r>
                        <a:rPr lang="pt-BR" sz="800" b="0" i="0" u="none" strike="noStrike" dirty="0">
                          <a:solidFill>
                            <a:schemeClr val="tx1"/>
                          </a:solidFill>
                          <a:effectLst/>
                          <a:latin typeface="+mj-lt"/>
                        </a:rPr>
                        <a:t>Alta em agosto, acima do Ibovespa. Por ser um papel mais defensivo, com receitas previsíveis, tende a apresentar desempenho mais resiliente em períodos adversos. Os resultados do 2T26 vieram em linha com as expectativas, com geração ligeiramente acima do esperado e avanço das receitas de transmissão, refletindo a entrada em operação de novos projetos.</a:t>
                      </a:r>
                    </a:p>
                  </a:txBody>
                  <a:tcPr marL="7620" marR="7620" marT="7620" marB="0" anchor="ctr"/>
                </a:tc>
                <a:tc>
                  <a:txBody>
                    <a:bodyPr/>
                    <a:lstStyle/>
                    <a:p>
                      <a:pPr algn="ctr" rtl="0" fontAlgn="ctr"/>
                      <a:r>
                        <a:rPr lang="pt-BR" sz="800" b="1" i="0" u="sng" strike="noStrike" dirty="0">
                          <a:solidFill>
                            <a:schemeClr val="tx1"/>
                          </a:solidFill>
                          <a:effectLst/>
                          <a:latin typeface="+mj-lt"/>
                          <a:hlinkClick r:id="rId3"/>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1862565642"/>
                  </a:ext>
                </a:extLst>
              </a:tr>
              <a:tr h="374904">
                <a:tc>
                  <a:txBody>
                    <a:bodyPr/>
                    <a:lstStyle/>
                    <a:p>
                      <a:pPr algn="ctr" fontAlgn="ctr">
                        <a:buNone/>
                      </a:pPr>
                      <a:r>
                        <a:rPr lang="pt-BR" sz="800" b="0" i="0" u="none" strike="noStrike" dirty="0">
                          <a:solidFill>
                            <a:srgbClr val="000000"/>
                          </a:solidFill>
                          <a:effectLst/>
                          <a:latin typeface="Roboto Light" panose="02000000000000000000" pitchFamily="2" charset="0"/>
                        </a:rPr>
                        <a:t>BR Partners</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BRBI11</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R$ 26,00</a:t>
                      </a:r>
                    </a:p>
                  </a:txBody>
                  <a:tcPr marL="4409" marR="4409" marT="4409" marB="0" anchor="ctr"/>
                </a:tc>
                <a:tc>
                  <a:txBody>
                    <a:bodyPr/>
                    <a:lstStyle/>
                    <a:p>
                      <a:pPr algn="just" rtl="0" fontAlgn="ctr"/>
                      <a:r>
                        <a:rPr lang="pt-BR" sz="800" b="0" i="0" u="none" strike="noStrike" dirty="0">
                          <a:solidFill>
                            <a:schemeClr val="tx1"/>
                          </a:solidFill>
                          <a:effectLst/>
                          <a:latin typeface="+mj-lt"/>
                        </a:rPr>
                        <a:t>Queda em agosto, abaixo do Ibovespa, acompanhando o cenário macroeconômico mais desafiador, que pode limitar a conversão de operações e a atividade de mercado de capitais em 2026. Seguimos construtivos com a tese, ainda que o cenário de curto prazo permaneça desafiador.</a:t>
                      </a:r>
                    </a:p>
                  </a:txBody>
                  <a:tcPr marL="7620" marR="7620" marT="7620" marB="0" anchor="ctr"/>
                </a:tc>
                <a:tc>
                  <a:txBody>
                    <a:bodyPr/>
                    <a:lstStyle/>
                    <a:p>
                      <a:pPr algn="ctr" rtl="0" fontAlgn="ctr"/>
                      <a:r>
                        <a:rPr lang="pt-BR" sz="800" b="1" i="0" u="sng" strike="noStrike" dirty="0">
                          <a:solidFill>
                            <a:schemeClr val="tx1"/>
                          </a:solidFill>
                          <a:effectLst/>
                          <a:latin typeface="+mj-lt"/>
                          <a:hlinkClick r:id="rId15"/>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1862565642"/>
                  </a:ext>
                </a:extLst>
              </a:tr>
            </a:tbl>
          </a:graphicData>
        </a:graphic>
      </p:graphicFrame>
    </p:spTree>
    <p:extLst>
      <p:ext uri="{BB962C8B-B14F-4D97-AF65-F5344CB8AC3E}">
        <p14:creationId xmlns:p14="http://schemas.microsoft.com/office/powerpoint/2010/main" val="2214369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554A37-0243-8E93-0FE1-6326D9D6D491}"/>
              </a:ext>
            </a:extLst>
          </p:cNvPr>
          <p:cNvSpPr>
            <a:spLocks noGrp="1"/>
          </p:cNvSpPr>
          <p:nvPr>
            <p:ph sz="quarter" idx="20"/>
          </p:nvPr>
        </p:nvSpPr>
        <p:spPr>
          <a:xfrm>
            <a:off x="335999" y="797169"/>
            <a:ext cx="11518900" cy="5393906"/>
          </a:xfrm>
        </p:spPr>
        <p:txBody>
          <a:bodyPr/>
          <a:lstStyle/>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 </a:t>
            </a:r>
            <a:r>
              <a:rPr lang="pt-BR" sz="700" dirty="0">
                <a:solidFill>
                  <a:schemeClr val="tx2"/>
                </a:solidFill>
                <a:effectLst/>
                <a:latin typeface="+mj-lt"/>
                <a:ea typeface="Calibri" panose="020F0502020204030204" pitchFamily="34" charset="0"/>
                <a:cs typeface="Times New Roman" panose="02020603050405020304" pitchFamily="18"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2) </a:t>
            </a:r>
            <a:r>
              <a:rPr lang="pt-BR" sz="700" dirty="0">
                <a:solidFill>
                  <a:schemeClr val="tx2"/>
                </a:solidFill>
                <a:effectLst/>
                <a:latin typeface="+mj-lt"/>
                <a:ea typeface="Calibri" panose="020F0502020204030204" pitchFamily="34" charset="0"/>
                <a:cs typeface="Times New Roman" panose="02020603050405020304" pitchFamily="18" charset="0"/>
              </a:rPr>
              <a:t>Este relatório foi elaborado considerando a classificação de risco dos produtos de modo a gerar resultados de alocação para cada perfil de investidor.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3) </a:t>
            </a:r>
            <a:r>
              <a:rPr lang="pt-BR" sz="700" dirty="0">
                <a:solidFill>
                  <a:schemeClr val="tx2"/>
                </a:solidFill>
                <a:effectLst/>
                <a:latin typeface="+mj-lt"/>
                <a:ea typeface="Calibri" panose="020F0502020204030204" pitchFamily="34" charset="0"/>
                <a:cs typeface="Times New Roman" panose="02020603050405020304" pitchFamily="18" charset="0"/>
              </a:rPr>
              <a:t>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5) O</a:t>
            </a:r>
            <a:r>
              <a:rPr lang="pt-BR" sz="700" dirty="0">
                <a:solidFill>
                  <a:schemeClr val="tx2"/>
                </a:solidFill>
                <a:effectLst/>
                <a:latin typeface="+mj-lt"/>
                <a:ea typeface="Calibri" panose="020F0502020204030204" pitchFamily="34" charset="0"/>
                <a:cs typeface="Times New Roman" panose="02020603050405020304" pitchFamily="18" charset="0"/>
              </a:rPr>
              <a:t>s analistas da XP Investimentos estão obrigados ao cumprimento de todas as regras previstas no Código de Conduta da APIMEC para o Analista de Valores Mobiliários e na Política de Conduta dos Analistas de Valores Mobiliários da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6) O atendimento de nossos clientes é realizado por empregados da XP Investimentos ou por agentes autônomos de investimento que desempenham suas atividades por meio da XP, em conformidade com a Resolução CVM nº 178/2023,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7)Para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10) </a:t>
            </a:r>
            <a:r>
              <a:rPr lang="pt-BR" sz="700" dirty="0">
                <a:solidFill>
                  <a:schemeClr val="tx2"/>
                </a:solidFill>
                <a:effectLst/>
                <a:latin typeface="+mj-lt"/>
                <a:ea typeface="Calibri" panose="020F0502020204030204" pitchFamily="34" charset="0"/>
                <a:cs typeface="Times New Roman" panose="02020603050405020304" pitchFamily="18"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11) O custo da operação e a política de cobrança estão definidos nas tabelas de custos operacionais disponibilizadas no site da XP Investimentos: www.xpi.com.br.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12) A XP Investimentos se exime de qualquer responsabilidade por quaisquer prejuízos, diretos ou indiretos, que venham a decorrer da utilização deste relatório ou seu conteúdo.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13) A Avaliação Técnica e a Avaliação de Fundamentos seguem diferentes metodologias de análise. A Análise Técnica é executada seguindo conceitos como tendência, suporte, resistência, </a:t>
            </a:r>
            <a:r>
              <a:rPr lang="pt-BR" sz="700" dirty="0" err="1">
                <a:solidFill>
                  <a:schemeClr val="tx2"/>
                </a:solidFill>
                <a:effectLst/>
                <a:latin typeface="+mj-lt"/>
                <a:ea typeface="Calibri" panose="020F0502020204030204" pitchFamily="34" charset="0"/>
                <a:cs typeface="Times New Roman" panose="02020603050405020304" pitchFamily="18" charset="0"/>
              </a:rPr>
              <a:t>candles</a:t>
            </a:r>
            <a:r>
              <a:rPr lang="pt-BR" sz="700" dirty="0">
                <a:solidFill>
                  <a:schemeClr val="tx2"/>
                </a:solidFill>
                <a:effectLst/>
                <a:latin typeface="+mj-lt"/>
                <a:ea typeface="Calibri" panose="020F0502020204030204" pitchFamily="34" charset="0"/>
                <a:cs typeface="Times New Roman" panose="02020603050405020304" pitchFamily="18"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tx2"/>
                </a:solidFill>
                <a:effectLst/>
                <a:latin typeface="+mj-lt"/>
                <a:ea typeface="Calibri" panose="020F0502020204030204" pitchFamily="34" charset="0"/>
                <a:cs typeface="Times New Roman" panose="02020603050405020304" pitchFamily="18" charset="0"/>
              </a:rPr>
              <a:t>stops</a:t>
            </a:r>
            <a:r>
              <a:rPr lang="pt-BR" sz="700" dirty="0">
                <a:solidFill>
                  <a:schemeClr val="tx2"/>
                </a:solidFill>
                <a:effectLst/>
                <a:latin typeface="+mj-lt"/>
                <a:ea typeface="Calibri" panose="020F0502020204030204" pitchFamily="34" charset="0"/>
                <a:cs typeface="Times New Roman" panose="02020603050405020304" pitchFamily="18" charset="0"/>
              </a:rPr>
              <a:t>” para limitar as possíveis perdas.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15) O investimento em opções é preferencialmente indicado para investidores de perfil agressivo, de acordo com a política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16) 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17) 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18) ESTA INSTITUIÇÃO É ADERENTE AO CÓDIGO ANBIMA DE REGULAÇÃO E MELHORES PRÁTICAS PARA ATIVIDADE DE DISTRIBUIÇÃO DE PRODUTOS DE INVESTIMENTO NO VAREJO. </a:t>
            </a:r>
          </a:p>
          <a:p>
            <a:pPr marL="180340" indent="-45720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 </a:t>
            </a:r>
          </a:p>
          <a:p>
            <a:pPr>
              <a:lnSpc>
                <a:spcPct val="100000"/>
              </a:lnSpc>
              <a:spcBef>
                <a:spcPts val="400"/>
              </a:spcBef>
            </a:pPr>
            <a:endParaRPr lang="pt-BR" sz="700" dirty="0">
              <a:solidFill>
                <a:schemeClr val="tx2"/>
              </a:solidFill>
              <a:latin typeface="+mj-lt"/>
            </a:endParaRPr>
          </a:p>
        </p:txBody>
      </p:sp>
      <p:sp>
        <p:nvSpPr>
          <p:cNvPr id="8" name="Text Placeholder 7">
            <a:extLst>
              <a:ext uri="{FF2B5EF4-FFF2-40B4-BE49-F238E27FC236}">
                <a16:creationId xmlns:a16="http://schemas.microsoft.com/office/drawing/2014/main" id="{9CAFF29E-4FBB-9DEE-55A9-7477DF81D287}"/>
              </a:ext>
            </a:extLst>
          </p:cNvPr>
          <p:cNvSpPr>
            <a:spLocks noGrp="1"/>
          </p:cNvSpPr>
          <p:nvPr>
            <p:ph type="body" sz="quarter" idx="16"/>
          </p:nvPr>
        </p:nvSpPr>
        <p:spPr/>
        <p:txBody>
          <a:bodyPr/>
          <a:lstStyle/>
          <a:p>
            <a:r>
              <a:rPr lang="pt-BR" dirty="0" err="1"/>
              <a:t>Disclaimer</a:t>
            </a:r>
            <a:endParaRPr lang="pt-BR" dirty="0"/>
          </a:p>
        </p:txBody>
      </p:sp>
      <p:sp>
        <p:nvSpPr>
          <p:cNvPr id="10" name="Date Placeholder 9">
            <a:extLst>
              <a:ext uri="{FF2B5EF4-FFF2-40B4-BE49-F238E27FC236}">
                <a16:creationId xmlns:a16="http://schemas.microsoft.com/office/drawing/2014/main" id="{4AC1D66F-0BA3-5117-C669-4427A142A817}"/>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spTree>
    <p:extLst>
      <p:ext uri="{BB962C8B-B14F-4D97-AF65-F5344CB8AC3E}">
        <p14:creationId xmlns:p14="http://schemas.microsoft.com/office/powerpoint/2010/main" val="3039004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6918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1DFE75-644F-4655-9AAB-1BA51DEA2D18}">
  <ds:schemaRefs>
    <ds:schemaRef ds:uri="http://schemas.microsoft.com/office/2006/metadata/properties"/>
    <ds:schemaRef ds:uri="http://purl.org/dc/elements/1.1/"/>
    <ds:schemaRef ds:uri="http://schemas.microsoft.com/office/2006/documentManagement/types"/>
    <ds:schemaRef ds:uri="http://www.w3.org/XML/1998/namespace"/>
    <ds:schemaRef ds:uri="http://purl.org/dc/dcmitype/"/>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F3C14C19-827A-43CC-840A-25F83CDFFAAA}">
  <ds:schemaRefs>
    <ds:schemaRef ds:uri="http://schemas.microsoft.com/sharepoint/v3/contenttype/forms"/>
  </ds:schemaRefs>
</ds:datastoreItem>
</file>

<file path=customXml/itemProps3.xml><?xml version="1.0" encoding="utf-8"?>
<ds:datastoreItem xmlns:ds="http://schemas.openxmlformats.org/officeDocument/2006/customXml" ds:itemID="{98E4DE29-FCA5-441A-A5C0-116A69788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Metadata/LabelInfo.xml><?xml version="1.0" encoding="utf-8"?>
<clbl:labelList xmlns:clbl="http://schemas.microsoft.com/office/2020/mipLabelMetadata">
  <clbl:label id="{e6a9157b-bcf3-4eac-b03e-7cf007ba9fdf}" enabled="1" method="Privileged" siteId="{cf56e405-d2b0-4266-b210-aa04636b6161}" removed="0"/>
</clbl:labelList>
</file>

<file path=docProps/app.xml><?xml version="1.0" encoding="utf-8"?>
<Properties xmlns="http://schemas.openxmlformats.org/officeDocument/2006/extended-properties" xmlns:vt="http://schemas.openxmlformats.org/officeDocument/2006/docPropsVTypes">
  <Template/>
  <TotalTime>94415</TotalTime>
  <Words>3506</Words>
  <Application>Microsoft Office PowerPoint</Application>
  <PresentationFormat>Widescreen</PresentationFormat>
  <Paragraphs>430</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Roboto</vt:lpstr>
      <vt:lpstr>Roboto Light</vt:lpstr>
      <vt:lpstr>Roboto Medium</vt:lpstr>
      <vt:lpstr>3_Template DGA 16-9</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Small Caps</dc:title>
  <dc:creator>Pedro Urbinati</dc:creator>
  <cp:lastModifiedBy>Caio Souza</cp:lastModifiedBy>
  <cp:revision>4612</cp:revision>
  <cp:lastPrinted>2019-11-05T18:41:12Z</cp:lastPrinted>
  <dcterms:created xsi:type="dcterms:W3CDTF">2016-08-23T12:44:29Z</dcterms:created>
  <dcterms:modified xsi:type="dcterms:W3CDTF">2026-07-02T12:10:57Z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ClassificationContentMarkingFooterLocations">
    <vt:lpwstr>3_Template DGA 16-9:4</vt:lpwstr>
  </property>
  <property fmtid="{D5CDD505-2E9C-101B-9397-08002B2CF9AE}" pid="4" name="ClassificationContentMarkingFooterText">
    <vt:lpwstr>[ CLASSIFICAÇÃO: PÚBLICA ]</vt:lpwstr>
  </property>
  <property fmtid="{D5CDD505-2E9C-101B-9397-08002B2CF9AE}" pid="5" name="MSIP_Label_e6a9157b-bcf3-4eac-b03e-7cf007ba9fdf_Enabled">
    <vt:lpwstr>true</vt:lpwstr>
  </property>
  <property fmtid="{D5CDD505-2E9C-101B-9397-08002B2CF9AE}" pid="6" name="MSIP_Label_e6a9157b-bcf3-4eac-b03e-7cf007ba9fdf_SetDate">
    <vt:lpwstr>2024-04-09T17:53:06Z</vt:lpwstr>
  </property>
  <property fmtid="{D5CDD505-2E9C-101B-9397-08002B2CF9AE}" pid="7" name="MSIP_Label_e6a9157b-bcf3-4eac-b03e-7cf007ba9fdf_Method">
    <vt:lpwstr>Standard</vt:lpwstr>
  </property>
  <property fmtid="{D5CDD505-2E9C-101B-9397-08002B2CF9AE}" pid="8" name="MSIP_Label_e6a9157b-bcf3-4eac-b03e-7cf007ba9fdf_Name">
    <vt:lpwstr>Publica</vt:lpwstr>
  </property>
  <property fmtid="{D5CDD505-2E9C-101B-9397-08002B2CF9AE}" pid="9" name="MSIP_Label_e6a9157b-bcf3-4eac-b03e-7cf007ba9fdf_SiteId">
    <vt:lpwstr>cf56e405-d2b0-4266-b210-aa04636b6161</vt:lpwstr>
  </property>
  <property fmtid="{D5CDD505-2E9C-101B-9397-08002B2CF9AE}" pid="10" name="MSIP_Label_e6a9157b-bcf3-4eac-b03e-7cf007ba9fdf_ActionId">
    <vt:lpwstr>f9c0e384-4780-4eab-8453-f58cd64d25e4</vt:lpwstr>
  </property>
  <property fmtid="{D5CDD505-2E9C-101B-9397-08002B2CF9AE}" pid="11" name="MSIP_Label_e6a9157b-bcf3-4eac-b03e-7cf007ba9fdf_ContentBits">
    <vt:lpwstr>2</vt:lpwstr>
  </property>
</Properties>
</file>